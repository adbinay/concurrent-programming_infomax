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ink/ink1.xml" ContentType="application/inkml+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1" r:id="rId4"/>
  </p:sldMasterIdLst>
  <p:notesMasterIdLst>
    <p:notesMasterId r:id="rId49"/>
  </p:notesMasterIdLst>
  <p:handoutMasterIdLst>
    <p:handoutMasterId r:id="rId50"/>
  </p:handoutMasterIdLst>
  <p:sldIdLst>
    <p:sldId id="318" r:id="rId5"/>
    <p:sldId id="443" r:id="rId6"/>
    <p:sldId id="442" r:id="rId7"/>
    <p:sldId id="340" r:id="rId8"/>
    <p:sldId id="341" r:id="rId9"/>
    <p:sldId id="342" r:id="rId10"/>
    <p:sldId id="343" r:id="rId11"/>
    <p:sldId id="344" r:id="rId12"/>
    <p:sldId id="345" r:id="rId13"/>
    <p:sldId id="346" r:id="rId14"/>
    <p:sldId id="347" r:id="rId15"/>
    <p:sldId id="1948" r:id="rId16"/>
    <p:sldId id="349" r:id="rId17"/>
    <p:sldId id="350" r:id="rId18"/>
    <p:sldId id="351" r:id="rId19"/>
    <p:sldId id="352" r:id="rId20"/>
    <p:sldId id="353" r:id="rId21"/>
    <p:sldId id="354" r:id="rId22"/>
    <p:sldId id="355" r:id="rId23"/>
    <p:sldId id="356" r:id="rId24"/>
    <p:sldId id="357" r:id="rId25"/>
    <p:sldId id="358" r:id="rId26"/>
    <p:sldId id="359" r:id="rId27"/>
    <p:sldId id="360" r:id="rId28"/>
    <p:sldId id="361" r:id="rId29"/>
    <p:sldId id="362" r:id="rId30"/>
    <p:sldId id="363" r:id="rId31"/>
    <p:sldId id="375" r:id="rId32"/>
    <p:sldId id="376" r:id="rId33"/>
    <p:sldId id="377" r:id="rId34"/>
    <p:sldId id="378" r:id="rId35"/>
    <p:sldId id="379" r:id="rId36"/>
    <p:sldId id="380" r:id="rId37"/>
    <p:sldId id="381" r:id="rId38"/>
    <p:sldId id="382" r:id="rId39"/>
    <p:sldId id="383" r:id="rId40"/>
    <p:sldId id="384" r:id="rId41"/>
    <p:sldId id="339" r:id="rId42"/>
    <p:sldId id="441" r:id="rId43"/>
    <p:sldId id="386" r:id="rId44"/>
    <p:sldId id="385" r:id="rId45"/>
    <p:sldId id="440" r:id="rId46"/>
    <p:sldId id="398" r:id="rId47"/>
    <p:sldId id="274" r:id="rId48"/>
  </p:sldIdLst>
  <p:sldSz cx="12192000" cy="6858000"/>
  <p:notesSz cx="7315200" cy="9601200"/>
  <p:kinsoku lang="ja-JP" invalStChars="、。，．・：；？！゛゜ヽヾゝゞ々ー’”）〕］｝〉》」』】°‰′″℃￠％ぁぃぅぇぉっゃゅょゎァィゥェォッャュョヮヵヶ!%),.:;?]}｡｣､･ｧｨｩｪｫｬｭｮｯｰﾞﾟ" invalEndChars="‘“（〔［｛〈《「『【￥＄$([\{｢￡"/>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521415D9-36F7-43E2-AB2F-B90AF26B5E84}">
      <p14:sectionLst xmlns:p14="http://schemas.microsoft.com/office/powerpoint/2010/main">
        <p14:section name="Weekly Intro - White BG" id="{B4587B1E-BB88-4173-8339-2929187587A5}">
          <p14:sldIdLst>
            <p14:sldId id="318"/>
            <p14:sldId id="443"/>
            <p14:sldId id="442"/>
            <p14:sldId id="340"/>
            <p14:sldId id="341"/>
            <p14:sldId id="342"/>
            <p14:sldId id="343"/>
            <p14:sldId id="344"/>
            <p14:sldId id="345"/>
            <p14:sldId id="346"/>
            <p14:sldId id="347"/>
            <p14:sldId id="1948"/>
            <p14:sldId id="349"/>
            <p14:sldId id="350"/>
            <p14:sldId id="351"/>
            <p14:sldId id="352"/>
            <p14:sldId id="353"/>
            <p14:sldId id="354"/>
            <p14:sldId id="355"/>
            <p14:sldId id="356"/>
            <p14:sldId id="357"/>
            <p14:sldId id="358"/>
            <p14:sldId id="359"/>
            <p14:sldId id="360"/>
            <p14:sldId id="361"/>
            <p14:sldId id="362"/>
            <p14:sldId id="363"/>
            <p14:sldId id="375"/>
            <p14:sldId id="376"/>
            <p14:sldId id="377"/>
            <p14:sldId id="378"/>
            <p14:sldId id="379"/>
            <p14:sldId id="380"/>
            <p14:sldId id="381"/>
            <p14:sldId id="382"/>
            <p14:sldId id="383"/>
            <p14:sldId id="384"/>
            <p14:sldId id="339"/>
            <p14:sldId id="441"/>
            <p14:sldId id="386"/>
            <p14:sldId id="385"/>
            <p14:sldId id="440"/>
            <p14:sldId id="398"/>
            <p14:sldId id="27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F1449"/>
    <a:srgbClr val="001B4D"/>
    <a:srgbClr val="FB6B53"/>
    <a:srgbClr val="FF6600"/>
    <a:srgbClr val="A2C1FE"/>
    <a:srgbClr val="A2FFA3"/>
    <a:srgbClr val="FFFF99"/>
    <a:srgbClr val="FFFF66"/>
    <a:srgbClr val="FCFEB9"/>
    <a:srgbClr val="CECE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8E46F0-75C0-45D5-8986-085A2B55059D}" v="1" dt="2023-11-06T04:56:33.0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279" autoAdjust="0"/>
    <p:restoredTop sz="94249" autoAdjust="0"/>
  </p:normalViewPr>
  <p:slideViewPr>
    <p:cSldViewPr snapToGrid="0">
      <p:cViewPr varScale="1">
        <p:scale>
          <a:sx n="109" d="100"/>
          <a:sy n="109" d="100"/>
        </p:scale>
        <p:origin x="654" y="96"/>
      </p:cViewPr>
      <p:guideLst/>
    </p:cSldViewPr>
  </p:slideViewPr>
  <p:outlineViewPr>
    <p:cViewPr>
      <p:scale>
        <a:sx n="33" d="100"/>
        <a:sy n="33" d="100"/>
      </p:scale>
      <p:origin x="0" y="-4056"/>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52" d="100"/>
          <a:sy n="52" d="100"/>
        </p:scale>
        <p:origin x="3006"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handoutMaster" Target="handoutMasters/handoutMaster1.xml"/><Relationship Id="rId55"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ailan Arabee Abdul Salam" userId="5bc04053-34d1-46af-a9d4-ff754460ad4b" providerId="ADAL" clId="{578E46F0-75C0-45D5-8986-085A2B55059D}"/>
    <pc:docChg chg="addSld delSld modSld modSection">
      <pc:chgData name="Zailan Arabee Abdul Salam" userId="5bc04053-34d1-46af-a9d4-ff754460ad4b" providerId="ADAL" clId="{578E46F0-75C0-45D5-8986-085A2B55059D}" dt="2023-11-06T04:57:02.129" v="3" actId="47"/>
      <pc:docMkLst>
        <pc:docMk/>
      </pc:docMkLst>
      <pc:sldChg chg="del">
        <pc:chgData name="Zailan Arabee Abdul Salam" userId="5bc04053-34d1-46af-a9d4-ff754460ad4b" providerId="ADAL" clId="{578E46F0-75C0-45D5-8986-085A2B55059D}" dt="2023-11-06T04:56:56.991" v="2" actId="47"/>
        <pc:sldMkLst>
          <pc:docMk/>
          <pc:sldMk cId="0" sldId="260"/>
        </pc:sldMkLst>
      </pc:sldChg>
      <pc:sldChg chg="del">
        <pc:chgData name="Zailan Arabee Abdul Salam" userId="5bc04053-34d1-46af-a9d4-ff754460ad4b" providerId="ADAL" clId="{578E46F0-75C0-45D5-8986-085A2B55059D}" dt="2023-11-06T04:56:56.991" v="2" actId="47"/>
        <pc:sldMkLst>
          <pc:docMk/>
          <pc:sldMk cId="0" sldId="261"/>
        </pc:sldMkLst>
      </pc:sldChg>
      <pc:sldChg chg="del">
        <pc:chgData name="Zailan Arabee Abdul Salam" userId="5bc04053-34d1-46af-a9d4-ff754460ad4b" providerId="ADAL" clId="{578E46F0-75C0-45D5-8986-085A2B55059D}" dt="2023-11-06T04:56:56.991" v="2" actId="47"/>
        <pc:sldMkLst>
          <pc:docMk/>
          <pc:sldMk cId="4027869332" sldId="271"/>
        </pc:sldMkLst>
      </pc:sldChg>
      <pc:sldChg chg="add">
        <pc:chgData name="Zailan Arabee Abdul Salam" userId="5bc04053-34d1-46af-a9d4-ff754460ad4b" providerId="ADAL" clId="{578E46F0-75C0-45D5-8986-085A2B55059D}" dt="2023-11-06T04:56:33.036" v="0"/>
        <pc:sldMkLst>
          <pc:docMk/>
          <pc:sldMk cId="0" sldId="274"/>
        </pc:sldMkLst>
      </pc:sldChg>
      <pc:sldChg chg="del">
        <pc:chgData name="Zailan Arabee Abdul Salam" userId="5bc04053-34d1-46af-a9d4-ff754460ad4b" providerId="ADAL" clId="{578E46F0-75C0-45D5-8986-085A2B55059D}" dt="2023-11-06T04:56:56.991" v="2" actId="47"/>
        <pc:sldMkLst>
          <pc:docMk/>
          <pc:sldMk cId="0" sldId="275"/>
        </pc:sldMkLst>
      </pc:sldChg>
      <pc:sldChg chg="del">
        <pc:chgData name="Zailan Arabee Abdul Salam" userId="5bc04053-34d1-46af-a9d4-ff754460ad4b" providerId="ADAL" clId="{578E46F0-75C0-45D5-8986-085A2B55059D}" dt="2023-11-06T04:56:56.991" v="2" actId="47"/>
        <pc:sldMkLst>
          <pc:docMk/>
          <pc:sldMk cId="0" sldId="277"/>
        </pc:sldMkLst>
      </pc:sldChg>
      <pc:sldChg chg="del">
        <pc:chgData name="Zailan Arabee Abdul Salam" userId="5bc04053-34d1-46af-a9d4-ff754460ad4b" providerId="ADAL" clId="{578E46F0-75C0-45D5-8986-085A2B55059D}" dt="2023-11-06T04:56:56.991" v="2" actId="47"/>
        <pc:sldMkLst>
          <pc:docMk/>
          <pc:sldMk cId="3225035349" sldId="280"/>
        </pc:sldMkLst>
      </pc:sldChg>
      <pc:sldChg chg="del">
        <pc:chgData name="Zailan Arabee Abdul Salam" userId="5bc04053-34d1-46af-a9d4-ff754460ad4b" providerId="ADAL" clId="{578E46F0-75C0-45D5-8986-085A2B55059D}" dt="2023-11-06T04:56:56.991" v="2" actId="47"/>
        <pc:sldMkLst>
          <pc:docMk/>
          <pc:sldMk cId="2979819931" sldId="281"/>
        </pc:sldMkLst>
      </pc:sldChg>
      <pc:sldChg chg="del">
        <pc:chgData name="Zailan Arabee Abdul Salam" userId="5bc04053-34d1-46af-a9d4-ff754460ad4b" providerId="ADAL" clId="{578E46F0-75C0-45D5-8986-085A2B55059D}" dt="2023-11-06T04:56:56.991" v="2" actId="47"/>
        <pc:sldMkLst>
          <pc:docMk/>
          <pc:sldMk cId="2994277211" sldId="284"/>
        </pc:sldMkLst>
      </pc:sldChg>
      <pc:sldChg chg="del">
        <pc:chgData name="Zailan Arabee Abdul Salam" userId="5bc04053-34d1-46af-a9d4-ff754460ad4b" providerId="ADAL" clId="{578E46F0-75C0-45D5-8986-085A2B55059D}" dt="2023-11-06T04:56:56.991" v="2" actId="47"/>
        <pc:sldMkLst>
          <pc:docMk/>
          <pc:sldMk cId="894897432" sldId="285"/>
        </pc:sldMkLst>
      </pc:sldChg>
      <pc:sldChg chg="del">
        <pc:chgData name="Zailan Arabee Abdul Salam" userId="5bc04053-34d1-46af-a9d4-ff754460ad4b" providerId="ADAL" clId="{578E46F0-75C0-45D5-8986-085A2B55059D}" dt="2023-11-06T04:56:56.991" v="2" actId="47"/>
        <pc:sldMkLst>
          <pc:docMk/>
          <pc:sldMk cId="2083618775" sldId="286"/>
        </pc:sldMkLst>
      </pc:sldChg>
      <pc:sldChg chg="del">
        <pc:chgData name="Zailan Arabee Abdul Salam" userId="5bc04053-34d1-46af-a9d4-ff754460ad4b" providerId="ADAL" clId="{578E46F0-75C0-45D5-8986-085A2B55059D}" dt="2023-11-06T04:56:56.991" v="2" actId="47"/>
        <pc:sldMkLst>
          <pc:docMk/>
          <pc:sldMk cId="3831505793" sldId="287"/>
        </pc:sldMkLst>
      </pc:sldChg>
      <pc:sldChg chg="del">
        <pc:chgData name="Zailan Arabee Abdul Salam" userId="5bc04053-34d1-46af-a9d4-ff754460ad4b" providerId="ADAL" clId="{578E46F0-75C0-45D5-8986-085A2B55059D}" dt="2023-11-06T04:56:56.991" v="2" actId="47"/>
        <pc:sldMkLst>
          <pc:docMk/>
          <pc:sldMk cId="0" sldId="288"/>
        </pc:sldMkLst>
      </pc:sldChg>
      <pc:sldChg chg="del">
        <pc:chgData name="Zailan Arabee Abdul Salam" userId="5bc04053-34d1-46af-a9d4-ff754460ad4b" providerId="ADAL" clId="{578E46F0-75C0-45D5-8986-085A2B55059D}" dt="2023-11-06T04:56:56.991" v="2" actId="47"/>
        <pc:sldMkLst>
          <pc:docMk/>
          <pc:sldMk cId="1147883940" sldId="289"/>
        </pc:sldMkLst>
      </pc:sldChg>
      <pc:sldChg chg="del">
        <pc:chgData name="Zailan Arabee Abdul Salam" userId="5bc04053-34d1-46af-a9d4-ff754460ad4b" providerId="ADAL" clId="{578E46F0-75C0-45D5-8986-085A2B55059D}" dt="2023-11-06T04:56:56.991" v="2" actId="47"/>
        <pc:sldMkLst>
          <pc:docMk/>
          <pc:sldMk cId="1929223683" sldId="290"/>
        </pc:sldMkLst>
      </pc:sldChg>
      <pc:sldChg chg="del">
        <pc:chgData name="Zailan Arabee Abdul Salam" userId="5bc04053-34d1-46af-a9d4-ff754460ad4b" providerId="ADAL" clId="{578E46F0-75C0-45D5-8986-085A2B55059D}" dt="2023-11-06T04:56:56.991" v="2" actId="47"/>
        <pc:sldMkLst>
          <pc:docMk/>
          <pc:sldMk cId="14364869" sldId="294"/>
        </pc:sldMkLst>
      </pc:sldChg>
      <pc:sldChg chg="del">
        <pc:chgData name="Zailan Arabee Abdul Salam" userId="5bc04053-34d1-46af-a9d4-ff754460ad4b" providerId="ADAL" clId="{578E46F0-75C0-45D5-8986-085A2B55059D}" dt="2023-11-06T04:56:56.991" v="2" actId="47"/>
        <pc:sldMkLst>
          <pc:docMk/>
          <pc:sldMk cId="393804965" sldId="295"/>
        </pc:sldMkLst>
      </pc:sldChg>
      <pc:sldChg chg="del">
        <pc:chgData name="Zailan Arabee Abdul Salam" userId="5bc04053-34d1-46af-a9d4-ff754460ad4b" providerId="ADAL" clId="{578E46F0-75C0-45D5-8986-085A2B55059D}" dt="2023-11-06T04:56:56.991" v="2" actId="47"/>
        <pc:sldMkLst>
          <pc:docMk/>
          <pc:sldMk cId="4053078876" sldId="296"/>
        </pc:sldMkLst>
      </pc:sldChg>
      <pc:sldChg chg="del">
        <pc:chgData name="Zailan Arabee Abdul Salam" userId="5bc04053-34d1-46af-a9d4-ff754460ad4b" providerId="ADAL" clId="{578E46F0-75C0-45D5-8986-085A2B55059D}" dt="2023-11-06T04:56:56.991" v="2" actId="47"/>
        <pc:sldMkLst>
          <pc:docMk/>
          <pc:sldMk cId="3067589673" sldId="297"/>
        </pc:sldMkLst>
      </pc:sldChg>
      <pc:sldChg chg="del">
        <pc:chgData name="Zailan Arabee Abdul Salam" userId="5bc04053-34d1-46af-a9d4-ff754460ad4b" providerId="ADAL" clId="{578E46F0-75C0-45D5-8986-085A2B55059D}" dt="2023-11-06T04:56:56.991" v="2" actId="47"/>
        <pc:sldMkLst>
          <pc:docMk/>
          <pc:sldMk cId="0" sldId="311"/>
        </pc:sldMkLst>
      </pc:sldChg>
      <pc:sldChg chg="del">
        <pc:chgData name="Zailan Arabee Abdul Salam" userId="5bc04053-34d1-46af-a9d4-ff754460ad4b" providerId="ADAL" clId="{578E46F0-75C0-45D5-8986-085A2B55059D}" dt="2023-11-06T04:56:56.991" v="2" actId="47"/>
        <pc:sldMkLst>
          <pc:docMk/>
          <pc:sldMk cId="0" sldId="312"/>
        </pc:sldMkLst>
      </pc:sldChg>
      <pc:sldChg chg="del">
        <pc:chgData name="Zailan Arabee Abdul Salam" userId="5bc04053-34d1-46af-a9d4-ff754460ad4b" providerId="ADAL" clId="{578E46F0-75C0-45D5-8986-085A2B55059D}" dt="2023-11-06T04:56:56.991" v="2" actId="47"/>
        <pc:sldMkLst>
          <pc:docMk/>
          <pc:sldMk cId="0" sldId="315"/>
        </pc:sldMkLst>
      </pc:sldChg>
      <pc:sldChg chg="modSp add mod">
        <pc:chgData name="Zailan Arabee Abdul Salam" userId="5bc04053-34d1-46af-a9d4-ff754460ad4b" providerId="ADAL" clId="{578E46F0-75C0-45D5-8986-085A2B55059D}" dt="2023-11-06T04:56:38.284" v="1" actId="207"/>
        <pc:sldMkLst>
          <pc:docMk/>
          <pc:sldMk cId="0" sldId="318"/>
        </pc:sldMkLst>
        <pc:spChg chg="mod">
          <ac:chgData name="Zailan Arabee Abdul Salam" userId="5bc04053-34d1-46af-a9d4-ff754460ad4b" providerId="ADAL" clId="{578E46F0-75C0-45D5-8986-085A2B55059D}" dt="2023-11-06T04:56:38.284" v="1" actId="207"/>
          <ac:spMkLst>
            <pc:docMk/>
            <pc:sldMk cId="0" sldId="318"/>
            <ac:spMk id="4" creationId="{8FF8C356-A683-47E8-86BC-3999E6CD5435}"/>
          </ac:spMkLst>
        </pc:spChg>
      </pc:sldChg>
      <pc:sldChg chg="del">
        <pc:chgData name="Zailan Arabee Abdul Salam" userId="5bc04053-34d1-46af-a9d4-ff754460ad4b" providerId="ADAL" clId="{578E46F0-75C0-45D5-8986-085A2B55059D}" dt="2023-11-06T04:56:56.991" v="2" actId="47"/>
        <pc:sldMkLst>
          <pc:docMk/>
          <pc:sldMk cId="2528312682" sldId="323"/>
        </pc:sldMkLst>
      </pc:sldChg>
      <pc:sldChg chg="del">
        <pc:chgData name="Zailan Arabee Abdul Salam" userId="5bc04053-34d1-46af-a9d4-ff754460ad4b" providerId="ADAL" clId="{578E46F0-75C0-45D5-8986-085A2B55059D}" dt="2023-11-06T04:56:56.991" v="2" actId="47"/>
        <pc:sldMkLst>
          <pc:docMk/>
          <pc:sldMk cId="764497266" sldId="332"/>
        </pc:sldMkLst>
      </pc:sldChg>
      <pc:sldChg chg="add">
        <pc:chgData name="Zailan Arabee Abdul Salam" userId="5bc04053-34d1-46af-a9d4-ff754460ad4b" providerId="ADAL" clId="{578E46F0-75C0-45D5-8986-085A2B55059D}" dt="2023-11-06T04:56:33.036" v="0"/>
        <pc:sldMkLst>
          <pc:docMk/>
          <pc:sldMk cId="0" sldId="339"/>
        </pc:sldMkLst>
      </pc:sldChg>
      <pc:sldChg chg="add">
        <pc:chgData name="Zailan Arabee Abdul Salam" userId="5bc04053-34d1-46af-a9d4-ff754460ad4b" providerId="ADAL" clId="{578E46F0-75C0-45D5-8986-085A2B55059D}" dt="2023-11-06T04:56:33.036" v="0"/>
        <pc:sldMkLst>
          <pc:docMk/>
          <pc:sldMk cId="0" sldId="340"/>
        </pc:sldMkLst>
      </pc:sldChg>
      <pc:sldChg chg="add">
        <pc:chgData name="Zailan Arabee Abdul Salam" userId="5bc04053-34d1-46af-a9d4-ff754460ad4b" providerId="ADAL" clId="{578E46F0-75C0-45D5-8986-085A2B55059D}" dt="2023-11-06T04:56:33.036" v="0"/>
        <pc:sldMkLst>
          <pc:docMk/>
          <pc:sldMk cId="0" sldId="341"/>
        </pc:sldMkLst>
      </pc:sldChg>
      <pc:sldChg chg="add">
        <pc:chgData name="Zailan Arabee Abdul Salam" userId="5bc04053-34d1-46af-a9d4-ff754460ad4b" providerId="ADAL" clId="{578E46F0-75C0-45D5-8986-085A2B55059D}" dt="2023-11-06T04:56:33.036" v="0"/>
        <pc:sldMkLst>
          <pc:docMk/>
          <pc:sldMk cId="0" sldId="342"/>
        </pc:sldMkLst>
      </pc:sldChg>
      <pc:sldChg chg="add">
        <pc:chgData name="Zailan Arabee Abdul Salam" userId="5bc04053-34d1-46af-a9d4-ff754460ad4b" providerId="ADAL" clId="{578E46F0-75C0-45D5-8986-085A2B55059D}" dt="2023-11-06T04:56:33.036" v="0"/>
        <pc:sldMkLst>
          <pc:docMk/>
          <pc:sldMk cId="0" sldId="343"/>
        </pc:sldMkLst>
      </pc:sldChg>
      <pc:sldChg chg="add">
        <pc:chgData name="Zailan Arabee Abdul Salam" userId="5bc04053-34d1-46af-a9d4-ff754460ad4b" providerId="ADAL" clId="{578E46F0-75C0-45D5-8986-085A2B55059D}" dt="2023-11-06T04:56:33.036" v="0"/>
        <pc:sldMkLst>
          <pc:docMk/>
          <pc:sldMk cId="0" sldId="344"/>
        </pc:sldMkLst>
      </pc:sldChg>
      <pc:sldChg chg="add">
        <pc:chgData name="Zailan Arabee Abdul Salam" userId="5bc04053-34d1-46af-a9d4-ff754460ad4b" providerId="ADAL" clId="{578E46F0-75C0-45D5-8986-085A2B55059D}" dt="2023-11-06T04:56:33.036" v="0"/>
        <pc:sldMkLst>
          <pc:docMk/>
          <pc:sldMk cId="0" sldId="345"/>
        </pc:sldMkLst>
      </pc:sldChg>
      <pc:sldChg chg="add">
        <pc:chgData name="Zailan Arabee Abdul Salam" userId="5bc04053-34d1-46af-a9d4-ff754460ad4b" providerId="ADAL" clId="{578E46F0-75C0-45D5-8986-085A2B55059D}" dt="2023-11-06T04:56:33.036" v="0"/>
        <pc:sldMkLst>
          <pc:docMk/>
          <pc:sldMk cId="0" sldId="346"/>
        </pc:sldMkLst>
      </pc:sldChg>
      <pc:sldChg chg="add">
        <pc:chgData name="Zailan Arabee Abdul Salam" userId="5bc04053-34d1-46af-a9d4-ff754460ad4b" providerId="ADAL" clId="{578E46F0-75C0-45D5-8986-085A2B55059D}" dt="2023-11-06T04:56:33.036" v="0"/>
        <pc:sldMkLst>
          <pc:docMk/>
          <pc:sldMk cId="0" sldId="347"/>
        </pc:sldMkLst>
      </pc:sldChg>
      <pc:sldChg chg="del">
        <pc:chgData name="Zailan Arabee Abdul Salam" userId="5bc04053-34d1-46af-a9d4-ff754460ad4b" providerId="ADAL" clId="{578E46F0-75C0-45D5-8986-085A2B55059D}" dt="2023-11-06T04:56:56.991" v="2" actId="47"/>
        <pc:sldMkLst>
          <pc:docMk/>
          <pc:sldMk cId="2763272302" sldId="348"/>
        </pc:sldMkLst>
      </pc:sldChg>
      <pc:sldChg chg="add">
        <pc:chgData name="Zailan Arabee Abdul Salam" userId="5bc04053-34d1-46af-a9d4-ff754460ad4b" providerId="ADAL" clId="{578E46F0-75C0-45D5-8986-085A2B55059D}" dt="2023-11-06T04:56:33.036" v="0"/>
        <pc:sldMkLst>
          <pc:docMk/>
          <pc:sldMk cId="0" sldId="349"/>
        </pc:sldMkLst>
      </pc:sldChg>
      <pc:sldChg chg="add">
        <pc:chgData name="Zailan Arabee Abdul Salam" userId="5bc04053-34d1-46af-a9d4-ff754460ad4b" providerId="ADAL" clId="{578E46F0-75C0-45D5-8986-085A2B55059D}" dt="2023-11-06T04:56:33.036" v="0"/>
        <pc:sldMkLst>
          <pc:docMk/>
          <pc:sldMk cId="0" sldId="350"/>
        </pc:sldMkLst>
      </pc:sldChg>
      <pc:sldChg chg="add">
        <pc:chgData name="Zailan Arabee Abdul Salam" userId="5bc04053-34d1-46af-a9d4-ff754460ad4b" providerId="ADAL" clId="{578E46F0-75C0-45D5-8986-085A2B55059D}" dt="2023-11-06T04:56:33.036" v="0"/>
        <pc:sldMkLst>
          <pc:docMk/>
          <pc:sldMk cId="0" sldId="351"/>
        </pc:sldMkLst>
      </pc:sldChg>
      <pc:sldChg chg="add">
        <pc:chgData name="Zailan Arabee Abdul Salam" userId="5bc04053-34d1-46af-a9d4-ff754460ad4b" providerId="ADAL" clId="{578E46F0-75C0-45D5-8986-085A2B55059D}" dt="2023-11-06T04:56:33.036" v="0"/>
        <pc:sldMkLst>
          <pc:docMk/>
          <pc:sldMk cId="0" sldId="352"/>
        </pc:sldMkLst>
      </pc:sldChg>
      <pc:sldChg chg="add">
        <pc:chgData name="Zailan Arabee Abdul Salam" userId="5bc04053-34d1-46af-a9d4-ff754460ad4b" providerId="ADAL" clId="{578E46F0-75C0-45D5-8986-085A2B55059D}" dt="2023-11-06T04:56:33.036" v="0"/>
        <pc:sldMkLst>
          <pc:docMk/>
          <pc:sldMk cId="0" sldId="353"/>
        </pc:sldMkLst>
      </pc:sldChg>
      <pc:sldChg chg="add">
        <pc:chgData name="Zailan Arabee Abdul Salam" userId="5bc04053-34d1-46af-a9d4-ff754460ad4b" providerId="ADAL" clId="{578E46F0-75C0-45D5-8986-085A2B55059D}" dt="2023-11-06T04:56:33.036" v="0"/>
        <pc:sldMkLst>
          <pc:docMk/>
          <pc:sldMk cId="0" sldId="354"/>
        </pc:sldMkLst>
      </pc:sldChg>
      <pc:sldChg chg="add">
        <pc:chgData name="Zailan Arabee Abdul Salam" userId="5bc04053-34d1-46af-a9d4-ff754460ad4b" providerId="ADAL" clId="{578E46F0-75C0-45D5-8986-085A2B55059D}" dt="2023-11-06T04:56:33.036" v="0"/>
        <pc:sldMkLst>
          <pc:docMk/>
          <pc:sldMk cId="0" sldId="355"/>
        </pc:sldMkLst>
      </pc:sldChg>
      <pc:sldChg chg="add">
        <pc:chgData name="Zailan Arabee Abdul Salam" userId="5bc04053-34d1-46af-a9d4-ff754460ad4b" providerId="ADAL" clId="{578E46F0-75C0-45D5-8986-085A2B55059D}" dt="2023-11-06T04:56:33.036" v="0"/>
        <pc:sldMkLst>
          <pc:docMk/>
          <pc:sldMk cId="0" sldId="356"/>
        </pc:sldMkLst>
      </pc:sldChg>
      <pc:sldChg chg="add">
        <pc:chgData name="Zailan Arabee Abdul Salam" userId="5bc04053-34d1-46af-a9d4-ff754460ad4b" providerId="ADAL" clId="{578E46F0-75C0-45D5-8986-085A2B55059D}" dt="2023-11-06T04:56:33.036" v="0"/>
        <pc:sldMkLst>
          <pc:docMk/>
          <pc:sldMk cId="0" sldId="357"/>
        </pc:sldMkLst>
      </pc:sldChg>
      <pc:sldChg chg="add">
        <pc:chgData name="Zailan Arabee Abdul Salam" userId="5bc04053-34d1-46af-a9d4-ff754460ad4b" providerId="ADAL" clId="{578E46F0-75C0-45D5-8986-085A2B55059D}" dt="2023-11-06T04:56:33.036" v="0"/>
        <pc:sldMkLst>
          <pc:docMk/>
          <pc:sldMk cId="0" sldId="358"/>
        </pc:sldMkLst>
      </pc:sldChg>
      <pc:sldChg chg="add">
        <pc:chgData name="Zailan Arabee Abdul Salam" userId="5bc04053-34d1-46af-a9d4-ff754460ad4b" providerId="ADAL" clId="{578E46F0-75C0-45D5-8986-085A2B55059D}" dt="2023-11-06T04:56:33.036" v="0"/>
        <pc:sldMkLst>
          <pc:docMk/>
          <pc:sldMk cId="0" sldId="359"/>
        </pc:sldMkLst>
      </pc:sldChg>
      <pc:sldChg chg="add">
        <pc:chgData name="Zailan Arabee Abdul Salam" userId="5bc04053-34d1-46af-a9d4-ff754460ad4b" providerId="ADAL" clId="{578E46F0-75C0-45D5-8986-085A2B55059D}" dt="2023-11-06T04:56:33.036" v="0"/>
        <pc:sldMkLst>
          <pc:docMk/>
          <pc:sldMk cId="0" sldId="360"/>
        </pc:sldMkLst>
      </pc:sldChg>
      <pc:sldChg chg="add">
        <pc:chgData name="Zailan Arabee Abdul Salam" userId="5bc04053-34d1-46af-a9d4-ff754460ad4b" providerId="ADAL" clId="{578E46F0-75C0-45D5-8986-085A2B55059D}" dt="2023-11-06T04:56:33.036" v="0"/>
        <pc:sldMkLst>
          <pc:docMk/>
          <pc:sldMk cId="0" sldId="361"/>
        </pc:sldMkLst>
      </pc:sldChg>
      <pc:sldChg chg="add">
        <pc:chgData name="Zailan Arabee Abdul Salam" userId="5bc04053-34d1-46af-a9d4-ff754460ad4b" providerId="ADAL" clId="{578E46F0-75C0-45D5-8986-085A2B55059D}" dt="2023-11-06T04:56:33.036" v="0"/>
        <pc:sldMkLst>
          <pc:docMk/>
          <pc:sldMk cId="0" sldId="362"/>
        </pc:sldMkLst>
      </pc:sldChg>
      <pc:sldChg chg="add">
        <pc:chgData name="Zailan Arabee Abdul Salam" userId="5bc04053-34d1-46af-a9d4-ff754460ad4b" providerId="ADAL" clId="{578E46F0-75C0-45D5-8986-085A2B55059D}" dt="2023-11-06T04:56:33.036" v="0"/>
        <pc:sldMkLst>
          <pc:docMk/>
          <pc:sldMk cId="0" sldId="363"/>
        </pc:sldMkLst>
      </pc:sldChg>
      <pc:sldChg chg="add">
        <pc:chgData name="Zailan Arabee Abdul Salam" userId="5bc04053-34d1-46af-a9d4-ff754460ad4b" providerId="ADAL" clId="{578E46F0-75C0-45D5-8986-085A2B55059D}" dt="2023-11-06T04:56:33.036" v="0"/>
        <pc:sldMkLst>
          <pc:docMk/>
          <pc:sldMk cId="0" sldId="375"/>
        </pc:sldMkLst>
      </pc:sldChg>
      <pc:sldChg chg="add">
        <pc:chgData name="Zailan Arabee Abdul Salam" userId="5bc04053-34d1-46af-a9d4-ff754460ad4b" providerId="ADAL" clId="{578E46F0-75C0-45D5-8986-085A2B55059D}" dt="2023-11-06T04:56:33.036" v="0"/>
        <pc:sldMkLst>
          <pc:docMk/>
          <pc:sldMk cId="0" sldId="376"/>
        </pc:sldMkLst>
      </pc:sldChg>
      <pc:sldChg chg="add">
        <pc:chgData name="Zailan Arabee Abdul Salam" userId="5bc04053-34d1-46af-a9d4-ff754460ad4b" providerId="ADAL" clId="{578E46F0-75C0-45D5-8986-085A2B55059D}" dt="2023-11-06T04:56:33.036" v="0"/>
        <pc:sldMkLst>
          <pc:docMk/>
          <pc:sldMk cId="0" sldId="377"/>
        </pc:sldMkLst>
      </pc:sldChg>
      <pc:sldChg chg="add">
        <pc:chgData name="Zailan Arabee Abdul Salam" userId="5bc04053-34d1-46af-a9d4-ff754460ad4b" providerId="ADAL" clId="{578E46F0-75C0-45D5-8986-085A2B55059D}" dt="2023-11-06T04:56:33.036" v="0"/>
        <pc:sldMkLst>
          <pc:docMk/>
          <pc:sldMk cId="0" sldId="378"/>
        </pc:sldMkLst>
      </pc:sldChg>
      <pc:sldChg chg="add">
        <pc:chgData name="Zailan Arabee Abdul Salam" userId="5bc04053-34d1-46af-a9d4-ff754460ad4b" providerId="ADAL" clId="{578E46F0-75C0-45D5-8986-085A2B55059D}" dt="2023-11-06T04:56:33.036" v="0"/>
        <pc:sldMkLst>
          <pc:docMk/>
          <pc:sldMk cId="0" sldId="379"/>
        </pc:sldMkLst>
      </pc:sldChg>
      <pc:sldChg chg="add">
        <pc:chgData name="Zailan Arabee Abdul Salam" userId="5bc04053-34d1-46af-a9d4-ff754460ad4b" providerId="ADAL" clId="{578E46F0-75C0-45D5-8986-085A2B55059D}" dt="2023-11-06T04:56:33.036" v="0"/>
        <pc:sldMkLst>
          <pc:docMk/>
          <pc:sldMk cId="0" sldId="380"/>
        </pc:sldMkLst>
      </pc:sldChg>
      <pc:sldChg chg="add">
        <pc:chgData name="Zailan Arabee Abdul Salam" userId="5bc04053-34d1-46af-a9d4-ff754460ad4b" providerId="ADAL" clId="{578E46F0-75C0-45D5-8986-085A2B55059D}" dt="2023-11-06T04:56:33.036" v="0"/>
        <pc:sldMkLst>
          <pc:docMk/>
          <pc:sldMk cId="0" sldId="381"/>
        </pc:sldMkLst>
      </pc:sldChg>
      <pc:sldChg chg="add">
        <pc:chgData name="Zailan Arabee Abdul Salam" userId="5bc04053-34d1-46af-a9d4-ff754460ad4b" providerId="ADAL" clId="{578E46F0-75C0-45D5-8986-085A2B55059D}" dt="2023-11-06T04:56:33.036" v="0"/>
        <pc:sldMkLst>
          <pc:docMk/>
          <pc:sldMk cId="0" sldId="382"/>
        </pc:sldMkLst>
      </pc:sldChg>
      <pc:sldChg chg="add">
        <pc:chgData name="Zailan Arabee Abdul Salam" userId="5bc04053-34d1-46af-a9d4-ff754460ad4b" providerId="ADAL" clId="{578E46F0-75C0-45D5-8986-085A2B55059D}" dt="2023-11-06T04:56:33.036" v="0"/>
        <pc:sldMkLst>
          <pc:docMk/>
          <pc:sldMk cId="0" sldId="383"/>
        </pc:sldMkLst>
      </pc:sldChg>
      <pc:sldChg chg="add">
        <pc:chgData name="Zailan Arabee Abdul Salam" userId="5bc04053-34d1-46af-a9d4-ff754460ad4b" providerId="ADAL" clId="{578E46F0-75C0-45D5-8986-085A2B55059D}" dt="2023-11-06T04:56:33.036" v="0"/>
        <pc:sldMkLst>
          <pc:docMk/>
          <pc:sldMk cId="0" sldId="384"/>
        </pc:sldMkLst>
      </pc:sldChg>
      <pc:sldChg chg="add">
        <pc:chgData name="Zailan Arabee Abdul Salam" userId="5bc04053-34d1-46af-a9d4-ff754460ad4b" providerId="ADAL" clId="{578E46F0-75C0-45D5-8986-085A2B55059D}" dt="2023-11-06T04:56:33.036" v="0"/>
        <pc:sldMkLst>
          <pc:docMk/>
          <pc:sldMk cId="0" sldId="385"/>
        </pc:sldMkLst>
      </pc:sldChg>
      <pc:sldChg chg="add">
        <pc:chgData name="Zailan Arabee Abdul Salam" userId="5bc04053-34d1-46af-a9d4-ff754460ad4b" providerId="ADAL" clId="{578E46F0-75C0-45D5-8986-085A2B55059D}" dt="2023-11-06T04:56:33.036" v="0"/>
        <pc:sldMkLst>
          <pc:docMk/>
          <pc:sldMk cId="1271502733" sldId="386"/>
        </pc:sldMkLst>
      </pc:sldChg>
      <pc:sldChg chg="add">
        <pc:chgData name="Zailan Arabee Abdul Salam" userId="5bc04053-34d1-46af-a9d4-ff754460ad4b" providerId="ADAL" clId="{578E46F0-75C0-45D5-8986-085A2B55059D}" dt="2023-11-06T04:56:33.036" v="0"/>
        <pc:sldMkLst>
          <pc:docMk/>
          <pc:sldMk cId="0" sldId="398"/>
        </pc:sldMkLst>
      </pc:sldChg>
      <pc:sldChg chg="add">
        <pc:chgData name="Zailan Arabee Abdul Salam" userId="5bc04053-34d1-46af-a9d4-ff754460ad4b" providerId="ADAL" clId="{578E46F0-75C0-45D5-8986-085A2B55059D}" dt="2023-11-06T04:56:33.036" v="0"/>
        <pc:sldMkLst>
          <pc:docMk/>
          <pc:sldMk cId="3407058372" sldId="440"/>
        </pc:sldMkLst>
      </pc:sldChg>
      <pc:sldChg chg="add">
        <pc:chgData name="Zailan Arabee Abdul Salam" userId="5bc04053-34d1-46af-a9d4-ff754460ad4b" providerId="ADAL" clId="{578E46F0-75C0-45D5-8986-085A2B55059D}" dt="2023-11-06T04:56:33.036" v="0"/>
        <pc:sldMkLst>
          <pc:docMk/>
          <pc:sldMk cId="2901829749" sldId="441"/>
        </pc:sldMkLst>
      </pc:sldChg>
      <pc:sldChg chg="add">
        <pc:chgData name="Zailan Arabee Abdul Salam" userId="5bc04053-34d1-46af-a9d4-ff754460ad4b" providerId="ADAL" clId="{578E46F0-75C0-45D5-8986-085A2B55059D}" dt="2023-11-06T04:56:33.036" v="0"/>
        <pc:sldMkLst>
          <pc:docMk/>
          <pc:sldMk cId="1435443996" sldId="442"/>
        </pc:sldMkLst>
      </pc:sldChg>
      <pc:sldChg chg="add">
        <pc:chgData name="Zailan Arabee Abdul Salam" userId="5bc04053-34d1-46af-a9d4-ff754460ad4b" providerId="ADAL" clId="{578E46F0-75C0-45D5-8986-085A2B55059D}" dt="2023-11-06T04:56:33.036" v="0"/>
        <pc:sldMkLst>
          <pc:docMk/>
          <pc:sldMk cId="3854030896" sldId="443"/>
        </pc:sldMkLst>
      </pc:sldChg>
      <pc:sldChg chg="del">
        <pc:chgData name="Zailan Arabee Abdul Salam" userId="5bc04053-34d1-46af-a9d4-ff754460ad4b" providerId="ADAL" clId="{578E46F0-75C0-45D5-8986-085A2B55059D}" dt="2023-11-06T04:56:56.991" v="2" actId="47"/>
        <pc:sldMkLst>
          <pc:docMk/>
          <pc:sldMk cId="3231145266" sldId="492"/>
        </pc:sldMkLst>
      </pc:sldChg>
      <pc:sldChg chg="del">
        <pc:chgData name="Zailan Arabee Abdul Salam" userId="5bc04053-34d1-46af-a9d4-ff754460ad4b" providerId="ADAL" clId="{578E46F0-75C0-45D5-8986-085A2B55059D}" dt="2023-11-06T04:56:56.991" v="2" actId="47"/>
        <pc:sldMkLst>
          <pc:docMk/>
          <pc:sldMk cId="3142129247" sldId="493"/>
        </pc:sldMkLst>
      </pc:sldChg>
      <pc:sldChg chg="del">
        <pc:chgData name="Zailan Arabee Abdul Salam" userId="5bc04053-34d1-46af-a9d4-ff754460ad4b" providerId="ADAL" clId="{578E46F0-75C0-45D5-8986-085A2B55059D}" dt="2023-11-06T04:56:56.991" v="2" actId="47"/>
        <pc:sldMkLst>
          <pc:docMk/>
          <pc:sldMk cId="1780427012" sldId="494"/>
        </pc:sldMkLst>
      </pc:sldChg>
      <pc:sldChg chg="del">
        <pc:chgData name="Zailan Arabee Abdul Salam" userId="5bc04053-34d1-46af-a9d4-ff754460ad4b" providerId="ADAL" clId="{578E46F0-75C0-45D5-8986-085A2B55059D}" dt="2023-11-06T04:56:56.991" v="2" actId="47"/>
        <pc:sldMkLst>
          <pc:docMk/>
          <pc:sldMk cId="3959013417" sldId="495"/>
        </pc:sldMkLst>
      </pc:sldChg>
      <pc:sldChg chg="del">
        <pc:chgData name="Zailan Arabee Abdul Salam" userId="5bc04053-34d1-46af-a9d4-ff754460ad4b" providerId="ADAL" clId="{578E46F0-75C0-45D5-8986-085A2B55059D}" dt="2023-11-06T04:56:56.991" v="2" actId="47"/>
        <pc:sldMkLst>
          <pc:docMk/>
          <pc:sldMk cId="2071056352" sldId="496"/>
        </pc:sldMkLst>
      </pc:sldChg>
      <pc:sldChg chg="del">
        <pc:chgData name="Zailan Arabee Abdul Salam" userId="5bc04053-34d1-46af-a9d4-ff754460ad4b" providerId="ADAL" clId="{578E46F0-75C0-45D5-8986-085A2B55059D}" dt="2023-11-06T04:56:56.991" v="2" actId="47"/>
        <pc:sldMkLst>
          <pc:docMk/>
          <pc:sldMk cId="1399879192" sldId="497"/>
        </pc:sldMkLst>
      </pc:sldChg>
      <pc:sldChg chg="del">
        <pc:chgData name="Zailan Arabee Abdul Salam" userId="5bc04053-34d1-46af-a9d4-ff754460ad4b" providerId="ADAL" clId="{578E46F0-75C0-45D5-8986-085A2B55059D}" dt="2023-11-06T04:56:56.991" v="2" actId="47"/>
        <pc:sldMkLst>
          <pc:docMk/>
          <pc:sldMk cId="2660146254" sldId="531"/>
        </pc:sldMkLst>
      </pc:sldChg>
      <pc:sldChg chg="del">
        <pc:chgData name="Zailan Arabee Abdul Salam" userId="5bc04053-34d1-46af-a9d4-ff754460ad4b" providerId="ADAL" clId="{578E46F0-75C0-45D5-8986-085A2B55059D}" dt="2023-11-06T04:56:56.991" v="2" actId="47"/>
        <pc:sldMkLst>
          <pc:docMk/>
          <pc:sldMk cId="1056397220" sldId="532"/>
        </pc:sldMkLst>
      </pc:sldChg>
      <pc:sldChg chg="del">
        <pc:chgData name="Zailan Arabee Abdul Salam" userId="5bc04053-34d1-46af-a9d4-ff754460ad4b" providerId="ADAL" clId="{578E46F0-75C0-45D5-8986-085A2B55059D}" dt="2023-11-06T04:56:56.991" v="2" actId="47"/>
        <pc:sldMkLst>
          <pc:docMk/>
          <pc:sldMk cId="2738791202" sldId="533"/>
        </pc:sldMkLst>
      </pc:sldChg>
      <pc:sldChg chg="del">
        <pc:chgData name="Zailan Arabee Abdul Salam" userId="5bc04053-34d1-46af-a9d4-ff754460ad4b" providerId="ADAL" clId="{578E46F0-75C0-45D5-8986-085A2B55059D}" dt="2023-11-06T04:56:56.991" v="2" actId="47"/>
        <pc:sldMkLst>
          <pc:docMk/>
          <pc:sldMk cId="3145607291" sldId="534"/>
        </pc:sldMkLst>
      </pc:sldChg>
      <pc:sldChg chg="del">
        <pc:chgData name="Zailan Arabee Abdul Salam" userId="5bc04053-34d1-46af-a9d4-ff754460ad4b" providerId="ADAL" clId="{578E46F0-75C0-45D5-8986-085A2B55059D}" dt="2023-11-06T04:56:56.991" v="2" actId="47"/>
        <pc:sldMkLst>
          <pc:docMk/>
          <pc:sldMk cId="0" sldId="569"/>
        </pc:sldMkLst>
      </pc:sldChg>
      <pc:sldChg chg="del">
        <pc:chgData name="Zailan Arabee Abdul Salam" userId="5bc04053-34d1-46af-a9d4-ff754460ad4b" providerId="ADAL" clId="{578E46F0-75C0-45D5-8986-085A2B55059D}" dt="2023-11-06T04:56:56.991" v="2" actId="47"/>
        <pc:sldMkLst>
          <pc:docMk/>
          <pc:sldMk cId="0" sldId="577"/>
        </pc:sldMkLst>
      </pc:sldChg>
      <pc:sldChg chg="del">
        <pc:chgData name="Zailan Arabee Abdul Salam" userId="5bc04053-34d1-46af-a9d4-ff754460ad4b" providerId="ADAL" clId="{578E46F0-75C0-45D5-8986-085A2B55059D}" dt="2023-11-06T04:56:56.991" v="2" actId="47"/>
        <pc:sldMkLst>
          <pc:docMk/>
          <pc:sldMk cId="0" sldId="578"/>
        </pc:sldMkLst>
      </pc:sldChg>
      <pc:sldChg chg="del">
        <pc:chgData name="Zailan Arabee Abdul Salam" userId="5bc04053-34d1-46af-a9d4-ff754460ad4b" providerId="ADAL" clId="{578E46F0-75C0-45D5-8986-085A2B55059D}" dt="2023-11-06T04:56:56.991" v="2" actId="47"/>
        <pc:sldMkLst>
          <pc:docMk/>
          <pc:sldMk cId="0" sldId="579"/>
        </pc:sldMkLst>
      </pc:sldChg>
      <pc:sldChg chg="del">
        <pc:chgData name="Zailan Arabee Abdul Salam" userId="5bc04053-34d1-46af-a9d4-ff754460ad4b" providerId="ADAL" clId="{578E46F0-75C0-45D5-8986-085A2B55059D}" dt="2023-11-06T04:56:56.991" v="2" actId="47"/>
        <pc:sldMkLst>
          <pc:docMk/>
          <pc:sldMk cId="0" sldId="580"/>
        </pc:sldMkLst>
      </pc:sldChg>
      <pc:sldChg chg="del">
        <pc:chgData name="Zailan Arabee Abdul Salam" userId="5bc04053-34d1-46af-a9d4-ff754460ad4b" providerId="ADAL" clId="{578E46F0-75C0-45D5-8986-085A2B55059D}" dt="2023-11-06T04:56:56.991" v="2" actId="47"/>
        <pc:sldMkLst>
          <pc:docMk/>
          <pc:sldMk cId="1257055625" sldId="1200"/>
        </pc:sldMkLst>
      </pc:sldChg>
      <pc:sldChg chg="del">
        <pc:chgData name="Zailan Arabee Abdul Salam" userId="5bc04053-34d1-46af-a9d4-ff754460ad4b" providerId="ADAL" clId="{578E46F0-75C0-45D5-8986-085A2B55059D}" dt="2023-11-06T04:56:56.991" v="2" actId="47"/>
        <pc:sldMkLst>
          <pc:docMk/>
          <pc:sldMk cId="1620312096" sldId="1201"/>
        </pc:sldMkLst>
      </pc:sldChg>
      <pc:sldChg chg="del">
        <pc:chgData name="Zailan Arabee Abdul Salam" userId="5bc04053-34d1-46af-a9d4-ff754460ad4b" providerId="ADAL" clId="{578E46F0-75C0-45D5-8986-085A2B55059D}" dt="2023-11-06T04:56:56.991" v="2" actId="47"/>
        <pc:sldMkLst>
          <pc:docMk/>
          <pc:sldMk cId="942685393" sldId="1202"/>
        </pc:sldMkLst>
      </pc:sldChg>
      <pc:sldChg chg="del">
        <pc:chgData name="Zailan Arabee Abdul Salam" userId="5bc04053-34d1-46af-a9d4-ff754460ad4b" providerId="ADAL" clId="{578E46F0-75C0-45D5-8986-085A2B55059D}" dt="2023-11-06T04:56:56.991" v="2" actId="47"/>
        <pc:sldMkLst>
          <pc:docMk/>
          <pc:sldMk cId="88058532" sldId="1211"/>
        </pc:sldMkLst>
      </pc:sldChg>
      <pc:sldChg chg="del">
        <pc:chgData name="Zailan Arabee Abdul Salam" userId="5bc04053-34d1-46af-a9d4-ff754460ad4b" providerId="ADAL" clId="{578E46F0-75C0-45D5-8986-085A2B55059D}" dt="2023-11-06T04:56:56.991" v="2" actId="47"/>
        <pc:sldMkLst>
          <pc:docMk/>
          <pc:sldMk cId="2240314709" sldId="1212"/>
        </pc:sldMkLst>
      </pc:sldChg>
      <pc:sldChg chg="del">
        <pc:chgData name="Zailan Arabee Abdul Salam" userId="5bc04053-34d1-46af-a9d4-ff754460ad4b" providerId="ADAL" clId="{578E46F0-75C0-45D5-8986-085A2B55059D}" dt="2023-11-06T04:56:56.991" v="2" actId="47"/>
        <pc:sldMkLst>
          <pc:docMk/>
          <pc:sldMk cId="4226352155" sldId="1213"/>
        </pc:sldMkLst>
      </pc:sldChg>
      <pc:sldChg chg="del">
        <pc:chgData name="Zailan Arabee Abdul Salam" userId="5bc04053-34d1-46af-a9d4-ff754460ad4b" providerId="ADAL" clId="{578E46F0-75C0-45D5-8986-085A2B55059D}" dt="2023-11-06T04:56:56.991" v="2" actId="47"/>
        <pc:sldMkLst>
          <pc:docMk/>
          <pc:sldMk cId="451448939" sldId="1214"/>
        </pc:sldMkLst>
      </pc:sldChg>
      <pc:sldChg chg="del">
        <pc:chgData name="Zailan Arabee Abdul Salam" userId="5bc04053-34d1-46af-a9d4-ff754460ad4b" providerId="ADAL" clId="{578E46F0-75C0-45D5-8986-085A2B55059D}" dt="2023-11-06T04:56:56.991" v="2" actId="47"/>
        <pc:sldMkLst>
          <pc:docMk/>
          <pc:sldMk cId="157944733" sldId="1215"/>
        </pc:sldMkLst>
      </pc:sldChg>
      <pc:sldChg chg="del">
        <pc:chgData name="Zailan Arabee Abdul Salam" userId="5bc04053-34d1-46af-a9d4-ff754460ad4b" providerId="ADAL" clId="{578E46F0-75C0-45D5-8986-085A2B55059D}" dt="2023-11-06T04:56:56.991" v="2" actId="47"/>
        <pc:sldMkLst>
          <pc:docMk/>
          <pc:sldMk cId="1339351395" sldId="1216"/>
        </pc:sldMkLst>
      </pc:sldChg>
      <pc:sldChg chg="del">
        <pc:chgData name="Zailan Arabee Abdul Salam" userId="5bc04053-34d1-46af-a9d4-ff754460ad4b" providerId="ADAL" clId="{578E46F0-75C0-45D5-8986-085A2B55059D}" dt="2023-11-06T04:56:56.991" v="2" actId="47"/>
        <pc:sldMkLst>
          <pc:docMk/>
          <pc:sldMk cId="1222543335" sldId="1217"/>
        </pc:sldMkLst>
      </pc:sldChg>
      <pc:sldChg chg="del">
        <pc:chgData name="Zailan Arabee Abdul Salam" userId="5bc04053-34d1-46af-a9d4-ff754460ad4b" providerId="ADAL" clId="{578E46F0-75C0-45D5-8986-085A2B55059D}" dt="2023-11-06T04:56:56.991" v="2" actId="47"/>
        <pc:sldMkLst>
          <pc:docMk/>
          <pc:sldMk cId="2574055479" sldId="1219"/>
        </pc:sldMkLst>
      </pc:sldChg>
      <pc:sldChg chg="del">
        <pc:chgData name="Zailan Arabee Abdul Salam" userId="5bc04053-34d1-46af-a9d4-ff754460ad4b" providerId="ADAL" clId="{578E46F0-75C0-45D5-8986-085A2B55059D}" dt="2023-11-06T04:56:56.991" v="2" actId="47"/>
        <pc:sldMkLst>
          <pc:docMk/>
          <pc:sldMk cId="2543552459" sldId="1220"/>
        </pc:sldMkLst>
      </pc:sldChg>
      <pc:sldChg chg="del">
        <pc:chgData name="Zailan Arabee Abdul Salam" userId="5bc04053-34d1-46af-a9d4-ff754460ad4b" providerId="ADAL" clId="{578E46F0-75C0-45D5-8986-085A2B55059D}" dt="2023-11-06T04:56:56.991" v="2" actId="47"/>
        <pc:sldMkLst>
          <pc:docMk/>
          <pc:sldMk cId="158344780" sldId="1221"/>
        </pc:sldMkLst>
      </pc:sldChg>
      <pc:sldChg chg="del">
        <pc:chgData name="Zailan Arabee Abdul Salam" userId="5bc04053-34d1-46af-a9d4-ff754460ad4b" providerId="ADAL" clId="{578E46F0-75C0-45D5-8986-085A2B55059D}" dt="2023-11-06T04:56:56.991" v="2" actId="47"/>
        <pc:sldMkLst>
          <pc:docMk/>
          <pc:sldMk cId="3293834506" sldId="1222"/>
        </pc:sldMkLst>
      </pc:sldChg>
      <pc:sldChg chg="del">
        <pc:chgData name="Zailan Arabee Abdul Salam" userId="5bc04053-34d1-46af-a9d4-ff754460ad4b" providerId="ADAL" clId="{578E46F0-75C0-45D5-8986-085A2B55059D}" dt="2023-11-06T04:56:56.991" v="2" actId="47"/>
        <pc:sldMkLst>
          <pc:docMk/>
          <pc:sldMk cId="1777901036" sldId="1223"/>
        </pc:sldMkLst>
      </pc:sldChg>
      <pc:sldChg chg="del">
        <pc:chgData name="Zailan Arabee Abdul Salam" userId="5bc04053-34d1-46af-a9d4-ff754460ad4b" providerId="ADAL" clId="{578E46F0-75C0-45D5-8986-085A2B55059D}" dt="2023-11-06T04:56:56.991" v="2" actId="47"/>
        <pc:sldMkLst>
          <pc:docMk/>
          <pc:sldMk cId="764643366" sldId="1224"/>
        </pc:sldMkLst>
      </pc:sldChg>
      <pc:sldChg chg="del">
        <pc:chgData name="Zailan Arabee Abdul Salam" userId="5bc04053-34d1-46af-a9d4-ff754460ad4b" providerId="ADAL" clId="{578E46F0-75C0-45D5-8986-085A2B55059D}" dt="2023-11-06T04:56:56.991" v="2" actId="47"/>
        <pc:sldMkLst>
          <pc:docMk/>
          <pc:sldMk cId="2367724023" sldId="1225"/>
        </pc:sldMkLst>
      </pc:sldChg>
      <pc:sldChg chg="del">
        <pc:chgData name="Zailan Arabee Abdul Salam" userId="5bc04053-34d1-46af-a9d4-ff754460ad4b" providerId="ADAL" clId="{578E46F0-75C0-45D5-8986-085A2B55059D}" dt="2023-11-06T04:56:56.991" v="2" actId="47"/>
        <pc:sldMkLst>
          <pc:docMk/>
          <pc:sldMk cId="936123331" sldId="1226"/>
        </pc:sldMkLst>
      </pc:sldChg>
      <pc:sldChg chg="del">
        <pc:chgData name="Zailan Arabee Abdul Salam" userId="5bc04053-34d1-46af-a9d4-ff754460ad4b" providerId="ADAL" clId="{578E46F0-75C0-45D5-8986-085A2B55059D}" dt="2023-11-06T04:56:56.991" v="2" actId="47"/>
        <pc:sldMkLst>
          <pc:docMk/>
          <pc:sldMk cId="1600039276" sldId="1227"/>
        </pc:sldMkLst>
      </pc:sldChg>
      <pc:sldChg chg="del">
        <pc:chgData name="Zailan Arabee Abdul Salam" userId="5bc04053-34d1-46af-a9d4-ff754460ad4b" providerId="ADAL" clId="{578E46F0-75C0-45D5-8986-085A2B55059D}" dt="2023-11-06T04:56:56.991" v="2" actId="47"/>
        <pc:sldMkLst>
          <pc:docMk/>
          <pc:sldMk cId="4158129888" sldId="1229"/>
        </pc:sldMkLst>
      </pc:sldChg>
      <pc:sldChg chg="del">
        <pc:chgData name="Zailan Arabee Abdul Salam" userId="5bc04053-34d1-46af-a9d4-ff754460ad4b" providerId="ADAL" clId="{578E46F0-75C0-45D5-8986-085A2B55059D}" dt="2023-11-06T04:56:56.991" v="2" actId="47"/>
        <pc:sldMkLst>
          <pc:docMk/>
          <pc:sldMk cId="1283043137" sldId="1230"/>
        </pc:sldMkLst>
      </pc:sldChg>
      <pc:sldChg chg="del">
        <pc:chgData name="Zailan Arabee Abdul Salam" userId="5bc04053-34d1-46af-a9d4-ff754460ad4b" providerId="ADAL" clId="{578E46F0-75C0-45D5-8986-085A2B55059D}" dt="2023-11-06T04:56:56.991" v="2" actId="47"/>
        <pc:sldMkLst>
          <pc:docMk/>
          <pc:sldMk cId="3745391551" sldId="1231"/>
        </pc:sldMkLst>
      </pc:sldChg>
      <pc:sldChg chg="del">
        <pc:chgData name="Zailan Arabee Abdul Salam" userId="5bc04053-34d1-46af-a9d4-ff754460ad4b" providerId="ADAL" clId="{578E46F0-75C0-45D5-8986-085A2B55059D}" dt="2023-11-06T04:56:56.991" v="2" actId="47"/>
        <pc:sldMkLst>
          <pc:docMk/>
          <pc:sldMk cId="536754208" sldId="1232"/>
        </pc:sldMkLst>
      </pc:sldChg>
      <pc:sldChg chg="del">
        <pc:chgData name="Zailan Arabee Abdul Salam" userId="5bc04053-34d1-46af-a9d4-ff754460ad4b" providerId="ADAL" clId="{578E46F0-75C0-45D5-8986-085A2B55059D}" dt="2023-11-06T04:56:56.991" v="2" actId="47"/>
        <pc:sldMkLst>
          <pc:docMk/>
          <pc:sldMk cId="2081593252" sldId="1234"/>
        </pc:sldMkLst>
      </pc:sldChg>
      <pc:sldChg chg="del">
        <pc:chgData name="Zailan Arabee Abdul Salam" userId="5bc04053-34d1-46af-a9d4-ff754460ad4b" providerId="ADAL" clId="{578E46F0-75C0-45D5-8986-085A2B55059D}" dt="2023-11-06T04:56:56.991" v="2" actId="47"/>
        <pc:sldMkLst>
          <pc:docMk/>
          <pc:sldMk cId="474274139" sldId="1235"/>
        </pc:sldMkLst>
      </pc:sldChg>
      <pc:sldChg chg="del">
        <pc:chgData name="Zailan Arabee Abdul Salam" userId="5bc04053-34d1-46af-a9d4-ff754460ad4b" providerId="ADAL" clId="{578E46F0-75C0-45D5-8986-085A2B55059D}" dt="2023-11-06T04:56:56.991" v="2" actId="47"/>
        <pc:sldMkLst>
          <pc:docMk/>
          <pc:sldMk cId="2560256601" sldId="1238"/>
        </pc:sldMkLst>
      </pc:sldChg>
      <pc:sldChg chg="del">
        <pc:chgData name="Zailan Arabee Abdul Salam" userId="5bc04053-34d1-46af-a9d4-ff754460ad4b" providerId="ADAL" clId="{578E46F0-75C0-45D5-8986-085A2B55059D}" dt="2023-11-06T04:57:02.129" v="3" actId="47"/>
        <pc:sldMkLst>
          <pc:docMk/>
          <pc:sldMk cId="0" sldId="1935"/>
        </pc:sldMkLst>
      </pc:sldChg>
      <pc:sldChg chg="del">
        <pc:chgData name="Zailan Arabee Abdul Salam" userId="5bc04053-34d1-46af-a9d4-ff754460ad4b" providerId="ADAL" clId="{578E46F0-75C0-45D5-8986-085A2B55059D}" dt="2023-11-06T04:56:56.991" v="2" actId="47"/>
        <pc:sldMkLst>
          <pc:docMk/>
          <pc:sldMk cId="0" sldId="1936"/>
        </pc:sldMkLst>
      </pc:sldChg>
      <pc:sldChg chg="del">
        <pc:chgData name="Zailan Arabee Abdul Salam" userId="5bc04053-34d1-46af-a9d4-ff754460ad4b" providerId="ADAL" clId="{578E46F0-75C0-45D5-8986-085A2B55059D}" dt="2023-11-06T04:56:56.991" v="2" actId="47"/>
        <pc:sldMkLst>
          <pc:docMk/>
          <pc:sldMk cId="2421019088" sldId="1937"/>
        </pc:sldMkLst>
      </pc:sldChg>
      <pc:sldChg chg="del">
        <pc:chgData name="Zailan Arabee Abdul Salam" userId="5bc04053-34d1-46af-a9d4-ff754460ad4b" providerId="ADAL" clId="{578E46F0-75C0-45D5-8986-085A2B55059D}" dt="2023-11-06T04:56:56.991" v="2" actId="47"/>
        <pc:sldMkLst>
          <pc:docMk/>
          <pc:sldMk cId="0" sldId="1938"/>
        </pc:sldMkLst>
      </pc:sldChg>
      <pc:sldChg chg="del">
        <pc:chgData name="Zailan Arabee Abdul Salam" userId="5bc04053-34d1-46af-a9d4-ff754460ad4b" providerId="ADAL" clId="{578E46F0-75C0-45D5-8986-085A2B55059D}" dt="2023-11-06T04:56:56.991" v="2" actId="47"/>
        <pc:sldMkLst>
          <pc:docMk/>
          <pc:sldMk cId="2513217203" sldId="1939"/>
        </pc:sldMkLst>
      </pc:sldChg>
      <pc:sldChg chg="del">
        <pc:chgData name="Zailan Arabee Abdul Salam" userId="5bc04053-34d1-46af-a9d4-ff754460ad4b" providerId="ADAL" clId="{578E46F0-75C0-45D5-8986-085A2B55059D}" dt="2023-11-06T04:56:56.991" v="2" actId="47"/>
        <pc:sldMkLst>
          <pc:docMk/>
          <pc:sldMk cId="1636985544" sldId="1940"/>
        </pc:sldMkLst>
      </pc:sldChg>
      <pc:sldChg chg="del">
        <pc:chgData name="Zailan Arabee Abdul Salam" userId="5bc04053-34d1-46af-a9d4-ff754460ad4b" providerId="ADAL" clId="{578E46F0-75C0-45D5-8986-085A2B55059D}" dt="2023-11-06T04:56:56.991" v="2" actId="47"/>
        <pc:sldMkLst>
          <pc:docMk/>
          <pc:sldMk cId="713316994" sldId="1941"/>
        </pc:sldMkLst>
      </pc:sldChg>
      <pc:sldChg chg="del">
        <pc:chgData name="Zailan Arabee Abdul Salam" userId="5bc04053-34d1-46af-a9d4-ff754460ad4b" providerId="ADAL" clId="{578E46F0-75C0-45D5-8986-085A2B55059D}" dt="2023-11-06T04:56:56.991" v="2" actId="47"/>
        <pc:sldMkLst>
          <pc:docMk/>
          <pc:sldMk cId="1845779338" sldId="1942"/>
        </pc:sldMkLst>
      </pc:sldChg>
      <pc:sldChg chg="del">
        <pc:chgData name="Zailan Arabee Abdul Salam" userId="5bc04053-34d1-46af-a9d4-ff754460ad4b" providerId="ADAL" clId="{578E46F0-75C0-45D5-8986-085A2B55059D}" dt="2023-11-06T04:56:56.991" v="2" actId="47"/>
        <pc:sldMkLst>
          <pc:docMk/>
          <pc:sldMk cId="1233749879" sldId="1943"/>
        </pc:sldMkLst>
      </pc:sldChg>
      <pc:sldChg chg="del">
        <pc:chgData name="Zailan Arabee Abdul Salam" userId="5bc04053-34d1-46af-a9d4-ff754460ad4b" providerId="ADAL" clId="{578E46F0-75C0-45D5-8986-085A2B55059D}" dt="2023-11-06T04:56:56.991" v="2" actId="47"/>
        <pc:sldMkLst>
          <pc:docMk/>
          <pc:sldMk cId="2196535212" sldId="1944"/>
        </pc:sldMkLst>
      </pc:sldChg>
      <pc:sldChg chg="del">
        <pc:chgData name="Zailan Arabee Abdul Salam" userId="5bc04053-34d1-46af-a9d4-ff754460ad4b" providerId="ADAL" clId="{578E46F0-75C0-45D5-8986-085A2B55059D}" dt="2023-11-06T04:56:56.991" v="2" actId="47"/>
        <pc:sldMkLst>
          <pc:docMk/>
          <pc:sldMk cId="2672633410" sldId="1945"/>
        </pc:sldMkLst>
      </pc:sldChg>
      <pc:sldChg chg="del">
        <pc:chgData name="Zailan Arabee Abdul Salam" userId="5bc04053-34d1-46af-a9d4-ff754460ad4b" providerId="ADAL" clId="{578E46F0-75C0-45D5-8986-085A2B55059D}" dt="2023-11-06T04:56:56.991" v="2" actId="47"/>
        <pc:sldMkLst>
          <pc:docMk/>
          <pc:sldMk cId="3874458156" sldId="1946"/>
        </pc:sldMkLst>
      </pc:sldChg>
      <pc:sldChg chg="del">
        <pc:chgData name="Zailan Arabee Abdul Salam" userId="5bc04053-34d1-46af-a9d4-ff754460ad4b" providerId="ADAL" clId="{578E46F0-75C0-45D5-8986-085A2B55059D}" dt="2023-11-06T04:56:56.991" v="2" actId="47"/>
        <pc:sldMkLst>
          <pc:docMk/>
          <pc:sldMk cId="0" sldId="1947"/>
        </pc:sldMkLst>
      </pc:sldChg>
      <pc:sldChg chg="add">
        <pc:chgData name="Zailan Arabee Abdul Salam" userId="5bc04053-34d1-46af-a9d4-ff754460ad4b" providerId="ADAL" clId="{578E46F0-75C0-45D5-8986-085A2B55059D}" dt="2023-11-06T04:56:33.036" v="0"/>
        <pc:sldMkLst>
          <pc:docMk/>
          <pc:sldMk cId="0" sldId="1948"/>
        </pc:sldMkLst>
      </pc:sldChg>
      <pc:sldMasterChg chg="delSldLayout">
        <pc:chgData name="Zailan Arabee Abdul Salam" userId="5bc04053-34d1-46af-a9d4-ff754460ad4b" providerId="ADAL" clId="{578E46F0-75C0-45D5-8986-085A2B55059D}" dt="2023-11-06T04:56:56.991" v="2" actId="47"/>
        <pc:sldMasterMkLst>
          <pc:docMk/>
          <pc:sldMasterMk cId="0" sldId="2147483651"/>
        </pc:sldMasterMkLst>
        <pc:sldLayoutChg chg="del">
          <pc:chgData name="Zailan Arabee Abdul Salam" userId="5bc04053-34d1-46af-a9d4-ff754460ad4b" providerId="ADAL" clId="{578E46F0-75C0-45D5-8986-085A2B55059D}" dt="2023-11-06T04:56:56.991" v="2" actId="47"/>
          <pc:sldLayoutMkLst>
            <pc:docMk/>
            <pc:sldMasterMk cId="0" sldId="2147483651"/>
            <pc:sldLayoutMk cId="3394914884" sldId="2147483765"/>
          </pc:sldLayoutMkLst>
        </pc:sldLayoutChg>
        <pc:sldLayoutChg chg="del">
          <pc:chgData name="Zailan Arabee Abdul Salam" userId="5bc04053-34d1-46af-a9d4-ff754460ad4b" providerId="ADAL" clId="{578E46F0-75C0-45D5-8986-085A2B55059D}" dt="2023-11-06T04:56:56.991" v="2" actId="47"/>
          <pc:sldLayoutMkLst>
            <pc:docMk/>
            <pc:sldMasterMk cId="0" sldId="2147483651"/>
            <pc:sldLayoutMk cId="3057104794" sldId="2147483766"/>
          </pc:sldLayoutMkLst>
        </pc:sldLayoutChg>
      </pc:sldMasterChg>
    </pc:docChg>
  </pc:docChgLst>
  <pc:docChgLst>
    <pc:chgData name="Zailan Arabee Abdul Salam" userId="5bc04053-34d1-46af-a9d4-ff754460ad4b" providerId="ADAL" clId="{76D53FD3-137B-42A7-8814-A5128FB68CB9}"/>
    <pc:docChg chg="addSld delSld modSld modSection">
      <pc:chgData name="Zailan Arabee Abdul Salam" userId="5bc04053-34d1-46af-a9d4-ff754460ad4b" providerId="ADAL" clId="{76D53FD3-137B-42A7-8814-A5128FB68CB9}" dt="2023-10-30T03:24:22.666" v="2" actId="47"/>
      <pc:docMkLst>
        <pc:docMk/>
      </pc:docMkLst>
      <pc:sldChg chg="add">
        <pc:chgData name="Zailan Arabee Abdul Salam" userId="5bc04053-34d1-46af-a9d4-ff754460ad4b" providerId="ADAL" clId="{76D53FD3-137B-42A7-8814-A5128FB68CB9}" dt="2023-10-30T03:23:50.545" v="0"/>
        <pc:sldMkLst>
          <pc:docMk/>
          <pc:sldMk cId="0" sldId="257"/>
        </pc:sldMkLst>
      </pc:sldChg>
      <pc:sldChg chg="del">
        <pc:chgData name="Zailan Arabee Abdul Salam" userId="5bc04053-34d1-46af-a9d4-ff754460ad4b" providerId="ADAL" clId="{76D53FD3-137B-42A7-8814-A5128FB68CB9}" dt="2023-10-30T03:24:22.666" v="2" actId="47"/>
        <pc:sldMkLst>
          <pc:docMk/>
          <pc:sldMk cId="0" sldId="264"/>
        </pc:sldMkLst>
      </pc:sldChg>
      <pc:sldChg chg="del">
        <pc:chgData name="Zailan Arabee Abdul Salam" userId="5bc04053-34d1-46af-a9d4-ff754460ad4b" providerId="ADAL" clId="{76D53FD3-137B-42A7-8814-A5128FB68CB9}" dt="2023-10-30T03:24:22.666" v="2" actId="47"/>
        <pc:sldMkLst>
          <pc:docMk/>
          <pc:sldMk cId="0" sldId="265"/>
        </pc:sldMkLst>
      </pc:sldChg>
      <pc:sldChg chg="del">
        <pc:chgData name="Zailan Arabee Abdul Salam" userId="5bc04053-34d1-46af-a9d4-ff754460ad4b" providerId="ADAL" clId="{76D53FD3-137B-42A7-8814-A5128FB68CB9}" dt="2023-10-30T03:24:22.666" v="2" actId="47"/>
        <pc:sldMkLst>
          <pc:docMk/>
          <pc:sldMk cId="0" sldId="266"/>
        </pc:sldMkLst>
      </pc:sldChg>
      <pc:sldChg chg="del">
        <pc:chgData name="Zailan Arabee Abdul Salam" userId="5bc04053-34d1-46af-a9d4-ff754460ad4b" providerId="ADAL" clId="{76D53FD3-137B-42A7-8814-A5128FB68CB9}" dt="2023-10-30T03:24:22.666" v="2" actId="47"/>
        <pc:sldMkLst>
          <pc:docMk/>
          <pc:sldMk cId="0" sldId="267"/>
        </pc:sldMkLst>
      </pc:sldChg>
      <pc:sldChg chg="del">
        <pc:chgData name="Zailan Arabee Abdul Salam" userId="5bc04053-34d1-46af-a9d4-ff754460ad4b" providerId="ADAL" clId="{76D53FD3-137B-42A7-8814-A5128FB68CB9}" dt="2023-10-30T03:24:22.666" v="2" actId="47"/>
        <pc:sldMkLst>
          <pc:docMk/>
          <pc:sldMk cId="0" sldId="268"/>
        </pc:sldMkLst>
      </pc:sldChg>
      <pc:sldChg chg="del">
        <pc:chgData name="Zailan Arabee Abdul Salam" userId="5bc04053-34d1-46af-a9d4-ff754460ad4b" providerId="ADAL" clId="{76D53FD3-137B-42A7-8814-A5128FB68CB9}" dt="2023-10-30T03:24:22.666" v="2" actId="47"/>
        <pc:sldMkLst>
          <pc:docMk/>
          <pc:sldMk cId="0" sldId="269"/>
        </pc:sldMkLst>
      </pc:sldChg>
      <pc:sldChg chg="del">
        <pc:chgData name="Zailan Arabee Abdul Salam" userId="5bc04053-34d1-46af-a9d4-ff754460ad4b" providerId="ADAL" clId="{76D53FD3-137B-42A7-8814-A5128FB68CB9}" dt="2023-10-30T03:24:22.666" v="2" actId="47"/>
        <pc:sldMkLst>
          <pc:docMk/>
          <pc:sldMk cId="0" sldId="270"/>
        </pc:sldMkLst>
      </pc:sldChg>
      <pc:sldChg chg="del">
        <pc:chgData name="Zailan Arabee Abdul Salam" userId="5bc04053-34d1-46af-a9d4-ff754460ad4b" providerId="ADAL" clId="{76D53FD3-137B-42A7-8814-A5128FB68CB9}" dt="2023-10-30T03:24:22.666" v="2" actId="47"/>
        <pc:sldMkLst>
          <pc:docMk/>
          <pc:sldMk cId="4027869332" sldId="271"/>
        </pc:sldMkLst>
      </pc:sldChg>
      <pc:sldChg chg="del">
        <pc:chgData name="Zailan Arabee Abdul Salam" userId="5bc04053-34d1-46af-a9d4-ff754460ad4b" providerId="ADAL" clId="{76D53FD3-137B-42A7-8814-A5128FB68CB9}" dt="2023-10-30T03:24:22.666" v="2" actId="47"/>
        <pc:sldMkLst>
          <pc:docMk/>
          <pc:sldMk cId="0" sldId="272"/>
        </pc:sldMkLst>
      </pc:sldChg>
      <pc:sldChg chg="del">
        <pc:chgData name="Zailan Arabee Abdul Salam" userId="5bc04053-34d1-46af-a9d4-ff754460ad4b" providerId="ADAL" clId="{76D53FD3-137B-42A7-8814-A5128FB68CB9}" dt="2023-10-30T03:24:22.666" v="2" actId="47"/>
        <pc:sldMkLst>
          <pc:docMk/>
          <pc:sldMk cId="0" sldId="273"/>
        </pc:sldMkLst>
      </pc:sldChg>
      <pc:sldChg chg="del">
        <pc:chgData name="Zailan Arabee Abdul Salam" userId="5bc04053-34d1-46af-a9d4-ff754460ad4b" providerId="ADAL" clId="{76D53FD3-137B-42A7-8814-A5128FB68CB9}" dt="2023-10-30T03:24:22.666" v="2" actId="47"/>
        <pc:sldMkLst>
          <pc:docMk/>
          <pc:sldMk cId="0" sldId="274"/>
        </pc:sldMkLst>
      </pc:sldChg>
      <pc:sldChg chg="del">
        <pc:chgData name="Zailan Arabee Abdul Salam" userId="5bc04053-34d1-46af-a9d4-ff754460ad4b" providerId="ADAL" clId="{76D53FD3-137B-42A7-8814-A5128FB68CB9}" dt="2023-10-30T03:24:22.666" v="2" actId="47"/>
        <pc:sldMkLst>
          <pc:docMk/>
          <pc:sldMk cId="0" sldId="275"/>
        </pc:sldMkLst>
      </pc:sldChg>
      <pc:sldChg chg="del">
        <pc:chgData name="Zailan Arabee Abdul Salam" userId="5bc04053-34d1-46af-a9d4-ff754460ad4b" providerId="ADAL" clId="{76D53FD3-137B-42A7-8814-A5128FB68CB9}" dt="2023-10-30T03:24:22.666" v="2" actId="47"/>
        <pc:sldMkLst>
          <pc:docMk/>
          <pc:sldMk cId="0" sldId="276"/>
        </pc:sldMkLst>
      </pc:sldChg>
      <pc:sldChg chg="del">
        <pc:chgData name="Zailan Arabee Abdul Salam" userId="5bc04053-34d1-46af-a9d4-ff754460ad4b" providerId="ADAL" clId="{76D53FD3-137B-42A7-8814-A5128FB68CB9}" dt="2023-10-30T03:24:22.666" v="2" actId="47"/>
        <pc:sldMkLst>
          <pc:docMk/>
          <pc:sldMk cId="0" sldId="277"/>
        </pc:sldMkLst>
      </pc:sldChg>
      <pc:sldChg chg="del">
        <pc:chgData name="Zailan Arabee Abdul Salam" userId="5bc04053-34d1-46af-a9d4-ff754460ad4b" providerId="ADAL" clId="{76D53FD3-137B-42A7-8814-A5128FB68CB9}" dt="2023-10-30T03:24:22.666" v="2" actId="47"/>
        <pc:sldMkLst>
          <pc:docMk/>
          <pc:sldMk cId="0" sldId="278"/>
        </pc:sldMkLst>
      </pc:sldChg>
      <pc:sldChg chg="del">
        <pc:chgData name="Zailan Arabee Abdul Salam" userId="5bc04053-34d1-46af-a9d4-ff754460ad4b" providerId="ADAL" clId="{76D53FD3-137B-42A7-8814-A5128FB68CB9}" dt="2023-10-30T03:24:22.666" v="2" actId="47"/>
        <pc:sldMkLst>
          <pc:docMk/>
          <pc:sldMk cId="0" sldId="279"/>
        </pc:sldMkLst>
      </pc:sldChg>
      <pc:sldChg chg="del">
        <pc:chgData name="Zailan Arabee Abdul Salam" userId="5bc04053-34d1-46af-a9d4-ff754460ad4b" providerId="ADAL" clId="{76D53FD3-137B-42A7-8814-A5128FB68CB9}" dt="2023-10-30T03:24:22.666" v="2" actId="47"/>
        <pc:sldMkLst>
          <pc:docMk/>
          <pc:sldMk cId="3225035349" sldId="280"/>
        </pc:sldMkLst>
      </pc:sldChg>
      <pc:sldChg chg="del">
        <pc:chgData name="Zailan Arabee Abdul Salam" userId="5bc04053-34d1-46af-a9d4-ff754460ad4b" providerId="ADAL" clId="{76D53FD3-137B-42A7-8814-A5128FB68CB9}" dt="2023-10-30T03:24:22.666" v="2" actId="47"/>
        <pc:sldMkLst>
          <pc:docMk/>
          <pc:sldMk cId="2979819931" sldId="281"/>
        </pc:sldMkLst>
      </pc:sldChg>
      <pc:sldChg chg="del">
        <pc:chgData name="Zailan Arabee Abdul Salam" userId="5bc04053-34d1-46af-a9d4-ff754460ad4b" providerId="ADAL" clId="{76D53FD3-137B-42A7-8814-A5128FB68CB9}" dt="2023-10-30T03:24:22.666" v="2" actId="47"/>
        <pc:sldMkLst>
          <pc:docMk/>
          <pc:sldMk cId="0" sldId="282"/>
        </pc:sldMkLst>
      </pc:sldChg>
      <pc:sldChg chg="del">
        <pc:chgData name="Zailan Arabee Abdul Salam" userId="5bc04053-34d1-46af-a9d4-ff754460ad4b" providerId="ADAL" clId="{76D53FD3-137B-42A7-8814-A5128FB68CB9}" dt="2023-10-30T03:24:22.666" v="2" actId="47"/>
        <pc:sldMkLst>
          <pc:docMk/>
          <pc:sldMk cId="0" sldId="283"/>
        </pc:sldMkLst>
      </pc:sldChg>
      <pc:sldChg chg="del">
        <pc:chgData name="Zailan Arabee Abdul Salam" userId="5bc04053-34d1-46af-a9d4-ff754460ad4b" providerId="ADAL" clId="{76D53FD3-137B-42A7-8814-A5128FB68CB9}" dt="2023-10-30T03:24:22.666" v="2" actId="47"/>
        <pc:sldMkLst>
          <pc:docMk/>
          <pc:sldMk cId="2994277211" sldId="284"/>
        </pc:sldMkLst>
      </pc:sldChg>
      <pc:sldChg chg="del">
        <pc:chgData name="Zailan Arabee Abdul Salam" userId="5bc04053-34d1-46af-a9d4-ff754460ad4b" providerId="ADAL" clId="{76D53FD3-137B-42A7-8814-A5128FB68CB9}" dt="2023-10-30T03:24:22.666" v="2" actId="47"/>
        <pc:sldMkLst>
          <pc:docMk/>
          <pc:sldMk cId="894897432" sldId="285"/>
        </pc:sldMkLst>
      </pc:sldChg>
      <pc:sldChg chg="del">
        <pc:chgData name="Zailan Arabee Abdul Salam" userId="5bc04053-34d1-46af-a9d4-ff754460ad4b" providerId="ADAL" clId="{76D53FD3-137B-42A7-8814-A5128FB68CB9}" dt="2023-10-30T03:24:22.666" v="2" actId="47"/>
        <pc:sldMkLst>
          <pc:docMk/>
          <pc:sldMk cId="2083618775" sldId="286"/>
        </pc:sldMkLst>
      </pc:sldChg>
      <pc:sldChg chg="del">
        <pc:chgData name="Zailan Arabee Abdul Salam" userId="5bc04053-34d1-46af-a9d4-ff754460ad4b" providerId="ADAL" clId="{76D53FD3-137B-42A7-8814-A5128FB68CB9}" dt="2023-10-30T03:24:22.666" v="2" actId="47"/>
        <pc:sldMkLst>
          <pc:docMk/>
          <pc:sldMk cId="3831505793" sldId="287"/>
        </pc:sldMkLst>
      </pc:sldChg>
      <pc:sldChg chg="del">
        <pc:chgData name="Zailan Arabee Abdul Salam" userId="5bc04053-34d1-46af-a9d4-ff754460ad4b" providerId="ADAL" clId="{76D53FD3-137B-42A7-8814-A5128FB68CB9}" dt="2023-10-30T03:24:22.666" v="2" actId="47"/>
        <pc:sldMkLst>
          <pc:docMk/>
          <pc:sldMk cId="0" sldId="288"/>
        </pc:sldMkLst>
      </pc:sldChg>
      <pc:sldChg chg="del">
        <pc:chgData name="Zailan Arabee Abdul Salam" userId="5bc04053-34d1-46af-a9d4-ff754460ad4b" providerId="ADAL" clId="{76D53FD3-137B-42A7-8814-A5128FB68CB9}" dt="2023-10-30T03:24:22.666" v="2" actId="47"/>
        <pc:sldMkLst>
          <pc:docMk/>
          <pc:sldMk cId="1147883940" sldId="289"/>
        </pc:sldMkLst>
      </pc:sldChg>
      <pc:sldChg chg="del">
        <pc:chgData name="Zailan Arabee Abdul Salam" userId="5bc04053-34d1-46af-a9d4-ff754460ad4b" providerId="ADAL" clId="{76D53FD3-137B-42A7-8814-A5128FB68CB9}" dt="2023-10-30T03:24:22.666" v="2" actId="47"/>
        <pc:sldMkLst>
          <pc:docMk/>
          <pc:sldMk cId="1929223683" sldId="290"/>
        </pc:sldMkLst>
      </pc:sldChg>
      <pc:sldChg chg="del">
        <pc:chgData name="Zailan Arabee Abdul Salam" userId="5bc04053-34d1-46af-a9d4-ff754460ad4b" providerId="ADAL" clId="{76D53FD3-137B-42A7-8814-A5128FB68CB9}" dt="2023-10-30T03:24:22.666" v="2" actId="47"/>
        <pc:sldMkLst>
          <pc:docMk/>
          <pc:sldMk cId="0" sldId="291"/>
        </pc:sldMkLst>
      </pc:sldChg>
      <pc:sldChg chg="del">
        <pc:chgData name="Zailan Arabee Abdul Salam" userId="5bc04053-34d1-46af-a9d4-ff754460ad4b" providerId="ADAL" clId="{76D53FD3-137B-42A7-8814-A5128FB68CB9}" dt="2023-10-30T03:24:22.666" v="2" actId="47"/>
        <pc:sldMkLst>
          <pc:docMk/>
          <pc:sldMk cId="0" sldId="293"/>
        </pc:sldMkLst>
      </pc:sldChg>
      <pc:sldChg chg="del">
        <pc:chgData name="Zailan Arabee Abdul Salam" userId="5bc04053-34d1-46af-a9d4-ff754460ad4b" providerId="ADAL" clId="{76D53FD3-137B-42A7-8814-A5128FB68CB9}" dt="2023-10-30T03:24:22.666" v="2" actId="47"/>
        <pc:sldMkLst>
          <pc:docMk/>
          <pc:sldMk cId="14364869" sldId="294"/>
        </pc:sldMkLst>
      </pc:sldChg>
      <pc:sldChg chg="del">
        <pc:chgData name="Zailan Arabee Abdul Salam" userId="5bc04053-34d1-46af-a9d4-ff754460ad4b" providerId="ADAL" clId="{76D53FD3-137B-42A7-8814-A5128FB68CB9}" dt="2023-10-30T03:24:22.666" v="2" actId="47"/>
        <pc:sldMkLst>
          <pc:docMk/>
          <pc:sldMk cId="393804965" sldId="295"/>
        </pc:sldMkLst>
      </pc:sldChg>
      <pc:sldChg chg="del">
        <pc:chgData name="Zailan Arabee Abdul Salam" userId="5bc04053-34d1-46af-a9d4-ff754460ad4b" providerId="ADAL" clId="{76D53FD3-137B-42A7-8814-A5128FB68CB9}" dt="2023-10-30T03:24:22.666" v="2" actId="47"/>
        <pc:sldMkLst>
          <pc:docMk/>
          <pc:sldMk cId="4053078876" sldId="296"/>
        </pc:sldMkLst>
      </pc:sldChg>
      <pc:sldChg chg="del">
        <pc:chgData name="Zailan Arabee Abdul Salam" userId="5bc04053-34d1-46af-a9d4-ff754460ad4b" providerId="ADAL" clId="{76D53FD3-137B-42A7-8814-A5128FB68CB9}" dt="2023-10-30T03:24:22.666" v="2" actId="47"/>
        <pc:sldMkLst>
          <pc:docMk/>
          <pc:sldMk cId="3067589673" sldId="297"/>
        </pc:sldMkLst>
      </pc:sldChg>
      <pc:sldChg chg="del">
        <pc:chgData name="Zailan Arabee Abdul Salam" userId="5bc04053-34d1-46af-a9d4-ff754460ad4b" providerId="ADAL" clId="{76D53FD3-137B-42A7-8814-A5128FB68CB9}" dt="2023-10-30T03:24:22.666" v="2" actId="47"/>
        <pc:sldMkLst>
          <pc:docMk/>
          <pc:sldMk cId="0" sldId="298"/>
        </pc:sldMkLst>
      </pc:sldChg>
      <pc:sldChg chg="del">
        <pc:chgData name="Zailan Arabee Abdul Salam" userId="5bc04053-34d1-46af-a9d4-ff754460ad4b" providerId="ADAL" clId="{76D53FD3-137B-42A7-8814-A5128FB68CB9}" dt="2023-10-30T03:24:22.666" v="2" actId="47"/>
        <pc:sldMkLst>
          <pc:docMk/>
          <pc:sldMk cId="0" sldId="299"/>
        </pc:sldMkLst>
      </pc:sldChg>
      <pc:sldChg chg="del">
        <pc:chgData name="Zailan Arabee Abdul Salam" userId="5bc04053-34d1-46af-a9d4-ff754460ad4b" providerId="ADAL" clId="{76D53FD3-137B-42A7-8814-A5128FB68CB9}" dt="2023-10-30T03:24:22.666" v="2" actId="47"/>
        <pc:sldMkLst>
          <pc:docMk/>
          <pc:sldMk cId="0" sldId="300"/>
        </pc:sldMkLst>
      </pc:sldChg>
      <pc:sldChg chg="del">
        <pc:chgData name="Zailan Arabee Abdul Salam" userId="5bc04053-34d1-46af-a9d4-ff754460ad4b" providerId="ADAL" clId="{76D53FD3-137B-42A7-8814-A5128FB68CB9}" dt="2023-10-30T03:24:22.666" v="2" actId="47"/>
        <pc:sldMkLst>
          <pc:docMk/>
          <pc:sldMk cId="0" sldId="301"/>
        </pc:sldMkLst>
      </pc:sldChg>
      <pc:sldChg chg="del">
        <pc:chgData name="Zailan Arabee Abdul Salam" userId="5bc04053-34d1-46af-a9d4-ff754460ad4b" providerId="ADAL" clId="{76D53FD3-137B-42A7-8814-A5128FB68CB9}" dt="2023-10-30T03:24:22.666" v="2" actId="47"/>
        <pc:sldMkLst>
          <pc:docMk/>
          <pc:sldMk cId="0" sldId="302"/>
        </pc:sldMkLst>
      </pc:sldChg>
      <pc:sldChg chg="del">
        <pc:chgData name="Zailan Arabee Abdul Salam" userId="5bc04053-34d1-46af-a9d4-ff754460ad4b" providerId="ADAL" clId="{76D53FD3-137B-42A7-8814-A5128FB68CB9}" dt="2023-10-30T03:24:22.666" v="2" actId="47"/>
        <pc:sldMkLst>
          <pc:docMk/>
          <pc:sldMk cId="0" sldId="303"/>
        </pc:sldMkLst>
      </pc:sldChg>
      <pc:sldChg chg="add">
        <pc:chgData name="Zailan Arabee Abdul Salam" userId="5bc04053-34d1-46af-a9d4-ff754460ad4b" providerId="ADAL" clId="{76D53FD3-137B-42A7-8814-A5128FB68CB9}" dt="2023-10-30T03:23:50.545" v="0"/>
        <pc:sldMkLst>
          <pc:docMk/>
          <pc:sldMk cId="0" sldId="310"/>
        </pc:sldMkLst>
      </pc:sldChg>
      <pc:sldChg chg="del">
        <pc:chgData name="Zailan Arabee Abdul Salam" userId="5bc04053-34d1-46af-a9d4-ff754460ad4b" providerId="ADAL" clId="{76D53FD3-137B-42A7-8814-A5128FB68CB9}" dt="2023-10-30T03:24:22.666" v="2" actId="47"/>
        <pc:sldMkLst>
          <pc:docMk/>
          <pc:sldMk cId="0" sldId="311"/>
        </pc:sldMkLst>
      </pc:sldChg>
      <pc:sldChg chg="del">
        <pc:chgData name="Zailan Arabee Abdul Salam" userId="5bc04053-34d1-46af-a9d4-ff754460ad4b" providerId="ADAL" clId="{76D53FD3-137B-42A7-8814-A5128FB68CB9}" dt="2023-10-30T03:24:22.666" v="2" actId="47"/>
        <pc:sldMkLst>
          <pc:docMk/>
          <pc:sldMk cId="0" sldId="312"/>
        </pc:sldMkLst>
      </pc:sldChg>
      <pc:sldChg chg="add">
        <pc:chgData name="Zailan Arabee Abdul Salam" userId="5bc04053-34d1-46af-a9d4-ff754460ad4b" providerId="ADAL" clId="{76D53FD3-137B-42A7-8814-A5128FB68CB9}" dt="2023-10-30T03:23:50.545" v="0"/>
        <pc:sldMkLst>
          <pc:docMk/>
          <pc:sldMk cId="0" sldId="313"/>
        </pc:sldMkLst>
      </pc:sldChg>
      <pc:sldChg chg="add">
        <pc:chgData name="Zailan Arabee Abdul Salam" userId="5bc04053-34d1-46af-a9d4-ff754460ad4b" providerId="ADAL" clId="{76D53FD3-137B-42A7-8814-A5128FB68CB9}" dt="2023-10-30T03:23:50.545" v="0"/>
        <pc:sldMkLst>
          <pc:docMk/>
          <pc:sldMk cId="0" sldId="314"/>
        </pc:sldMkLst>
      </pc:sldChg>
      <pc:sldChg chg="del">
        <pc:chgData name="Zailan Arabee Abdul Salam" userId="5bc04053-34d1-46af-a9d4-ff754460ad4b" providerId="ADAL" clId="{76D53FD3-137B-42A7-8814-A5128FB68CB9}" dt="2023-10-30T03:24:22.666" v="2" actId="47"/>
        <pc:sldMkLst>
          <pc:docMk/>
          <pc:sldMk cId="0" sldId="315"/>
        </pc:sldMkLst>
      </pc:sldChg>
      <pc:sldChg chg="add">
        <pc:chgData name="Zailan Arabee Abdul Salam" userId="5bc04053-34d1-46af-a9d4-ff754460ad4b" providerId="ADAL" clId="{76D53FD3-137B-42A7-8814-A5128FB68CB9}" dt="2023-10-30T03:23:50.545" v="0"/>
        <pc:sldMkLst>
          <pc:docMk/>
          <pc:sldMk cId="0" sldId="316"/>
        </pc:sldMkLst>
      </pc:sldChg>
      <pc:sldChg chg="add">
        <pc:chgData name="Zailan Arabee Abdul Salam" userId="5bc04053-34d1-46af-a9d4-ff754460ad4b" providerId="ADAL" clId="{76D53FD3-137B-42A7-8814-A5128FB68CB9}" dt="2023-10-30T03:23:50.545" v="0"/>
        <pc:sldMkLst>
          <pc:docMk/>
          <pc:sldMk cId="0" sldId="317"/>
        </pc:sldMkLst>
      </pc:sldChg>
      <pc:sldChg chg="del">
        <pc:chgData name="Zailan Arabee Abdul Salam" userId="5bc04053-34d1-46af-a9d4-ff754460ad4b" providerId="ADAL" clId="{76D53FD3-137B-42A7-8814-A5128FB68CB9}" dt="2023-10-30T03:24:22.666" v="2" actId="47"/>
        <pc:sldMkLst>
          <pc:docMk/>
          <pc:sldMk cId="0" sldId="318"/>
        </pc:sldMkLst>
      </pc:sldChg>
      <pc:sldChg chg="del">
        <pc:chgData name="Zailan Arabee Abdul Salam" userId="5bc04053-34d1-46af-a9d4-ff754460ad4b" providerId="ADAL" clId="{76D53FD3-137B-42A7-8814-A5128FB68CB9}" dt="2023-10-30T03:24:22.666" v="2" actId="47"/>
        <pc:sldMkLst>
          <pc:docMk/>
          <pc:sldMk cId="0" sldId="319"/>
        </pc:sldMkLst>
      </pc:sldChg>
      <pc:sldChg chg="del">
        <pc:chgData name="Zailan Arabee Abdul Salam" userId="5bc04053-34d1-46af-a9d4-ff754460ad4b" providerId="ADAL" clId="{76D53FD3-137B-42A7-8814-A5128FB68CB9}" dt="2023-10-30T03:24:22.666" v="2" actId="47"/>
        <pc:sldMkLst>
          <pc:docMk/>
          <pc:sldMk cId="0" sldId="320"/>
        </pc:sldMkLst>
      </pc:sldChg>
      <pc:sldChg chg="del">
        <pc:chgData name="Zailan Arabee Abdul Salam" userId="5bc04053-34d1-46af-a9d4-ff754460ad4b" providerId="ADAL" clId="{76D53FD3-137B-42A7-8814-A5128FB68CB9}" dt="2023-10-30T03:24:22.666" v="2" actId="47"/>
        <pc:sldMkLst>
          <pc:docMk/>
          <pc:sldMk cId="0" sldId="321"/>
        </pc:sldMkLst>
      </pc:sldChg>
      <pc:sldChg chg="del">
        <pc:chgData name="Zailan Arabee Abdul Salam" userId="5bc04053-34d1-46af-a9d4-ff754460ad4b" providerId="ADAL" clId="{76D53FD3-137B-42A7-8814-A5128FB68CB9}" dt="2023-10-30T03:24:00.858" v="1" actId="47"/>
        <pc:sldMkLst>
          <pc:docMk/>
          <pc:sldMk cId="66905897" sldId="322"/>
        </pc:sldMkLst>
      </pc:sldChg>
      <pc:sldChg chg="del">
        <pc:chgData name="Zailan Arabee Abdul Salam" userId="5bc04053-34d1-46af-a9d4-ff754460ad4b" providerId="ADAL" clId="{76D53FD3-137B-42A7-8814-A5128FB68CB9}" dt="2023-10-30T03:24:22.666" v="2" actId="47"/>
        <pc:sldMkLst>
          <pc:docMk/>
          <pc:sldMk cId="2528312682" sldId="323"/>
        </pc:sldMkLst>
      </pc:sldChg>
      <pc:sldChg chg="del">
        <pc:chgData name="Zailan Arabee Abdul Salam" userId="5bc04053-34d1-46af-a9d4-ff754460ad4b" providerId="ADAL" clId="{76D53FD3-137B-42A7-8814-A5128FB68CB9}" dt="2023-10-30T03:24:22.666" v="2" actId="47"/>
        <pc:sldMkLst>
          <pc:docMk/>
          <pc:sldMk cId="0" sldId="324"/>
        </pc:sldMkLst>
      </pc:sldChg>
      <pc:sldChg chg="del">
        <pc:chgData name="Zailan Arabee Abdul Salam" userId="5bc04053-34d1-46af-a9d4-ff754460ad4b" providerId="ADAL" clId="{76D53FD3-137B-42A7-8814-A5128FB68CB9}" dt="2023-10-30T03:24:22.666" v="2" actId="47"/>
        <pc:sldMkLst>
          <pc:docMk/>
          <pc:sldMk cId="0" sldId="325"/>
        </pc:sldMkLst>
      </pc:sldChg>
      <pc:sldChg chg="del">
        <pc:chgData name="Zailan Arabee Abdul Salam" userId="5bc04053-34d1-46af-a9d4-ff754460ad4b" providerId="ADAL" clId="{76D53FD3-137B-42A7-8814-A5128FB68CB9}" dt="2023-10-30T03:24:22.666" v="2" actId="47"/>
        <pc:sldMkLst>
          <pc:docMk/>
          <pc:sldMk cId="0" sldId="326"/>
        </pc:sldMkLst>
      </pc:sldChg>
      <pc:sldChg chg="add">
        <pc:chgData name="Zailan Arabee Abdul Salam" userId="5bc04053-34d1-46af-a9d4-ff754460ad4b" providerId="ADAL" clId="{76D53FD3-137B-42A7-8814-A5128FB68CB9}" dt="2023-10-30T03:23:50.545" v="0"/>
        <pc:sldMkLst>
          <pc:docMk/>
          <pc:sldMk cId="2847682019" sldId="327"/>
        </pc:sldMkLst>
      </pc:sldChg>
      <pc:sldChg chg="add">
        <pc:chgData name="Zailan Arabee Abdul Salam" userId="5bc04053-34d1-46af-a9d4-ff754460ad4b" providerId="ADAL" clId="{76D53FD3-137B-42A7-8814-A5128FB68CB9}" dt="2023-10-30T03:23:50.545" v="0"/>
        <pc:sldMkLst>
          <pc:docMk/>
          <pc:sldMk cId="0" sldId="328"/>
        </pc:sldMkLst>
      </pc:sldChg>
      <pc:sldChg chg="del">
        <pc:chgData name="Zailan Arabee Abdul Salam" userId="5bc04053-34d1-46af-a9d4-ff754460ad4b" providerId="ADAL" clId="{76D53FD3-137B-42A7-8814-A5128FB68CB9}" dt="2023-10-30T03:24:22.666" v="2" actId="47"/>
        <pc:sldMkLst>
          <pc:docMk/>
          <pc:sldMk cId="0" sldId="329"/>
        </pc:sldMkLst>
      </pc:sldChg>
      <pc:sldChg chg="del">
        <pc:chgData name="Zailan Arabee Abdul Salam" userId="5bc04053-34d1-46af-a9d4-ff754460ad4b" providerId="ADAL" clId="{76D53FD3-137B-42A7-8814-A5128FB68CB9}" dt="2023-10-30T03:24:22.666" v="2" actId="47"/>
        <pc:sldMkLst>
          <pc:docMk/>
          <pc:sldMk cId="0" sldId="330"/>
        </pc:sldMkLst>
      </pc:sldChg>
      <pc:sldChg chg="del">
        <pc:chgData name="Zailan Arabee Abdul Salam" userId="5bc04053-34d1-46af-a9d4-ff754460ad4b" providerId="ADAL" clId="{76D53FD3-137B-42A7-8814-A5128FB68CB9}" dt="2023-10-30T03:24:22.666" v="2" actId="47"/>
        <pc:sldMkLst>
          <pc:docMk/>
          <pc:sldMk cId="0" sldId="331"/>
        </pc:sldMkLst>
      </pc:sldChg>
      <pc:sldChg chg="del">
        <pc:chgData name="Zailan Arabee Abdul Salam" userId="5bc04053-34d1-46af-a9d4-ff754460ad4b" providerId="ADAL" clId="{76D53FD3-137B-42A7-8814-A5128FB68CB9}" dt="2023-10-30T03:24:22.666" v="2" actId="47"/>
        <pc:sldMkLst>
          <pc:docMk/>
          <pc:sldMk cId="764497266" sldId="332"/>
        </pc:sldMkLst>
      </pc:sldChg>
      <pc:sldChg chg="del">
        <pc:chgData name="Zailan Arabee Abdul Salam" userId="5bc04053-34d1-46af-a9d4-ff754460ad4b" providerId="ADAL" clId="{76D53FD3-137B-42A7-8814-A5128FB68CB9}" dt="2023-10-30T03:24:22.666" v="2" actId="47"/>
        <pc:sldMkLst>
          <pc:docMk/>
          <pc:sldMk cId="0" sldId="333"/>
        </pc:sldMkLst>
      </pc:sldChg>
      <pc:sldChg chg="del">
        <pc:chgData name="Zailan Arabee Abdul Salam" userId="5bc04053-34d1-46af-a9d4-ff754460ad4b" providerId="ADAL" clId="{76D53FD3-137B-42A7-8814-A5128FB68CB9}" dt="2023-10-30T03:24:22.666" v="2" actId="47"/>
        <pc:sldMkLst>
          <pc:docMk/>
          <pc:sldMk cId="63747284" sldId="334"/>
        </pc:sldMkLst>
      </pc:sldChg>
      <pc:sldChg chg="add">
        <pc:chgData name="Zailan Arabee Abdul Salam" userId="5bc04053-34d1-46af-a9d4-ff754460ad4b" providerId="ADAL" clId="{76D53FD3-137B-42A7-8814-A5128FB68CB9}" dt="2023-10-30T03:23:50.545" v="0"/>
        <pc:sldMkLst>
          <pc:docMk/>
          <pc:sldMk cId="0" sldId="335"/>
        </pc:sldMkLst>
      </pc:sldChg>
      <pc:sldChg chg="add">
        <pc:chgData name="Zailan Arabee Abdul Salam" userId="5bc04053-34d1-46af-a9d4-ff754460ad4b" providerId="ADAL" clId="{76D53FD3-137B-42A7-8814-A5128FB68CB9}" dt="2023-10-30T03:23:50.545" v="0"/>
        <pc:sldMkLst>
          <pc:docMk/>
          <pc:sldMk cId="0" sldId="336"/>
        </pc:sldMkLst>
      </pc:sldChg>
      <pc:sldChg chg="add">
        <pc:chgData name="Zailan Arabee Abdul Salam" userId="5bc04053-34d1-46af-a9d4-ff754460ad4b" providerId="ADAL" clId="{76D53FD3-137B-42A7-8814-A5128FB68CB9}" dt="2023-10-30T03:23:50.545" v="0"/>
        <pc:sldMkLst>
          <pc:docMk/>
          <pc:sldMk cId="0" sldId="337"/>
        </pc:sldMkLst>
      </pc:sldChg>
      <pc:sldChg chg="add">
        <pc:chgData name="Zailan Arabee Abdul Salam" userId="5bc04053-34d1-46af-a9d4-ff754460ad4b" providerId="ADAL" clId="{76D53FD3-137B-42A7-8814-A5128FB68CB9}" dt="2023-10-30T03:23:50.545" v="0"/>
        <pc:sldMkLst>
          <pc:docMk/>
          <pc:sldMk cId="0" sldId="338"/>
        </pc:sldMkLst>
      </pc:sldChg>
      <pc:sldChg chg="add">
        <pc:chgData name="Zailan Arabee Abdul Salam" userId="5bc04053-34d1-46af-a9d4-ff754460ad4b" providerId="ADAL" clId="{76D53FD3-137B-42A7-8814-A5128FB68CB9}" dt="2023-10-30T03:23:50.545" v="0"/>
        <pc:sldMkLst>
          <pc:docMk/>
          <pc:sldMk cId="0" sldId="339"/>
        </pc:sldMkLst>
      </pc:sldChg>
      <pc:sldChg chg="add">
        <pc:chgData name="Zailan Arabee Abdul Salam" userId="5bc04053-34d1-46af-a9d4-ff754460ad4b" providerId="ADAL" clId="{76D53FD3-137B-42A7-8814-A5128FB68CB9}" dt="2023-10-30T03:23:50.545" v="0"/>
        <pc:sldMkLst>
          <pc:docMk/>
          <pc:sldMk cId="0" sldId="341"/>
        </pc:sldMkLst>
      </pc:sldChg>
      <pc:sldChg chg="add">
        <pc:chgData name="Zailan Arabee Abdul Salam" userId="5bc04053-34d1-46af-a9d4-ff754460ad4b" providerId="ADAL" clId="{76D53FD3-137B-42A7-8814-A5128FB68CB9}" dt="2023-10-30T03:23:50.545" v="0"/>
        <pc:sldMkLst>
          <pc:docMk/>
          <pc:sldMk cId="0" sldId="342"/>
        </pc:sldMkLst>
      </pc:sldChg>
      <pc:sldChg chg="add">
        <pc:chgData name="Zailan Arabee Abdul Salam" userId="5bc04053-34d1-46af-a9d4-ff754460ad4b" providerId="ADAL" clId="{76D53FD3-137B-42A7-8814-A5128FB68CB9}" dt="2023-10-30T03:23:50.545" v="0"/>
        <pc:sldMkLst>
          <pc:docMk/>
          <pc:sldMk cId="0" sldId="344"/>
        </pc:sldMkLst>
      </pc:sldChg>
      <pc:sldChg chg="add">
        <pc:chgData name="Zailan Arabee Abdul Salam" userId="5bc04053-34d1-46af-a9d4-ff754460ad4b" providerId="ADAL" clId="{76D53FD3-137B-42A7-8814-A5128FB68CB9}" dt="2023-10-30T03:23:50.545" v="0"/>
        <pc:sldMkLst>
          <pc:docMk/>
          <pc:sldMk cId="0" sldId="345"/>
        </pc:sldMkLst>
      </pc:sldChg>
      <pc:sldChg chg="add">
        <pc:chgData name="Zailan Arabee Abdul Salam" userId="5bc04053-34d1-46af-a9d4-ff754460ad4b" providerId="ADAL" clId="{76D53FD3-137B-42A7-8814-A5128FB68CB9}" dt="2023-10-30T03:23:50.545" v="0"/>
        <pc:sldMkLst>
          <pc:docMk/>
          <pc:sldMk cId="0" sldId="346"/>
        </pc:sldMkLst>
      </pc:sldChg>
      <pc:sldChg chg="del">
        <pc:chgData name="Zailan Arabee Abdul Salam" userId="5bc04053-34d1-46af-a9d4-ff754460ad4b" providerId="ADAL" clId="{76D53FD3-137B-42A7-8814-A5128FB68CB9}" dt="2023-10-30T03:24:22.666" v="2" actId="47"/>
        <pc:sldMkLst>
          <pc:docMk/>
          <pc:sldMk cId="2581059157" sldId="384"/>
        </pc:sldMkLst>
      </pc:sldChg>
      <pc:sldChg chg="del">
        <pc:chgData name="Zailan Arabee Abdul Salam" userId="5bc04053-34d1-46af-a9d4-ff754460ad4b" providerId="ADAL" clId="{76D53FD3-137B-42A7-8814-A5128FB68CB9}" dt="2023-10-30T03:24:22.666" v="2" actId="47"/>
        <pc:sldMkLst>
          <pc:docMk/>
          <pc:sldMk cId="1732822587" sldId="385"/>
        </pc:sldMkLst>
      </pc:sldChg>
      <pc:sldChg chg="del">
        <pc:chgData name="Zailan Arabee Abdul Salam" userId="5bc04053-34d1-46af-a9d4-ff754460ad4b" providerId="ADAL" clId="{76D53FD3-137B-42A7-8814-A5128FB68CB9}" dt="2023-10-30T03:24:22.666" v="2" actId="47"/>
        <pc:sldMkLst>
          <pc:docMk/>
          <pc:sldMk cId="1800784675" sldId="386"/>
        </pc:sldMkLst>
      </pc:sldChg>
      <pc:sldChg chg="del">
        <pc:chgData name="Zailan Arabee Abdul Salam" userId="5bc04053-34d1-46af-a9d4-ff754460ad4b" providerId="ADAL" clId="{76D53FD3-137B-42A7-8814-A5128FB68CB9}" dt="2023-10-30T03:24:22.666" v="2" actId="47"/>
        <pc:sldMkLst>
          <pc:docMk/>
          <pc:sldMk cId="509633848" sldId="387"/>
        </pc:sldMkLst>
      </pc:sldChg>
      <pc:sldChg chg="del">
        <pc:chgData name="Zailan Arabee Abdul Salam" userId="5bc04053-34d1-46af-a9d4-ff754460ad4b" providerId="ADAL" clId="{76D53FD3-137B-42A7-8814-A5128FB68CB9}" dt="2023-10-30T03:24:22.666" v="2" actId="47"/>
        <pc:sldMkLst>
          <pc:docMk/>
          <pc:sldMk cId="0" sldId="388"/>
        </pc:sldMkLst>
      </pc:sldChg>
      <pc:sldChg chg="del">
        <pc:chgData name="Zailan Arabee Abdul Salam" userId="5bc04053-34d1-46af-a9d4-ff754460ad4b" providerId="ADAL" clId="{76D53FD3-137B-42A7-8814-A5128FB68CB9}" dt="2023-10-30T03:24:22.666" v="2" actId="47"/>
        <pc:sldMkLst>
          <pc:docMk/>
          <pc:sldMk cId="728493372" sldId="389"/>
        </pc:sldMkLst>
      </pc:sldChg>
      <pc:sldChg chg="del">
        <pc:chgData name="Zailan Arabee Abdul Salam" userId="5bc04053-34d1-46af-a9d4-ff754460ad4b" providerId="ADAL" clId="{76D53FD3-137B-42A7-8814-A5128FB68CB9}" dt="2023-10-30T03:24:22.666" v="2" actId="47"/>
        <pc:sldMkLst>
          <pc:docMk/>
          <pc:sldMk cId="2543501658" sldId="390"/>
        </pc:sldMkLst>
      </pc:sldChg>
      <pc:sldChg chg="del">
        <pc:chgData name="Zailan Arabee Abdul Salam" userId="5bc04053-34d1-46af-a9d4-ff754460ad4b" providerId="ADAL" clId="{76D53FD3-137B-42A7-8814-A5128FB68CB9}" dt="2023-10-30T03:24:22.666" v="2" actId="47"/>
        <pc:sldMkLst>
          <pc:docMk/>
          <pc:sldMk cId="4253409991" sldId="391"/>
        </pc:sldMkLst>
      </pc:sldChg>
      <pc:sldChg chg="del">
        <pc:chgData name="Zailan Arabee Abdul Salam" userId="5bc04053-34d1-46af-a9d4-ff754460ad4b" providerId="ADAL" clId="{76D53FD3-137B-42A7-8814-A5128FB68CB9}" dt="2023-10-30T03:24:22.666" v="2" actId="47"/>
        <pc:sldMkLst>
          <pc:docMk/>
          <pc:sldMk cId="0" sldId="392"/>
        </pc:sldMkLst>
      </pc:sldChg>
      <pc:sldChg chg="del">
        <pc:chgData name="Zailan Arabee Abdul Salam" userId="5bc04053-34d1-46af-a9d4-ff754460ad4b" providerId="ADAL" clId="{76D53FD3-137B-42A7-8814-A5128FB68CB9}" dt="2023-10-30T03:24:22.666" v="2" actId="47"/>
        <pc:sldMkLst>
          <pc:docMk/>
          <pc:sldMk cId="0" sldId="393"/>
        </pc:sldMkLst>
      </pc:sldChg>
      <pc:sldChg chg="del">
        <pc:chgData name="Zailan Arabee Abdul Salam" userId="5bc04053-34d1-46af-a9d4-ff754460ad4b" providerId="ADAL" clId="{76D53FD3-137B-42A7-8814-A5128FB68CB9}" dt="2023-10-30T03:24:22.666" v="2" actId="47"/>
        <pc:sldMkLst>
          <pc:docMk/>
          <pc:sldMk cId="0" sldId="394"/>
        </pc:sldMkLst>
      </pc:sldChg>
      <pc:sldChg chg="del">
        <pc:chgData name="Zailan Arabee Abdul Salam" userId="5bc04053-34d1-46af-a9d4-ff754460ad4b" providerId="ADAL" clId="{76D53FD3-137B-42A7-8814-A5128FB68CB9}" dt="2023-10-30T03:24:22.666" v="2" actId="47"/>
        <pc:sldMkLst>
          <pc:docMk/>
          <pc:sldMk cId="0" sldId="395"/>
        </pc:sldMkLst>
      </pc:sldChg>
      <pc:sldChg chg="del">
        <pc:chgData name="Zailan Arabee Abdul Salam" userId="5bc04053-34d1-46af-a9d4-ff754460ad4b" providerId="ADAL" clId="{76D53FD3-137B-42A7-8814-A5128FB68CB9}" dt="2023-10-30T03:24:22.666" v="2" actId="47"/>
        <pc:sldMkLst>
          <pc:docMk/>
          <pc:sldMk cId="0" sldId="396"/>
        </pc:sldMkLst>
      </pc:sldChg>
      <pc:sldChg chg="add">
        <pc:chgData name="Zailan Arabee Abdul Salam" userId="5bc04053-34d1-46af-a9d4-ff754460ad4b" providerId="ADAL" clId="{76D53FD3-137B-42A7-8814-A5128FB68CB9}" dt="2023-10-30T03:23:50.545" v="0"/>
        <pc:sldMkLst>
          <pc:docMk/>
          <pc:sldMk cId="0" sldId="453"/>
        </pc:sldMkLst>
      </pc:sldChg>
      <pc:sldChg chg="add">
        <pc:chgData name="Zailan Arabee Abdul Salam" userId="5bc04053-34d1-46af-a9d4-ff754460ad4b" providerId="ADAL" clId="{76D53FD3-137B-42A7-8814-A5128FB68CB9}" dt="2023-10-30T03:23:50.545" v="0"/>
        <pc:sldMkLst>
          <pc:docMk/>
          <pc:sldMk cId="0" sldId="454"/>
        </pc:sldMkLst>
      </pc:sldChg>
      <pc:sldChg chg="add">
        <pc:chgData name="Zailan Arabee Abdul Salam" userId="5bc04053-34d1-46af-a9d4-ff754460ad4b" providerId="ADAL" clId="{76D53FD3-137B-42A7-8814-A5128FB68CB9}" dt="2023-10-30T03:23:50.545" v="0"/>
        <pc:sldMkLst>
          <pc:docMk/>
          <pc:sldMk cId="0" sldId="455"/>
        </pc:sldMkLst>
      </pc:sldChg>
      <pc:sldChg chg="add">
        <pc:chgData name="Zailan Arabee Abdul Salam" userId="5bc04053-34d1-46af-a9d4-ff754460ad4b" providerId="ADAL" clId="{76D53FD3-137B-42A7-8814-A5128FB68CB9}" dt="2023-10-30T03:23:50.545" v="0"/>
        <pc:sldMkLst>
          <pc:docMk/>
          <pc:sldMk cId="0" sldId="456"/>
        </pc:sldMkLst>
      </pc:sldChg>
      <pc:sldChg chg="add">
        <pc:chgData name="Zailan Arabee Abdul Salam" userId="5bc04053-34d1-46af-a9d4-ff754460ad4b" providerId="ADAL" clId="{76D53FD3-137B-42A7-8814-A5128FB68CB9}" dt="2023-10-30T03:23:50.545" v="0"/>
        <pc:sldMkLst>
          <pc:docMk/>
          <pc:sldMk cId="0" sldId="457"/>
        </pc:sldMkLst>
      </pc:sldChg>
      <pc:sldChg chg="add">
        <pc:chgData name="Zailan Arabee Abdul Salam" userId="5bc04053-34d1-46af-a9d4-ff754460ad4b" providerId="ADAL" clId="{76D53FD3-137B-42A7-8814-A5128FB68CB9}" dt="2023-10-30T03:23:50.545" v="0"/>
        <pc:sldMkLst>
          <pc:docMk/>
          <pc:sldMk cId="0" sldId="458"/>
        </pc:sldMkLst>
      </pc:sldChg>
      <pc:sldChg chg="add">
        <pc:chgData name="Zailan Arabee Abdul Salam" userId="5bc04053-34d1-46af-a9d4-ff754460ad4b" providerId="ADAL" clId="{76D53FD3-137B-42A7-8814-A5128FB68CB9}" dt="2023-10-30T03:23:50.545" v="0"/>
        <pc:sldMkLst>
          <pc:docMk/>
          <pc:sldMk cId="0" sldId="459"/>
        </pc:sldMkLst>
      </pc:sldChg>
      <pc:sldChg chg="add">
        <pc:chgData name="Zailan Arabee Abdul Salam" userId="5bc04053-34d1-46af-a9d4-ff754460ad4b" providerId="ADAL" clId="{76D53FD3-137B-42A7-8814-A5128FB68CB9}" dt="2023-10-30T03:23:50.545" v="0"/>
        <pc:sldMkLst>
          <pc:docMk/>
          <pc:sldMk cId="0" sldId="460"/>
        </pc:sldMkLst>
      </pc:sldChg>
      <pc:sldChg chg="add">
        <pc:chgData name="Zailan Arabee Abdul Salam" userId="5bc04053-34d1-46af-a9d4-ff754460ad4b" providerId="ADAL" clId="{76D53FD3-137B-42A7-8814-A5128FB68CB9}" dt="2023-10-30T03:23:50.545" v="0"/>
        <pc:sldMkLst>
          <pc:docMk/>
          <pc:sldMk cId="0" sldId="461"/>
        </pc:sldMkLst>
      </pc:sldChg>
      <pc:sldChg chg="add">
        <pc:chgData name="Zailan Arabee Abdul Salam" userId="5bc04053-34d1-46af-a9d4-ff754460ad4b" providerId="ADAL" clId="{76D53FD3-137B-42A7-8814-A5128FB68CB9}" dt="2023-10-30T03:23:50.545" v="0"/>
        <pc:sldMkLst>
          <pc:docMk/>
          <pc:sldMk cId="0" sldId="462"/>
        </pc:sldMkLst>
      </pc:sldChg>
      <pc:sldChg chg="add">
        <pc:chgData name="Zailan Arabee Abdul Salam" userId="5bc04053-34d1-46af-a9d4-ff754460ad4b" providerId="ADAL" clId="{76D53FD3-137B-42A7-8814-A5128FB68CB9}" dt="2023-10-30T03:23:50.545" v="0"/>
        <pc:sldMkLst>
          <pc:docMk/>
          <pc:sldMk cId="0" sldId="463"/>
        </pc:sldMkLst>
      </pc:sldChg>
      <pc:sldChg chg="add">
        <pc:chgData name="Zailan Arabee Abdul Salam" userId="5bc04053-34d1-46af-a9d4-ff754460ad4b" providerId="ADAL" clId="{76D53FD3-137B-42A7-8814-A5128FB68CB9}" dt="2023-10-30T03:23:50.545" v="0"/>
        <pc:sldMkLst>
          <pc:docMk/>
          <pc:sldMk cId="0" sldId="464"/>
        </pc:sldMkLst>
      </pc:sldChg>
      <pc:sldChg chg="add">
        <pc:chgData name="Zailan Arabee Abdul Salam" userId="5bc04053-34d1-46af-a9d4-ff754460ad4b" providerId="ADAL" clId="{76D53FD3-137B-42A7-8814-A5128FB68CB9}" dt="2023-10-30T03:23:50.545" v="0"/>
        <pc:sldMkLst>
          <pc:docMk/>
          <pc:sldMk cId="1184319698" sldId="465"/>
        </pc:sldMkLst>
      </pc:sldChg>
      <pc:sldChg chg="add">
        <pc:chgData name="Zailan Arabee Abdul Salam" userId="5bc04053-34d1-46af-a9d4-ff754460ad4b" providerId="ADAL" clId="{76D53FD3-137B-42A7-8814-A5128FB68CB9}" dt="2023-10-30T03:23:50.545" v="0"/>
        <pc:sldMkLst>
          <pc:docMk/>
          <pc:sldMk cId="3912884228" sldId="466"/>
        </pc:sldMkLst>
      </pc:sldChg>
      <pc:sldChg chg="add">
        <pc:chgData name="Zailan Arabee Abdul Salam" userId="5bc04053-34d1-46af-a9d4-ff754460ad4b" providerId="ADAL" clId="{76D53FD3-137B-42A7-8814-A5128FB68CB9}" dt="2023-10-30T03:23:50.545" v="0"/>
        <pc:sldMkLst>
          <pc:docMk/>
          <pc:sldMk cId="0" sldId="467"/>
        </pc:sldMkLst>
      </pc:sldChg>
      <pc:sldChg chg="add">
        <pc:chgData name="Zailan Arabee Abdul Salam" userId="5bc04053-34d1-46af-a9d4-ff754460ad4b" providerId="ADAL" clId="{76D53FD3-137B-42A7-8814-A5128FB68CB9}" dt="2023-10-30T03:23:50.545" v="0"/>
        <pc:sldMkLst>
          <pc:docMk/>
          <pc:sldMk cId="0" sldId="468"/>
        </pc:sldMkLst>
      </pc:sldChg>
      <pc:sldChg chg="add">
        <pc:chgData name="Zailan Arabee Abdul Salam" userId="5bc04053-34d1-46af-a9d4-ff754460ad4b" providerId="ADAL" clId="{76D53FD3-137B-42A7-8814-A5128FB68CB9}" dt="2023-10-30T03:23:50.545" v="0"/>
        <pc:sldMkLst>
          <pc:docMk/>
          <pc:sldMk cId="0" sldId="469"/>
        </pc:sldMkLst>
      </pc:sldChg>
      <pc:sldChg chg="add">
        <pc:chgData name="Zailan Arabee Abdul Salam" userId="5bc04053-34d1-46af-a9d4-ff754460ad4b" providerId="ADAL" clId="{76D53FD3-137B-42A7-8814-A5128FB68CB9}" dt="2023-10-30T03:23:50.545" v="0"/>
        <pc:sldMkLst>
          <pc:docMk/>
          <pc:sldMk cId="0" sldId="470"/>
        </pc:sldMkLst>
      </pc:sldChg>
      <pc:sldChg chg="add">
        <pc:chgData name="Zailan Arabee Abdul Salam" userId="5bc04053-34d1-46af-a9d4-ff754460ad4b" providerId="ADAL" clId="{76D53FD3-137B-42A7-8814-A5128FB68CB9}" dt="2023-10-30T03:23:50.545" v="0"/>
        <pc:sldMkLst>
          <pc:docMk/>
          <pc:sldMk cId="0" sldId="471"/>
        </pc:sldMkLst>
      </pc:sldChg>
      <pc:sldChg chg="add">
        <pc:chgData name="Zailan Arabee Abdul Salam" userId="5bc04053-34d1-46af-a9d4-ff754460ad4b" providerId="ADAL" clId="{76D53FD3-137B-42A7-8814-A5128FB68CB9}" dt="2023-10-30T03:23:50.545" v="0"/>
        <pc:sldMkLst>
          <pc:docMk/>
          <pc:sldMk cId="0" sldId="472"/>
        </pc:sldMkLst>
      </pc:sldChg>
      <pc:sldChg chg="add">
        <pc:chgData name="Zailan Arabee Abdul Salam" userId="5bc04053-34d1-46af-a9d4-ff754460ad4b" providerId="ADAL" clId="{76D53FD3-137B-42A7-8814-A5128FB68CB9}" dt="2023-10-30T03:23:50.545" v="0"/>
        <pc:sldMkLst>
          <pc:docMk/>
          <pc:sldMk cId="0" sldId="473"/>
        </pc:sldMkLst>
      </pc:sldChg>
      <pc:sldChg chg="add">
        <pc:chgData name="Zailan Arabee Abdul Salam" userId="5bc04053-34d1-46af-a9d4-ff754460ad4b" providerId="ADAL" clId="{76D53FD3-137B-42A7-8814-A5128FB68CB9}" dt="2023-10-30T03:23:50.545" v="0"/>
        <pc:sldMkLst>
          <pc:docMk/>
          <pc:sldMk cId="0" sldId="474"/>
        </pc:sldMkLst>
      </pc:sldChg>
      <pc:sldChg chg="add">
        <pc:chgData name="Zailan Arabee Abdul Salam" userId="5bc04053-34d1-46af-a9d4-ff754460ad4b" providerId="ADAL" clId="{76D53FD3-137B-42A7-8814-A5128FB68CB9}" dt="2023-10-30T03:23:50.545" v="0"/>
        <pc:sldMkLst>
          <pc:docMk/>
          <pc:sldMk cId="0" sldId="475"/>
        </pc:sldMkLst>
      </pc:sldChg>
      <pc:sldChg chg="add">
        <pc:chgData name="Zailan Arabee Abdul Salam" userId="5bc04053-34d1-46af-a9d4-ff754460ad4b" providerId="ADAL" clId="{76D53FD3-137B-42A7-8814-A5128FB68CB9}" dt="2023-10-30T03:23:50.545" v="0"/>
        <pc:sldMkLst>
          <pc:docMk/>
          <pc:sldMk cId="0" sldId="476"/>
        </pc:sldMkLst>
      </pc:sldChg>
      <pc:sldChg chg="add">
        <pc:chgData name="Zailan Arabee Abdul Salam" userId="5bc04053-34d1-46af-a9d4-ff754460ad4b" providerId="ADAL" clId="{76D53FD3-137B-42A7-8814-A5128FB68CB9}" dt="2023-10-30T03:23:50.545" v="0"/>
        <pc:sldMkLst>
          <pc:docMk/>
          <pc:sldMk cId="0" sldId="477"/>
        </pc:sldMkLst>
      </pc:sldChg>
      <pc:sldChg chg="add">
        <pc:chgData name="Zailan Arabee Abdul Salam" userId="5bc04053-34d1-46af-a9d4-ff754460ad4b" providerId="ADAL" clId="{76D53FD3-137B-42A7-8814-A5128FB68CB9}" dt="2023-10-30T03:23:50.545" v="0"/>
        <pc:sldMkLst>
          <pc:docMk/>
          <pc:sldMk cId="0" sldId="478"/>
        </pc:sldMkLst>
      </pc:sldChg>
      <pc:sldChg chg="add">
        <pc:chgData name="Zailan Arabee Abdul Salam" userId="5bc04053-34d1-46af-a9d4-ff754460ad4b" providerId="ADAL" clId="{76D53FD3-137B-42A7-8814-A5128FB68CB9}" dt="2023-10-30T03:23:50.545" v="0"/>
        <pc:sldMkLst>
          <pc:docMk/>
          <pc:sldMk cId="0" sldId="480"/>
        </pc:sldMkLst>
      </pc:sldChg>
      <pc:sldChg chg="add">
        <pc:chgData name="Zailan Arabee Abdul Salam" userId="5bc04053-34d1-46af-a9d4-ff754460ad4b" providerId="ADAL" clId="{76D53FD3-137B-42A7-8814-A5128FB68CB9}" dt="2023-10-30T03:23:50.545" v="0"/>
        <pc:sldMkLst>
          <pc:docMk/>
          <pc:sldMk cId="0" sldId="481"/>
        </pc:sldMkLst>
      </pc:sldChg>
      <pc:sldChg chg="add">
        <pc:chgData name="Zailan Arabee Abdul Salam" userId="5bc04053-34d1-46af-a9d4-ff754460ad4b" providerId="ADAL" clId="{76D53FD3-137B-42A7-8814-A5128FB68CB9}" dt="2023-10-30T03:23:50.545" v="0"/>
        <pc:sldMkLst>
          <pc:docMk/>
          <pc:sldMk cId="0" sldId="482"/>
        </pc:sldMkLst>
      </pc:sldChg>
      <pc:sldChg chg="add">
        <pc:chgData name="Zailan Arabee Abdul Salam" userId="5bc04053-34d1-46af-a9d4-ff754460ad4b" providerId="ADAL" clId="{76D53FD3-137B-42A7-8814-A5128FB68CB9}" dt="2023-10-30T03:23:50.545" v="0"/>
        <pc:sldMkLst>
          <pc:docMk/>
          <pc:sldMk cId="3564082965" sldId="485"/>
        </pc:sldMkLst>
      </pc:sldChg>
      <pc:sldChg chg="add">
        <pc:chgData name="Zailan Arabee Abdul Salam" userId="5bc04053-34d1-46af-a9d4-ff754460ad4b" providerId="ADAL" clId="{76D53FD3-137B-42A7-8814-A5128FB68CB9}" dt="2023-10-30T03:23:50.545" v="0"/>
        <pc:sldMkLst>
          <pc:docMk/>
          <pc:sldMk cId="3254383725" sldId="486"/>
        </pc:sldMkLst>
      </pc:sldChg>
      <pc:sldChg chg="add">
        <pc:chgData name="Zailan Arabee Abdul Salam" userId="5bc04053-34d1-46af-a9d4-ff754460ad4b" providerId="ADAL" clId="{76D53FD3-137B-42A7-8814-A5128FB68CB9}" dt="2023-10-30T03:23:50.545" v="0"/>
        <pc:sldMkLst>
          <pc:docMk/>
          <pc:sldMk cId="1414928201" sldId="487"/>
        </pc:sldMkLst>
      </pc:sldChg>
      <pc:sldChg chg="add">
        <pc:chgData name="Zailan Arabee Abdul Salam" userId="5bc04053-34d1-46af-a9d4-ff754460ad4b" providerId="ADAL" clId="{76D53FD3-137B-42A7-8814-A5128FB68CB9}" dt="2023-10-30T03:23:50.545" v="0"/>
        <pc:sldMkLst>
          <pc:docMk/>
          <pc:sldMk cId="1439302342" sldId="488"/>
        </pc:sldMkLst>
      </pc:sldChg>
      <pc:sldChg chg="add">
        <pc:chgData name="Zailan Arabee Abdul Salam" userId="5bc04053-34d1-46af-a9d4-ff754460ad4b" providerId="ADAL" clId="{76D53FD3-137B-42A7-8814-A5128FB68CB9}" dt="2023-10-30T03:23:50.545" v="0"/>
        <pc:sldMkLst>
          <pc:docMk/>
          <pc:sldMk cId="3734300543" sldId="489"/>
        </pc:sldMkLst>
      </pc:sldChg>
      <pc:sldChg chg="add">
        <pc:chgData name="Zailan Arabee Abdul Salam" userId="5bc04053-34d1-46af-a9d4-ff754460ad4b" providerId="ADAL" clId="{76D53FD3-137B-42A7-8814-A5128FB68CB9}" dt="2023-10-30T03:23:50.545" v="0"/>
        <pc:sldMkLst>
          <pc:docMk/>
          <pc:sldMk cId="1332866878" sldId="490"/>
        </pc:sldMkLst>
      </pc:sldChg>
      <pc:sldChg chg="add">
        <pc:chgData name="Zailan Arabee Abdul Salam" userId="5bc04053-34d1-46af-a9d4-ff754460ad4b" providerId="ADAL" clId="{76D53FD3-137B-42A7-8814-A5128FB68CB9}" dt="2023-10-30T03:23:50.545" v="0"/>
        <pc:sldMkLst>
          <pc:docMk/>
          <pc:sldMk cId="51422715" sldId="491"/>
        </pc:sldMkLst>
      </pc:sldChg>
      <pc:sldChg chg="add">
        <pc:chgData name="Zailan Arabee Abdul Salam" userId="5bc04053-34d1-46af-a9d4-ff754460ad4b" providerId="ADAL" clId="{76D53FD3-137B-42A7-8814-A5128FB68CB9}" dt="2023-10-30T03:23:50.545" v="0"/>
        <pc:sldMkLst>
          <pc:docMk/>
          <pc:sldMk cId="1500488050" sldId="498"/>
        </pc:sldMkLst>
      </pc:sldChg>
      <pc:sldChg chg="add">
        <pc:chgData name="Zailan Arabee Abdul Salam" userId="5bc04053-34d1-46af-a9d4-ff754460ad4b" providerId="ADAL" clId="{76D53FD3-137B-42A7-8814-A5128FB68CB9}" dt="2023-10-30T03:23:50.545" v="0"/>
        <pc:sldMkLst>
          <pc:docMk/>
          <pc:sldMk cId="2885538886" sldId="499"/>
        </pc:sldMkLst>
      </pc:sldChg>
      <pc:sldChg chg="add">
        <pc:chgData name="Zailan Arabee Abdul Salam" userId="5bc04053-34d1-46af-a9d4-ff754460ad4b" providerId="ADAL" clId="{76D53FD3-137B-42A7-8814-A5128FB68CB9}" dt="2023-10-30T03:23:50.545" v="0"/>
        <pc:sldMkLst>
          <pc:docMk/>
          <pc:sldMk cId="4062332636" sldId="500"/>
        </pc:sldMkLst>
      </pc:sldChg>
      <pc:sldChg chg="add">
        <pc:chgData name="Zailan Arabee Abdul Salam" userId="5bc04053-34d1-46af-a9d4-ff754460ad4b" providerId="ADAL" clId="{76D53FD3-137B-42A7-8814-A5128FB68CB9}" dt="2023-10-30T03:23:50.545" v="0"/>
        <pc:sldMkLst>
          <pc:docMk/>
          <pc:sldMk cId="3145781160" sldId="501"/>
        </pc:sldMkLst>
      </pc:sldChg>
      <pc:sldChg chg="add">
        <pc:chgData name="Zailan Arabee Abdul Salam" userId="5bc04053-34d1-46af-a9d4-ff754460ad4b" providerId="ADAL" clId="{76D53FD3-137B-42A7-8814-A5128FB68CB9}" dt="2023-10-30T03:23:50.545" v="0"/>
        <pc:sldMkLst>
          <pc:docMk/>
          <pc:sldMk cId="3824347951" sldId="502"/>
        </pc:sldMkLst>
      </pc:sldChg>
      <pc:sldChg chg="add">
        <pc:chgData name="Zailan Arabee Abdul Salam" userId="5bc04053-34d1-46af-a9d4-ff754460ad4b" providerId="ADAL" clId="{76D53FD3-137B-42A7-8814-A5128FB68CB9}" dt="2023-10-30T03:23:50.545" v="0"/>
        <pc:sldMkLst>
          <pc:docMk/>
          <pc:sldMk cId="3333830559" sldId="503"/>
        </pc:sldMkLst>
      </pc:sldChg>
      <pc:sldChg chg="add">
        <pc:chgData name="Zailan Arabee Abdul Salam" userId="5bc04053-34d1-46af-a9d4-ff754460ad4b" providerId="ADAL" clId="{76D53FD3-137B-42A7-8814-A5128FB68CB9}" dt="2023-10-30T03:23:50.545" v="0"/>
        <pc:sldMkLst>
          <pc:docMk/>
          <pc:sldMk cId="4126277076" sldId="504"/>
        </pc:sldMkLst>
      </pc:sldChg>
      <pc:sldChg chg="add">
        <pc:chgData name="Zailan Arabee Abdul Salam" userId="5bc04053-34d1-46af-a9d4-ff754460ad4b" providerId="ADAL" clId="{76D53FD3-137B-42A7-8814-A5128FB68CB9}" dt="2023-10-30T03:23:50.545" v="0"/>
        <pc:sldMkLst>
          <pc:docMk/>
          <pc:sldMk cId="235118991" sldId="505"/>
        </pc:sldMkLst>
      </pc:sldChg>
      <pc:sldChg chg="add">
        <pc:chgData name="Zailan Arabee Abdul Salam" userId="5bc04053-34d1-46af-a9d4-ff754460ad4b" providerId="ADAL" clId="{76D53FD3-137B-42A7-8814-A5128FB68CB9}" dt="2023-10-30T03:23:50.545" v="0"/>
        <pc:sldMkLst>
          <pc:docMk/>
          <pc:sldMk cId="4223502574" sldId="506"/>
        </pc:sldMkLst>
      </pc:sldChg>
      <pc:sldChg chg="add">
        <pc:chgData name="Zailan Arabee Abdul Salam" userId="5bc04053-34d1-46af-a9d4-ff754460ad4b" providerId="ADAL" clId="{76D53FD3-137B-42A7-8814-A5128FB68CB9}" dt="2023-10-30T03:23:50.545" v="0"/>
        <pc:sldMkLst>
          <pc:docMk/>
          <pc:sldMk cId="2370038255" sldId="507"/>
        </pc:sldMkLst>
      </pc:sldChg>
      <pc:sldChg chg="add">
        <pc:chgData name="Zailan Arabee Abdul Salam" userId="5bc04053-34d1-46af-a9d4-ff754460ad4b" providerId="ADAL" clId="{76D53FD3-137B-42A7-8814-A5128FB68CB9}" dt="2023-10-30T03:23:50.545" v="0"/>
        <pc:sldMkLst>
          <pc:docMk/>
          <pc:sldMk cId="1998009960" sldId="508"/>
        </pc:sldMkLst>
      </pc:sldChg>
      <pc:sldChg chg="add">
        <pc:chgData name="Zailan Arabee Abdul Salam" userId="5bc04053-34d1-46af-a9d4-ff754460ad4b" providerId="ADAL" clId="{76D53FD3-137B-42A7-8814-A5128FB68CB9}" dt="2023-10-30T03:23:50.545" v="0"/>
        <pc:sldMkLst>
          <pc:docMk/>
          <pc:sldMk cId="1140105713" sldId="509"/>
        </pc:sldMkLst>
      </pc:sldChg>
      <pc:sldChg chg="add">
        <pc:chgData name="Zailan Arabee Abdul Salam" userId="5bc04053-34d1-46af-a9d4-ff754460ad4b" providerId="ADAL" clId="{76D53FD3-137B-42A7-8814-A5128FB68CB9}" dt="2023-10-30T03:23:50.545" v="0"/>
        <pc:sldMkLst>
          <pc:docMk/>
          <pc:sldMk cId="3367596249" sldId="510"/>
        </pc:sldMkLst>
      </pc:sldChg>
      <pc:sldChg chg="add">
        <pc:chgData name="Zailan Arabee Abdul Salam" userId="5bc04053-34d1-46af-a9d4-ff754460ad4b" providerId="ADAL" clId="{76D53FD3-137B-42A7-8814-A5128FB68CB9}" dt="2023-10-30T03:23:50.545" v="0"/>
        <pc:sldMkLst>
          <pc:docMk/>
          <pc:sldMk cId="1715310179" sldId="512"/>
        </pc:sldMkLst>
      </pc:sldChg>
      <pc:sldChg chg="add">
        <pc:chgData name="Zailan Arabee Abdul Salam" userId="5bc04053-34d1-46af-a9d4-ff754460ad4b" providerId="ADAL" clId="{76D53FD3-137B-42A7-8814-A5128FB68CB9}" dt="2023-10-30T03:23:50.545" v="0"/>
        <pc:sldMkLst>
          <pc:docMk/>
          <pc:sldMk cId="2439912198" sldId="513"/>
        </pc:sldMkLst>
      </pc:sldChg>
      <pc:sldChg chg="add">
        <pc:chgData name="Zailan Arabee Abdul Salam" userId="5bc04053-34d1-46af-a9d4-ff754460ad4b" providerId="ADAL" clId="{76D53FD3-137B-42A7-8814-A5128FB68CB9}" dt="2023-10-30T03:23:50.545" v="0"/>
        <pc:sldMkLst>
          <pc:docMk/>
          <pc:sldMk cId="2911786166" sldId="514"/>
        </pc:sldMkLst>
      </pc:sldChg>
      <pc:sldChg chg="add">
        <pc:chgData name="Zailan Arabee Abdul Salam" userId="5bc04053-34d1-46af-a9d4-ff754460ad4b" providerId="ADAL" clId="{76D53FD3-137B-42A7-8814-A5128FB68CB9}" dt="2023-10-30T03:23:50.545" v="0"/>
        <pc:sldMkLst>
          <pc:docMk/>
          <pc:sldMk cId="2066858650" sldId="1891"/>
        </pc:sldMkLst>
      </pc:sldChg>
      <pc:sldChg chg="add">
        <pc:chgData name="Zailan Arabee Abdul Salam" userId="5bc04053-34d1-46af-a9d4-ff754460ad4b" providerId="ADAL" clId="{76D53FD3-137B-42A7-8814-A5128FB68CB9}" dt="2023-10-30T03:23:50.545" v="0"/>
        <pc:sldMkLst>
          <pc:docMk/>
          <pc:sldMk cId="2774009567" sldId="1892"/>
        </pc:sldMkLst>
      </pc:sldChg>
      <pc:sldChg chg="add">
        <pc:chgData name="Zailan Arabee Abdul Salam" userId="5bc04053-34d1-46af-a9d4-ff754460ad4b" providerId="ADAL" clId="{76D53FD3-137B-42A7-8814-A5128FB68CB9}" dt="2023-10-30T03:23:50.545" v="0"/>
        <pc:sldMkLst>
          <pc:docMk/>
          <pc:sldMk cId="3477102949" sldId="1893"/>
        </pc:sldMkLst>
      </pc:sldChg>
      <pc:sldChg chg="add">
        <pc:chgData name="Zailan Arabee Abdul Salam" userId="5bc04053-34d1-46af-a9d4-ff754460ad4b" providerId="ADAL" clId="{76D53FD3-137B-42A7-8814-A5128FB68CB9}" dt="2023-10-30T03:23:50.545" v="0"/>
        <pc:sldMkLst>
          <pc:docMk/>
          <pc:sldMk cId="1208853802" sldId="1898"/>
        </pc:sldMkLst>
      </pc:sldChg>
      <pc:sldChg chg="add">
        <pc:chgData name="Zailan Arabee Abdul Salam" userId="5bc04053-34d1-46af-a9d4-ff754460ad4b" providerId="ADAL" clId="{76D53FD3-137B-42A7-8814-A5128FB68CB9}" dt="2023-10-30T03:23:50.545" v="0"/>
        <pc:sldMkLst>
          <pc:docMk/>
          <pc:sldMk cId="2426269947" sldId="1899"/>
        </pc:sldMkLst>
      </pc:sldChg>
      <pc:sldChg chg="add">
        <pc:chgData name="Zailan Arabee Abdul Salam" userId="5bc04053-34d1-46af-a9d4-ff754460ad4b" providerId="ADAL" clId="{76D53FD3-137B-42A7-8814-A5128FB68CB9}" dt="2023-10-30T03:23:50.545" v="0"/>
        <pc:sldMkLst>
          <pc:docMk/>
          <pc:sldMk cId="2377559160" sldId="1901"/>
        </pc:sldMkLst>
      </pc:sldChg>
      <pc:sldChg chg="add">
        <pc:chgData name="Zailan Arabee Abdul Salam" userId="5bc04053-34d1-46af-a9d4-ff754460ad4b" providerId="ADAL" clId="{76D53FD3-137B-42A7-8814-A5128FB68CB9}" dt="2023-10-30T03:23:50.545" v="0"/>
        <pc:sldMkLst>
          <pc:docMk/>
          <pc:sldMk cId="1302651925" sldId="1902"/>
        </pc:sldMkLst>
      </pc:sldChg>
      <pc:sldChg chg="add">
        <pc:chgData name="Zailan Arabee Abdul Salam" userId="5bc04053-34d1-46af-a9d4-ff754460ad4b" providerId="ADAL" clId="{76D53FD3-137B-42A7-8814-A5128FB68CB9}" dt="2023-10-30T03:23:50.545" v="0"/>
        <pc:sldMkLst>
          <pc:docMk/>
          <pc:sldMk cId="1917068273" sldId="1903"/>
        </pc:sldMkLst>
      </pc:sldChg>
      <pc:sldChg chg="add">
        <pc:chgData name="Zailan Arabee Abdul Salam" userId="5bc04053-34d1-46af-a9d4-ff754460ad4b" providerId="ADAL" clId="{76D53FD3-137B-42A7-8814-A5128FB68CB9}" dt="2023-10-30T03:23:50.545" v="0"/>
        <pc:sldMkLst>
          <pc:docMk/>
          <pc:sldMk cId="3895380168" sldId="1905"/>
        </pc:sldMkLst>
      </pc:sldChg>
      <pc:sldChg chg="add">
        <pc:chgData name="Zailan Arabee Abdul Salam" userId="5bc04053-34d1-46af-a9d4-ff754460ad4b" providerId="ADAL" clId="{76D53FD3-137B-42A7-8814-A5128FB68CB9}" dt="2023-10-30T03:23:50.545" v="0"/>
        <pc:sldMkLst>
          <pc:docMk/>
          <pc:sldMk cId="4255597957" sldId="1908"/>
        </pc:sldMkLst>
      </pc:sldChg>
      <pc:sldChg chg="add">
        <pc:chgData name="Zailan Arabee Abdul Salam" userId="5bc04053-34d1-46af-a9d4-ff754460ad4b" providerId="ADAL" clId="{76D53FD3-137B-42A7-8814-A5128FB68CB9}" dt="2023-10-30T03:23:50.545" v="0"/>
        <pc:sldMkLst>
          <pc:docMk/>
          <pc:sldMk cId="3773843950" sldId="1910"/>
        </pc:sldMkLst>
      </pc:sldChg>
      <pc:sldChg chg="add">
        <pc:chgData name="Zailan Arabee Abdul Salam" userId="5bc04053-34d1-46af-a9d4-ff754460ad4b" providerId="ADAL" clId="{76D53FD3-137B-42A7-8814-A5128FB68CB9}" dt="2023-10-30T03:23:50.545" v="0"/>
        <pc:sldMkLst>
          <pc:docMk/>
          <pc:sldMk cId="4230886124" sldId="1911"/>
        </pc:sldMkLst>
      </pc:sldChg>
      <pc:sldChg chg="add">
        <pc:chgData name="Zailan Arabee Abdul Salam" userId="5bc04053-34d1-46af-a9d4-ff754460ad4b" providerId="ADAL" clId="{76D53FD3-137B-42A7-8814-A5128FB68CB9}" dt="2023-10-30T03:23:50.545" v="0"/>
        <pc:sldMkLst>
          <pc:docMk/>
          <pc:sldMk cId="4072523526" sldId="1913"/>
        </pc:sldMkLst>
      </pc:sldChg>
      <pc:sldChg chg="add">
        <pc:chgData name="Zailan Arabee Abdul Salam" userId="5bc04053-34d1-46af-a9d4-ff754460ad4b" providerId="ADAL" clId="{76D53FD3-137B-42A7-8814-A5128FB68CB9}" dt="2023-10-30T03:23:50.545" v="0"/>
        <pc:sldMkLst>
          <pc:docMk/>
          <pc:sldMk cId="851357154" sldId="1914"/>
        </pc:sldMkLst>
      </pc:sldChg>
      <pc:sldChg chg="add">
        <pc:chgData name="Zailan Arabee Abdul Salam" userId="5bc04053-34d1-46af-a9d4-ff754460ad4b" providerId="ADAL" clId="{76D53FD3-137B-42A7-8814-A5128FB68CB9}" dt="2023-10-30T03:23:50.545" v="0"/>
        <pc:sldMkLst>
          <pc:docMk/>
          <pc:sldMk cId="298809152" sldId="1915"/>
        </pc:sldMkLst>
      </pc:sldChg>
      <pc:sldChg chg="add">
        <pc:chgData name="Zailan Arabee Abdul Salam" userId="5bc04053-34d1-46af-a9d4-ff754460ad4b" providerId="ADAL" clId="{76D53FD3-137B-42A7-8814-A5128FB68CB9}" dt="2023-10-30T03:23:50.545" v="0"/>
        <pc:sldMkLst>
          <pc:docMk/>
          <pc:sldMk cId="0" sldId="1916"/>
        </pc:sldMkLst>
      </pc:sldChg>
      <pc:sldChg chg="add">
        <pc:chgData name="Zailan Arabee Abdul Salam" userId="5bc04053-34d1-46af-a9d4-ff754460ad4b" providerId="ADAL" clId="{76D53FD3-137B-42A7-8814-A5128FB68CB9}" dt="2023-10-30T03:23:50.545" v="0"/>
        <pc:sldMkLst>
          <pc:docMk/>
          <pc:sldMk cId="0" sldId="1917"/>
        </pc:sldMkLst>
      </pc:sldChg>
      <pc:sldChg chg="add">
        <pc:chgData name="Zailan Arabee Abdul Salam" userId="5bc04053-34d1-46af-a9d4-ff754460ad4b" providerId="ADAL" clId="{76D53FD3-137B-42A7-8814-A5128FB68CB9}" dt="2023-10-30T03:23:50.545" v="0"/>
        <pc:sldMkLst>
          <pc:docMk/>
          <pc:sldMk cId="0" sldId="1918"/>
        </pc:sldMkLst>
      </pc:sldChg>
      <pc:sldChg chg="add">
        <pc:chgData name="Zailan Arabee Abdul Salam" userId="5bc04053-34d1-46af-a9d4-ff754460ad4b" providerId="ADAL" clId="{76D53FD3-137B-42A7-8814-A5128FB68CB9}" dt="2023-10-30T03:23:50.545" v="0"/>
        <pc:sldMkLst>
          <pc:docMk/>
          <pc:sldMk cId="3106057987" sldId="1919"/>
        </pc:sldMkLst>
      </pc:sldChg>
      <pc:sldChg chg="add">
        <pc:chgData name="Zailan Arabee Abdul Salam" userId="5bc04053-34d1-46af-a9d4-ff754460ad4b" providerId="ADAL" clId="{76D53FD3-137B-42A7-8814-A5128FB68CB9}" dt="2023-10-30T03:23:50.545" v="0"/>
        <pc:sldMkLst>
          <pc:docMk/>
          <pc:sldMk cId="0" sldId="1920"/>
        </pc:sldMkLst>
      </pc:sldChg>
      <pc:sldChg chg="add">
        <pc:chgData name="Zailan Arabee Abdul Salam" userId="5bc04053-34d1-46af-a9d4-ff754460ad4b" providerId="ADAL" clId="{76D53FD3-137B-42A7-8814-A5128FB68CB9}" dt="2023-10-30T03:23:50.545" v="0"/>
        <pc:sldMkLst>
          <pc:docMk/>
          <pc:sldMk cId="0" sldId="1921"/>
        </pc:sldMkLst>
      </pc:sldChg>
      <pc:sldChg chg="add">
        <pc:chgData name="Zailan Arabee Abdul Salam" userId="5bc04053-34d1-46af-a9d4-ff754460ad4b" providerId="ADAL" clId="{76D53FD3-137B-42A7-8814-A5128FB68CB9}" dt="2023-10-30T03:23:50.545" v="0"/>
        <pc:sldMkLst>
          <pc:docMk/>
          <pc:sldMk cId="0" sldId="1922"/>
        </pc:sldMkLst>
      </pc:sldChg>
      <pc:sldChg chg="add">
        <pc:chgData name="Zailan Arabee Abdul Salam" userId="5bc04053-34d1-46af-a9d4-ff754460ad4b" providerId="ADAL" clId="{76D53FD3-137B-42A7-8814-A5128FB68CB9}" dt="2023-10-30T03:23:50.545" v="0"/>
        <pc:sldMkLst>
          <pc:docMk/>
          <pc:sldMk cId="0" sldId="1923"/>
        </pc:sldMkLst>
      </pc:sldChg>
      <pc:sldChg chg="add">
        <pc:chgData name="Zailan Arabee Abdul Salam" userId="5bc04053-34d1-46af-a9d4-ff754460ad4b" providerId="ADAL" clId="{76D53FD3-137B-42A7-8814-A5128FB68CB9}" dt="2023-10-30T03:23:50.545" v="0"/>
        <pc:sldMkLst>
          <pc:docMk/>
          <pc:sldMk cId="0" sldId="1924"/>
        </pc:sldMkLst>
      </pc:sldChg>
      <pc:sldChg chg="add">
        <pc:chgData name="Zailan Arabee Abdul Salam" userId="5bc04053-34d1-46af-a9d4-ff754460ad4b" providerId="ADAL" clId="{76D53FD3-137B-42A7-8814-A5128FB68CB9}" dt="2023-10-30T03:23:50.545" v="0"/>
        <pc:sldMkLst>
          <pc:docMk/>
          <pc:sldMk cId="0" sldId="1925"/>
        </pc:sldMkLst>
      </pc:sldChg>
      <pc:sldChg chg="add">
        <pc:chgData name="Zailan Arabee Abdul Salam" userId="5bc04053-34d1-46af-a9d4-ff754460ad4b" providerId="ADAL" clId="{76D53FD3-137B-42A7-8814-A5128FB68CB9}" dt="2023-10-30T03:23:50.545" v="0"/>
        <pc:sldMkLst>
          <pc:docMk/>
          <pc:sldMk cId="0" sldId="1926"/>
        </pc:sldMkLst>
      </pc:sldChg>
      <pc:sldChg chg="add">
        <pc:chgData name="Zailan Arabee Abdul Salam" userId="5bc04053-34d1-46af-a9d4-ff754460ad4b" providerId="ADAL" clId="{76D53FD3-137B-42A7-8814-A5128FB68CB9}" dt="2023-10-30T03:23:50.545" v="0"/>
        <pc:sldMkLst>
          <pc:docMk/>
          <pc:sldMk cId="0" sldId="1927"/>
        </pc:sldMkLst>
      </pc:sldChg>
      <pc:sldChg chg="add">
        <pc:chgData name="Zailan Arabee Abdul Salam" userId="5bc04053-34d1-46af-a9d4-ff754460ad4b" providerId="ADAL" clId="{76D53FD3-137B-42A7-8814-A5128FB68CB9}" dt="2023-10-30T03:23:50.545" v="0"/>
        <pc:sldMkLst>
          <pc:docMk/>
          <pc:sldMk cId="0" sldId="1928"/>
        </pc:sldMkLst>
      </pc:sldChg>
      <pc:sldChg chg="add">
        <pc:chgData name="Zailan Arabee Abdul Salam" userId="5bc04053-34d1-46af-a9d4-ff754460ad4b" providerId="ADAL" clId="{76D53FD3-137B-42A7-8814-A5128FB68CB9}" dt="2023-10-30T03:23:50.545" v="0"/>
        <pc:sldMkLst>
          <pc:docMk/>
          <pc:sldMk cId="0" sldId="1929"/>
        </pc:sldMkLst>
      </pc:sldChg>
      <pc:sldChg chg="add">
        <pc:chgData name="Zailan Arabee Abdul Salam" userId="5bc04053-34d1-46af-a9d4-ff754460ad4b" providerId="ADAL" clId="{76D53FD3-137B-42A7-8814-A5128FB68CB9}" dt="2023-10-30T03:23:50.545" v="0"/>
        <pc:sldMkLst>
          <pc:docMk/>
          <pc:sldMk cId="0" sldId="1930"/>
        </pc:sldMkLst>
      </pc:sldChg>
      <pc:sldChg chg="add">
        <pc:chgData name="Zailan Arabee Abdul Salam" userId="5bc04053-34d1-46af-a9d4-ff754460ad4b" providerId="ADAL" clId="{76D53FD3-137B-42A7-8814-A5128FB68CB9}" dt="2023-10-30T03:23:50.545" v="0"/>
        <pc:sldMkLst>
          <pc:docMk/>
          <pc:sldMk cId="0" sldId="1931"/>
        </pc:sldMkLst>
      </pc:sldChg>
      <pc:sldChg chg="add">
        <pc:chgData name="Zailan Arabee Abdul Salam" userId="5bc04053-34d1-46af-a9d4-ff754460ad4b" providerId="ADAL" clId="{76D53FD3-137B-42A7-8814-A5128FB68CB9}" dt="2023-10-30T03:23:50.545" v="0"/>
        <pc:sldMkLst>
          <pc:docMk/>
          <pc:sldMk cId="0" sldId="1932"/>
        </pc:sldMkLst>
      </pc:sldChg>
      <pc:sldChg chg="add">
        <pc:chgData name="Zailan Arabee Abdul Salam" userId="5bc04053-34d1-46af-a9d4-ff754460ad4b" providerId="ADAL" clId="{76D53FD3-137B-42A7-8814-A5128FB68CB9}" dt="2023-10-30T03:23:50.545" v="0"/>
        <pc:sldMkLst>
          <pc:docMk/>
          <pc:sldMk cId="0" sldId="1933"/>
        </pc:sldMkLst>
      </pc:sldChg>
      <pc:sldChg chg="add">
        <pc:chgData name="Zailan Arabee Abdul Salam" userId="5bc04053-34d1-46af-a9d4-ff754460ad4b" providerId="ADAL" clId="{76D53FD3-137B-42A7-8814-A5128FB68CB9}" dt="2023-10-30T03:23:50.545" v="0"/>
        <pc:sldMkLst>
          <pc:docMk/>
          <pc:sldMk cId="0" sldId="1934"/>
        </pc:sldMkLst>
      </pc:sldChg>
    </pc:docChg>
  </pc:docChgLst>
  <pc:docChgLst>
    <pc:chgData name="Zailan Arabee Abdul Salam" userId="5bc04053-34d1-46af-a9d4-ff754460ad4b" providerId="ADAL" clId="{CD11030C-D4AC-4F37-A72F-13B7307DA009}"/>
    <pc:docChg chg="addSld delSld modSld modSection">
      <pc:chgData name="Zailan Arabee Abdul Salam" userId="5bc04053-34d1-46af-a9d4-ff754460ad4b" providerId="ADAL" clId="{CD11030C-D4AC-4F37-A72F-13B7307DA009}" dt="2023-10-30T03:22:14.857" v="3" actId="47"/>
      <pc:docMkLst>
        <pc:docMk/>
      </pc:docMkLst>
      <pc:sldChg chg="add del">
        <pc:chgData name="Zailan Arabee Abdul Salam" userId="5bc04053-34d1-46af-a9d4-ff754460ad4b" providerId="ADAL" clId="{CD11030C-D4AC-4F37-A72F-13B7307DA009}" dt="2023-10-30T03:21:44.711" v="2" actId="47"/>
        <pc:sldMkLst>
          <pc:docMk/>
          <pc:sldMk cId="0" sldId="263"/>
        </pc:sldMkLst>
      </pc:sldChg>
      <pc:sldChg chg="add">
        <pc:chgData name="Zailan Arabee Abdul Salam" userId="5bc04053-34d1-46af-a9d4-ff754460ad4b" providerId="ADAL" clId="{CD11030C-D4AC-4F37-A72F-13B7307DA009}" dt="2023-10-30T03:21:39.393" v="0"/>
        <pc:sldMkLst>
          <pc:docMk/>
          <pc:sldMk cId="0" sldId="264"/>
        </pc:sldMkLst>
      </pc:sldChg>
      <pc:sldChg chg="add">
        <pc:chgData name="Zailan Arabee Abdul Salam" userId="5bc04053-34d1-46af-a9d4-ff754460ad4b" providerId="ADAL" clId="{CD11030C-D4AC-4F37-A72F-13B7307DA009}" dt="2023-10-30T03:21:39.393" v="0"/>
        <pc:sldMkLst>
          <pc:docMk/>
          <pc:sldMk cId="0" sldId="265"/>
        </pc:sldMkLst>
      </pc:sldChg>
      <pc:sldChg chg="add">
        <pc:chgData name="Zailan Arabee Abdul Salam" userId="5bc04053-34d1-46af-a9d4-ff754460ad4b" providerId="ADAL" clId="{CD11030C-D4AC-4F37-A72F-13B7307DA009}" dt="2023-10-30T03:21:39.393" v="0"/>
        <pc:sldMkLst>
          <pc:docMk/>
          <pc:sldMk cId="0" sldId="266"/>
        </pc:sldMkLst>
      </pc:sldChg>
      <pc:sldChg chg="add">
        <pc:chgData name="Zailan Arabee Abdul Salam" userId="5bc04053-34d1-46af-a9d4-ff754460ad4b" providerId="ADAL" clId="{CD11030C-D4AC-4F37-A72F-13B7307DA009}" dt="2023-10-30T03:21:39.393" v="0"/>
        <pc:sldMkLst>
          <pc:docMk/>
          <pc:sldMk cId="0" sldId="267"/>
        </pc:sldMkLst>
      </pc:sldChg>
      <pc:sldChg chg="add">
        <pc:chgData name="Zailan Arabee Abdul Salam" userId="5bc04053-34d1-46af-a9d4-ff754460ad4b" providerId="ADAL" clId="{CD11030C-D4AC-4F37-A72F-13B7307DA009}" dt="2023-10-30T03:21:39.393" v="0"/>
        <pc:sldMkLst>
          <pc:docMk/>
          <pc:sldMk cId="0" sldId="268"/>
        </pc:sldMkLst>
      </pc:sldChg>
      <pc:sldChg chg="add">
        <pc:chgData name="Zailan Arabee Abdul Salam" userId="5bc04053-34d1-46af-a9d4-ff754460ad4b" providerId="ADAL" clId="{CD11030C-D4AC-4F37-A72F-13B7307DA009}" dt="2023-10-30T03:21:39.393" v="0"/>
        <pc:sldMkLst>
          <pc:docMk/>
          <pc:sldMk cId="0" sldId="269"/>
        </pc:sldMkLst>
      </pc:sldChg>
      <pc:sldChg chg="add">
        <pc:chgData name="Zailan Arabee Abdul Salam" userId="5bc04053-34d1-46af-a9d4-ff754460ad4b" providerId="ADAL" clId="{CD11030C-D4AC-4F37-A72F-13B7307DA009}" dt="2023-10-30T03:21:39.393" v="0"/>
        <pc:sldMkLst>
          <pc:docMk/>
          <pc:sldMk cId="0" sldId="270"/>
        </pc:sldMkLst>
      </pc:sldChg>
      <pc:sldChg chg="add">
        <pc:chgData name="Zailan Arabee Abdul Salam" userId="5bc04053-34d1-46af-a9d4-ff754460ad4b" providerId="ADAL" clId="{CD11030C-D4AC-4F37-A72F-13B7307DA009}" dt="2023-10-30T03:21:39.393" v="0"/>
        <pc:sldMkLst>
          <pc:docMk/>
          <pc:sldMk cId="4027869332" sldId="271"/>
        </pc:sldMkLst>
      </pc:sldChg>
      <pc:sldChg chg="add">
        <pc:chgData name="Zailan Arabee Abdul Salam" userId="5bc04053-34d1-46af-a9d4-ff754460ad4b" providerId="ADAL" clId="{CD11030C-D4AC-4F37-A72F-13B7307DA009}" dt="2023-10-30T03:21:39.393" v="0"/>
        <pc:sldMkLst>
          <pc:docMk/>
          <pc:sldMk cId="0" sldId="272"/>
        </pc:sldMkLst>
      </pc:sldChg>
      <pc:sldChg chg="add">
        <pc:chgData name="Zailan Arabee Abdul Salam" userId="5bc04053-34d1-46af-a9d4-ff754460ad4b" providerId="ADAL" clId="{CD11030C-D4AC-4F37-A72F-13B7307DA009}" dt="2023-10-30T03:21:39.393" v="0"/>
        <pc:sldMkLst>
          <pc:docMk/>
          <pc:sldMk cId="0" sldId="273"/>
        </pc:sldMkLst>
      </pc:sldChg>
      <pc:sldChg chg="add">
        <pc:chgData name="Zailan Arabee Abdul Salam" userId="5bc04053-34d1-46af-a9d4-ff754460ad4b" providerId="ADAL" clId="{CD11030C-D4AC-4F37-A72F-13B7307DA009}" dt="2023-10-30T03:21:39.393" v="0"/>
        <pc:sldMkLst>
          <pc:docMk/>
          <pc:sldMk cId="0" sldId="274"/>
        </pc:sldMkLst>
      </pc:sldChg>
      <pc:sldChg chg="add">
        <pc:chgData name="Zailan Arabee Abdul Salam" userId="5bc04053-34d1-46af-a9d4-ff754460ad4b" providerId="ADAL" clId="{CD11030C-D4AC-4F37-A72F-13B7307DA009}" dt="2023-10-30T03:21:39.393" v="0"/>
        <pc:sldMkLst>
          <pc:docMk/>
          <pc:sldMk cId="0" sldId="275"/>
        </pc:sldMkLst>
      </pc:sldChg>
      <pc:sldChg chg="add">
        <pc:chgData name="Zailan Arabee Abdul Salam" userId="5bc04053-34d1-46af-a9d4-ff754460ad4b" providerId="ADAL" clId="{CD11030C-D4AC-4F37-A72F-13B7307DA009}" dt="2023-10-30T03:21:39.393" v="0"/>
        <pc:sldMkLst>
          <pc:docMk/>
          <pc:sldMk cId="0" sldId="276"/>
        </pc:sldMkLst>
      </pc:sldChg>
      <pc:sldChg chg="add">
        <pc:chgData name="Zailan Arabee Abdul Salam" userId="5bc04053-34d1-46af-a9d4-ff754460ad4b" providerId="ADAL" clId="{CD11030C-D4AC-4F37-A72F-13B7307DA009}" dt="2023-10-30T03:21:39.393" v="0"/>
        <pc:sldMkLst>
          <pc:docMk/>
          <pc:sldMk cId="0" sldId="277"/>
        </pc:sldMkLst>
      </pc:sldChg>
      <pc:sldChg chg="add">
        <pc:chgData name="Zailan Arabee Abdul Salam" userId="5bc04053-34d1-46af-a9d4-ff754460ad4b" providerId="ADAL" clId="{CD11030C-D4AC-4F37-A72F-13B7307DA009}" dt="2023-10-30T03:21:39.393" v="0"/>
        <pc:sldMkLst>
          <pc:docMk/>
          <pc:sldMk cId="0" sldId="278"/>
        </pc:sldMkLst>
      </pc:sldChg>
      <pc:sldChg chg="add">
        <pc:chgData name="Zailan Arabee Abdul Salam" userId="5bc04053-34d1-46af-a9d4-ff754460ad4b" providerId="ADAL" clId="{CD11030C-D4AC-4F37-A72F-13B7307DA009}" dt="2023-10-30T03:21:39.393" v="0"/>
        <pc:sldMkLst>
          <pc:docMk/>
          <pc:sldMk cId="0" sldId="279"/>
        </pc:sldMkLst>
      </pc:sldChg>
      <pc:sldChg chg="add">
        <pc:chgData name="Zailan Arabee Abdul Salam" userId="5bc04053-34d1-46af-a9d4-ff754460ad4b" providerId="ADAL" clId="{CD11030C-D4AC-4F37-A72F-13B7307DA009}" dt="2023-10-30T03:21:39.393" v="0"/>
        <pc:sldMkLst>
          <pc:docMk/>
          <pc:sldMk cId="3225035349" sldId="280"/>
        </pc:sldMkLst>
      </pc:sldChg>
      <pc:sldChg chg="add">
        <pc:chgData name="Zailan Arabee Abdul Salam" userId="5bc04053-34d1-46af-a9d4-ff754460ad4b" providerId="ADAL" clId="{CD11030C-D4AC-4F37-A72F-13B7307DA009}" dt="2023-10-30T03:21:39.393" v="0"/>
        <pc:sldMkLst>
          <pc:docMk/>
          <pc:sldMk cId="2979819931" sldId="281"/>
        </pc:sldMkLst>
      </pc:sldChg>
      <pc:sldChg chg="add">
        <pc:chgData name="Zailan Arabee Abdul Salam" userId="5bc04053-34d1-46af-a9d4-ff754460ad4b" providerId="ADAL" clId="{CD11030C-D4AC-4F37-A72F-13B7307DA009}" dt="2023-10-30T03:21:39.393" v="0"/>
        <pc:sldMkLst>
          <pc:docMk/>
          <pc:sldMk cId="0" sldId="282"/>
        </pc:sldMkLst>
      </pc:sldChg>
      <pc:sldChg chg="add">
        <pc:chgData name="Zailan Arabee Abdul Salam" userId="5bc04053-34d1-46af-a9d4-ff754460ad4b" providerId="ADAL" clId="{CD11030C-D4AC-4F37-A72F-13B7307DA009}" dt="2023-10-30T03:21:39.393" v="0"/>
        <pc:sldMkLst>
          <pc:docMk/>
          <pc:sldMk cId="0" sldId="283"/>
        </pc:sldMkLst>
      </pc:sldChg>
      <pc:sldChg chg="add">
        <pc:chgData name="Zailan Arabee Abdul Salam" userId="5bc04053-34d1-46af-a9d4-ff754460ad4b" providerId="ADAL" clId="{CD11030C-D4AC-4F37-A72F-13B7307DA009}" dt="2023-10-30T03:21:39.393" v="0"/>
        <pc:sldMkLst>
          <pc:docMk/>
          <pc:sldMk cId="2994277211" sldId="284"/>
        </pc:sldMkLst>
      </pc:sldChg>
      <pc:sldChg chg="add">
        <pc:chgData name="Zailan Arabee Abdul Salam" userId="5bc04053-34d1-46af-a9d4-ff754460ad4b" providerId="ADAL" clId="{CD11030C-D4AC-4F37-A72F-13B7307DA009}" dt="2023-10-30T03:21:39.393" v="0"/>
        <pc:sldMkLst>
          <pc:docMk/>
          <pc:sldMk cId="894897432" sldId="285"/>
        </pc:sldMkLst>
      </pc:sldChg>
      <pc:sldChg chg="add">
        <pc:chgData name="Zailan Arabee Abdul Salam" userId="5bc04053-34d1-46af-a9d4-ff754460ad4b" providerId="ADAL" clId="{CD11030C-D4AC-4F37-A72F-13B7307DA009}" dt="2023-10-30T03:21:39.393" v="0"/>
        <pc:sldMkLst>
          <pc:docMk/>
          <pc:sldMk cId="2083618775" sldId="286"/>
        </pc:sldMkLst>
      </pc:sldChg>
      <pc:sldChg chg="add">
        <pc:chgData name="Zailan Arabee Abdul Salam" userId="5bc04053-34d1-46af-a9d4-ff754460ad4b" providerId="ADAL" clId="{CD11030C-D4AC-4F37-A72F-13B7307DA009}" dt="2023-10-30T03:21:39.393" v="0"/>
        <pc:sldMkLst>
          <pc:docMk/>
          <pc:sldMk cId="3831505793" sldId="287"/>
        </pc:sldMkLst>
      </pc:sldChg>
      <pc:sldChg chg="add">
        <pc:chgData name="Zailan Arabee Abdul Salam" userId="5bc04053-34d1-46af-a9d4-ff754460ad4b" providerId="ADAL" clId="{CD11030C-D4AC-4F37-A72F-13B7307DA009}" dt="2023-10-30T03:21:39.393" v="0"/>
        <pc:sldMkLst>
          <pc:docMk/>
          <pc:sldMk cId="0" sldId="288"/>
        </pc:sldMkLst>
      </pc:sldChg>
      <pc:sldChg chg="add">
        <pc:chgData name="Zailan Arabee Abdul Salam" userId="5bc04053-34d1-46af-a9d4-ff754460ad4b" providerId="ADAL" clId="{CD11030C-D4AC-4F37-A72F-13B7307DA009}" dt="2023-10-30T03:21:39.393" v="0"/>
        <pc:sldMkLst>
          <pc:docMk/>
          <pc:sldMk cId="1147883940" sldId="289"/>
        </pc:sldMkLst>
      </pc:sldChg>
      <pc:sldChg chg="add">
        <pc:chgData name="Zailan Arabee Abdul Salam" userId="5bc04053-34d1-46af-a9d4-ff754460ad4b" providerId="ADAL" clId="{CD11030C-D4AC-4F37-A72F-13B7307DA009}" dt="2023-10-30T03:21:39.393" v="0"/>
        <pc:sldMkLst>
          <pc:docMk/>
          <pc:sldMk cId="1929223683" sldId="290"/>
        </pc:sldMkLst>
      </pc:sldChg>
      <pc:sldChg chg="add">
        <pc:chgData name="Zailan Arabee Abdul Salam" userId="5bc04053-34d1-46af-a9d4-ff754460ad4b" providerId="ADAL" clId="{CD11030C-D4AC-4F37-A72F-13B7307DA009}" dt="2023-10-30T03:21:39.393" v="0"/>
        <pc:sldMkLst>
          <pc:docMk/>
          <pc:sldMk cId="0" sldId="291"/>
        </pc:sldMkLst>
      </pc:sldChg>
      <pc:sldChg chg="add">
        <pc:chgData name="Zailan Arabee Abdul Salam" userId="5bc04053-34d1-46af-a9d4-ff754460ad4b" providerId="ADAL" clId="{CD11030C-D4AC-4F37-A72F-13B7307DA009}" dt="2023-10-30T03:21:39.393" v="0"/>
        <pc:sldMkLst>
          <pc:docMk/>
          <pc:sldMk cId="0" sldId="293"/>
        </pc:sldMkLst>
      </pc:sldChg>
      <pc:sldChg chg="add">
        <pc:chgData name="Zailan Arabee Abdul Salam" userId="5bc04053-34d1-46af-a9d4-ff754460ad4b" providerId="ADAL" clId="{CD11030C-D4AC-4F37-A72F-13B7307DA009}" dt="2023-10-30T03:21:39.393" v="0"/>
        <pc:sldMkLst>
          <pc:docMk/>
          <pc:sldMk cId="14364869" sldId="294"/>
        </pc:sldMkLst>
      </pc:sldChg>
      <pc:sldChg chg="add">
        <pc:chgData name="Zailan Arabee Abdul Salam" userId="5bc04053-34d1-46af-a9d4-ff754460ad4b" providerId="ADAL" clId="{CD11030C-D4AC-4F37-A72F-13B7307DA009}" dt="2023-10-30T03:21:39.393" v="0"/>
        <pc:sldMkLst>
          <pc:docMk/>
          <pc:sldMk cId="393804965" sldId="295"/>
        </pc:sldMkLst>
      </pc:sldChg>
      <pc:sldChg chg="add">
        <pc:chgData name="Zailan Arabee Abdul Salam" userId="5bc04053-34d1-46af-a9d4-ff754460ad4b" providerId="ADAL" clId="{CD11030C-D4AC-4F37-A72F-13B7307DA009}" dt="2023-10-30T03:21:39.393" v="0"/>
        <pc:sldMkLst>
          <pc:docMk/>
          <pc:sldMk cId="4053078876" sldId="296"/>
        </pc:sldMkLst>
      </pc:sldChg>
      <pc:sldChg chg="add">
        <pc:chgData name="Zailan Arabee Abdul Salam" userId="5bc04053-34d1-46af-a9d4-ff754460ad4b" providerId="ADAL" clId="{CD11030C-D4AC-4F37-A72F-13B7307DA009}" dt="2023-10-30T03:21:39.393" v="0"/>
        <pc:sldMkLst>
          <pc:docMk/>
          <pc:sldMk cId="3067589673" sldId="297"/>
        </pc:sldMkLst>
      </pc:sldChg>
      <pc:sldChg chg="add">
        <pc:chgData name="Zailan Arabee Abdul Salam" userId="5bc04053-34d1-46af-a9d4-ff754460ad4b" providerId="ADAL" clId="{CD11030C-D4AC-4F37-A72F-13B7307DA009}" dt="2023-10-30T03:21:39.393" v="0"/>
        <pc:sldMkLst>
          <pc:docMk/>
          <pc:sldMk cId="0" sldId="298"/>
        </pc:sldMkLst>
      </pc:sldChg>
      <pc:sldChg chg="add">
        <pc:chgData name="Zailan Arabee Abdul Salam" userId="5bc04053-34d1-46af-a9d4-ff754460ad4b" providerId="ADAL" clId="{CD11030C-D4AC-4F37-A72F-13B7307DA009}" dt="2023-10-30T03:21:39.393" v="0"/>
        <pc:sldMkLst>
          <pc:docMk/>
          <pc:sldMk cId="0" sldId="299"/>
        </pc:sldMkLst>
      </pc:sldChg>
      <pc:sldChg chg="add">
        <pc:chgData name="Zailan Arabee Abdul Salam" userId="5bc04053-34d1-46af-a9d4-ff754460ad4b" providerId="ADAL" clId="{CD11030C-D4AC-4F37-A72F-13B7307DA009}" dt="2023-10-30T03:21:39.393" v="0"/>
        <pc:sldMkLst>
          <pc:docMk/>
          <pc:sldMk cId="0" sldId="300"/>
        </pc:sldMkLst>
      </pc:sldChg>
      <pc:sldChg chg="add">
        <pc:chgData name="Zailan Arabee Abdul Salam" userId="5bc04053-34d1-46af-a9d4-ff754460ad4b" providerId="ADAL" clId="{CD11030C-D4AC-4F37-A72F-13B7307DA009}" dt="2023-10-30T03:21:39.393" v="0"/>
        <pc:sldMkLst>
          <pc:docMk/>
          <pc:sldMk cId="0" sldId="301"/>
        </pc:sldMkLst>
      </pc:sldChg>
      <pc:sldChg chg="add">
        <pc:chgData name="Zailan Arabee Abdul Salam" userId="5bc04053-34d1-46af-a9d4-ff754460ad4b" providerId="ADAL" clId="{CD11030C-D4AC-4F37-A72F-13B7307DA009}" dt="2023-10-30T03:21:39.393" v="0"/>
        <pc:sldMkLst>
          <pc:docMk/>
          <pc:sldMk cId="0" sldId="302"/>
        </pc:sldMkLst>
      </pc:sldChg>
      <pc:sldChg chg="add">
        <pc:chgData name="Zailan Arabee Abdul Salam" userId="5bc04053-34d1-46af-a9d4-ff754460ad4b" providerId="ADAL" clId="{CD11030C-D4AC-4F37-A72F-13B7307DA009}" dt="2023-10-30T03:21:39.393" v="0"/>
        <pc:sldMkLst>
          <pc:docMk/>
          <pc:sldMk cId="0" sldId="303"/>
        </pc:sldMkLst>
      </pc:sldChg>
      <pc:sldChg chg="del">
        <pc:chgData name="Zailan Arabee Abdul Salam" userId="5bc04053-34d1-46af-a9d4-ff754460ad4b" providerId="ADAL" clId="{CD11030C-D4AC-4F37-A72F-13B7307DA009}" dt="2023-10-30T03:22:14.857" v="3" actId="47"/>
        <pc:sldMkLst>
          <pc:docMk/>
          <pc:sldMk cId="1222172671" sldId="305"/>
        </pc:sldMkLst>
      </pc:sldChg>
      <pc:sldChg chg="del">
        <pc:chgData name="Zailan Arabee Abdul Salam" userId="5bc04053-34d1-46af-a9d4-ff754460ad4b" providerId="ADAL" clId="{CD11030C-D4AC-4F37-A72F-13B7307DA009}" dt="2023-10-30T03:22:14.857" v="3" actId="47"/>
        <pc:sldMkLst>
          <pc:docMk/>
          <pc:sldMk cId="1147692581" sldId="306"/>
        </pc:sldMkLst>
      </pc:sldChg>
      <pc:sldChg chg="del">
        <pc:chgData name="Zailan Arabee Abdul Salam" userId="5bc04053-34d1-46af-a9d4-ff754460ad4b" providerId="ADAL" clId="{CD11030C-D4AC-4F37-A72F-13B7307DA009}" dt="2023-10-30T03:22:14.857" v="3" actId="47"/>
        <pc:sldMkLst>
          <pc:docMk/>
          <pc:sldMk cId="2453307536" sldId="307"/>
        </pc:sldMkLst>
      </pc:sldChg>
      <pc:sldChg chg="del">
        <pc:chgData name="Zailan Arabee Abdul Salam" userId="5bc04053-34d1-46af-a9d4-ff754460ad4b" providerId="ADAL" clId="{CD11030C-D4AC-4F37-A72F-13B7307DA009}" dt="2023-10-30T03:22:14.857" v="3" actId="47"/>
        <pc:sldMkLst>
          <pc:docMk/>
          <pc:sldMk cId="3726883340" sldId="308"/>
        </pc:sldMkLst>
      </pc:sldChg>
      <pc:sldChg chg="del">
        <pc:chgData name="Zailan Arabee Abdul Salam" userId="5bc04053-34d1-46af-a9d4-ff754460ad4b" providerId="ADAL" clId="{CD11030C-D4AC-4F37-A72F-13B7307DA009}" dt="2023-10-30T03:22:14.857" v="3" actId="47"/>
        <pc:sldMkLst>
          <pc:docMk/>
          <pc:sldMk cId="2877144264" sldId="309"/>
        </pc:sldMkLst>
      </pc:sldChg>
      <pc:sldChg chg="del">
        <pc:chgData name="Zailan Arabee Abdul Salam" userId="5bc04053-34d1-46af-a9d4-ff754460ad4b" providerId="ADAL" clId="{CD11030C-D4AC-4F37-A72F-13B7307DA009}" dt="2023-10-30T03:22:14.857" v="3" actId="47"/>
        <pc:sldMkLst>
          <pc:docMk/>
          <pc:sldMk cId="2002936326" sldId="310"/>
        </pc:sldMkLst>
      </pc:sldChg>
      <pc:sldChg chg="add">
        <pc:chgData name="Zailan Arabee Abdul Salam" userId="5bc04053-34d1-46af-a9d4-ff754460ad4b" providerId="ADAL" clId="{CD11030C-D4AC-4F37-A72F-13B7307DA009}" dt="2023-10-30T03:21:39.393" v="0"/>
        <pc:sldMkLst>
          <pc:docMk/>
          <pc:sldMk cId="0" sldId="311"/>
        </pc:sldMkLst>
      </pc:sldChg>
      <pc:sldChg chg="add">
        <pc:chgData name="Zailan Arabee Abdul Salam" userId="5bc04053-34d1-46af-a9d4-ff754460ad4b" providerId="ADAL" clId="{CD11030C-D4AC-4F37-A72F-13B7307DA009}" dt="2023-10-30T03:21:39.393" v="0"/>
        <pc:sldMkLst>
          <pc:docMk/>
          <pc:sldMk cId="0" sldId="312"/>
        </pc:sldMkLst>
      </pc:sldChg>
      <pc:sldChg chg="add">
        <pc:chgData name="Zailan Arabee Abdul Salam" userId="5bc04053-34d1-46af-a9d4-ff754460ad4b" providerId="ADAL" clId="{CD11030C-D4AC-4F37-A72F-13B7307DA009}" dt="2023-10-30T03:21:39.393" v="0"/>
        <pc:sldMkLst>
          <pc:docMk/>
          <pc:sldMk cId="0" sldId="315"/>
        </pc:sldMkLst>
      </pc:sldChg>
      <pc:sldChg chg="del">
        <pc:chgData name="Zailan Arabee Abdul Salam" userId="5bc04053-34d1-46af-a9d4-ff754460ad4b" providerId="ADAL" clId="{CD11030C-D4AC-4F37-A72F-13B7307DA009}" dt="2023-10-30T03:21:43.693" v="1" actId="47"/>
        <pc:sldMkLst>
          <pc:docMk/>
          <pc:sldMk cId="3591373730" sldId="317"/>
        </pc:sldMkLst>
      </pc:sldChg>
      <pc:sldChg chg="add">
        <pc:chgData name="Zailan Arabee Abdul Salam" userId="5bc04053-34d1-46af-a9d4-ff754460ad4b" providerId="ADAL" clId="{CD11030C-D4AC-4F37-A72F-13B7307DA009}" dt="2023-10-30T03:21:39.393" v="0"/>
        <pc:sldMkLst>
          <pc:docMk/>
          <pc:sldMk cId="0" sldId="318"/>
        </pc:sldMkLst>
      </pc:sldChg>
      <pc:sldChg chg="add">
        <pc:chgData name="Zailan Arabee Abdul Salam" userId="5bc04053-34d1-46af-a9d4-ff754460ad4b" providerId="ADAL" clId="{CD11030C-D4AC-4F37-A72F-13B7307DA009}" dt="2023-10-30T03:21:39.393" v="0"/>
        <pc:sldMkLst>
          <pc:docMk/>
          <pc:sldMk cId="0" sldId="319"/>
        </pc:sldMkLst>
      </pc:sldChg>
      <pc:sldChg chg="add">
        <pc:chgData name="Zailan Arabee Abdul Salam" userId="5bc04053-34d1-46af-a9d4-ff754460ad4b" providerId="ADAL" clId="{CD11030C-D4AC-4F37-A72F-13B7307DA009}" dt="2023-10-30T03:21:39.393" v="0"/>
        <pc:sldMkLst>
          <pc:docMk/>
          <pc:sldMk cId="0" sldId="320"/>
        </pc:sldMkLst>
      </pc:sldChg>
      <pc:sldChg chg="add">
        <pc:chgData name="Zailan Arabee Abdul Salam" userId="5bc04053-34d1-46af-a9d4-ff754460ad4b" providerId="ADAL" clId="{CD11030C-D4AC-4F37-A72F-13B7307DA009}" dt="2023-10-30T03:21:39.393" v="0"/>
        <pc:sldMkLst>
          <pc:docMk/>
          <pc:sldMk cId="0" sldId="321"/>
        </pc:sldMkLst>
      </pc:sldChg>
      <pc:sldChg chg="add">
        <pc:chgData name="Zailan Arabee Abdul Salam" userId="5bc04053-34d1-46af-a9d4-ff754460ad4b" providerId="ADAL" clId="{CD11030C-D4AC-4F37-A72F-13B7307DA009}" dt="2023-10-30T03:21:39.393" v="0"/>
        <pc:sldMkLst>
          <pc:docMk/>
          <pc:sldMk cId="2528312682" sldId="323"/>
        </pc:sldMkLst>
      </pc:sldChg>
      <pc:sldChg chg="add">
        <pc:chgData name="Zailan Arabee Abdul Salam" userId="5bc04053-34d1-46af-a9d4-ff754460ad4b" providerId="ADAL" clId="{CD11030C-D4AC-4F37-A72F-13B7307DA009}" dt="2023-10-30T03:21:39.393" v="0"/>
        <pc:sldMkLst>
          <pc:docMk/>
          <pc:sldMk cId="0" sldId="324"/>
        </pc:sldMkLst>
      </pc:sldChg>
      <pc:sldChg chg="add">
        <pc:chgData name="Zailan Arabee Abdul Salam" userId="5bc04053-34d1-46af-a9d4-ff754460ad4b" providerId="ADAL" clId="{CD11030C-D4AC-4F37-A72F-13B7307DA009}" dt="2023-10-30T03:21:39.393" v="0"/>
        <pc:sldMkLst>
          <pc:docMk/>
          <pc:sldMk cId="0" sldId="325"/>
        </pc:sldMkLst>
      </pc:sldChg>
      <pc:sldChg chg="add">
        <pc:chgData name="Zailan Arabee Abdul Salam" userId="5bc04053-34d1-46af-a9d4-ff754460ad4b" providerId="ADAL" clId="{CD11030C-D4AC-4F37-A72F-13B7307DA009}" dt="2023-10-30T03:21:39.393" v="0"/>
        <pc:sldMkLst>
          <pc:docMk/>
          <pc:sldMk cId="0" sldId="326"/>
        </pc:sldMkLst>
      </pc:sldChg>
      <pc:sldChg chg="add">
        <pc:chgData name="Zailan Arabee Abdul Salam" userId="5bc04053-34d1-46af-a9d4-ff754460ad4b" providerId="ADAL" clId="{CD11030C-D4AC-4F37-A72F-13B7307DA009}" dt="2023-10-30T03:21:39.393" v="0"/>
        <pc:sldMkLst>
          <pc:docMk/>
          <pc:sldMk cId="0" sldId="329"/>
        </pc:sldMkLst>
      </pc:sldChg>
      <pc:sldChg chg="add">
        <pc:chgData name="Zailan Arabee Abdul Salam" userId="5bc04053-34d1-46af-a9d4-ff754460ad4b" providerId="ADAL" clId="{CD11030C-D4AC-4F37-A72F-13B7307DA009}" dt="2023-10-30T03:21:39.393" v="0"/>
        <pc:sldMkLst>
          <pc:docMk/>
          <pc:sldMk cId="0" sldId="330"/>
        </pc:sldMkLst>
      </pc:sldChg>
      <pc:sldChg chg="add">
        <pc:chgData name="Zailan Arabee Abdul Salam" userId="5bc04053-34d1-46af-a9d4-ff754460ad4b" providerId="ADAL" clId="{CD11030C-D4AC-4F37-A72F-13B7307DA009}" dt="2023-10-30T03:21:39.393" v="0"/>
        <pc:sldMkLst>
          <pc:docMk/>
          <pc:sldMk cId="0" sldId="331"/>
        </pc:sldMkLst>
      </pc:sldChg>
      <pc:sldChg chg="add">
        <pc:chgData name="Zailan Arabee Abdul Salam" userId="5bc04053-34d1-46af-a9d4-ff754460ad4b" providerId="ADAL" clId="{CD11030C-D4AC-4F37-A72F-13B7307DA009}" dt="2023-10-30T03:21:39.393" v="0"/>
        <pc:sldMkLst>
          <pc:docMk/>
          <pc:sldMk cId="764497266" sldId="332"/>
        </pc:sldMkLst>
      </pc:sldChg>
      <pc:sldChg chg="add">
        <pc:chgData name="Zailan Arabee Abdul Salam" userId="5bc04053-34d1-46af-a9d4-ff754460ad4b" providerId="ADAL" clId="{CD11030C-D4AC-4F37-A72F-13B7307DA009}" dt="2023-10-30T03:21:39.393" v="0"/>
        <pc:sldMkLst>
          <pc:docMk/>
          <pc:sldMk cId="0" sldId="333"/>
        </pc:sldMkLst>
      </pc:sldChg>
      <pc:sldChg chg="add">
        <pc:chgData name="Zailan Arabee Abdul Salam" userId="5bc04053-34d1-46af-a9d4-ff754460ad4b" providerId="ADAL" clId="{CD11030C-D4AC-4F37-A72F-13B7307DA009}" dt="2023-10-30T03:21:39.393" v="0"/>
        <pc:sldMkLst>
          <pc:docMk/>
          <pc:sldMk cId="63747284" sldId="334"/>
        </pc:sldMkLst>
      </pc:sldChg>
      <pc:sldChg chg="add">
        <pc:chgData name="Zailan Arabee Abdul Salam" userId="5bc04053-34d1-46af-a9d4-ff754460ad4b" providerId="ADAL" clId="{CD11030C-D4AC-4F37-A72F-13B7307DA009}" dt="2023-10-30T03:21:39.393" v="0"/>
        <pc:sldMkLst>
          <pc:docMk/>
          <pc:sldMk cId="2581059157" sldId="384"/>
        </pc:sldMkLst>
      </pc:sldChg>
      <pc:sldChg chg="add">
        <pc:chgData name="Zailan Arabee Abdul Salam" userId="5bc04053-34d1-46af-a9d4-ff754460ad4b" providerId="ADAL" clId="{CD11030C-D4AC-4F37-A72F-13B7307DA009}" dt="2023-10-30T03:21:39.393" v="0"/>
        <pc:sldMkLst>
          <pc:docMk/>
          <pc:sldMk cId="1732822587" sldId="385"/>
        </pc:sldMkLst>
      </pc:sldChg>
      <pc:sldChg chg="add">
        <pc:chgData name="Zailan Arabee Abdul Salam" userId="5bc04053-34d1-46af-a9d4-ff754460ad4b" providerId="ADAL" clId="{CD11030C-D4AC-4F37-A72F-13B7307DA009}" dt="2023-10-30T03:21:39.393" v="0"/>
        <pc:sldMkLst>
          <pc:docMk/>
          <pc:sldMk cId="1800784675" sldId="386"/>
        </pc:sldMkLst>
      </pc:sldChg>
      <pc:sldChg chg="add">
        <pc:chgData name="Zailan Arabee Abdul Salam" userId="5bc04053-34d1-46af-a9d4-ff754460ad4b" providerId="ADAL" clId="{CD11030C-D4AC-4F37-A72F-13B7307DA009}" dt="2023-10-30T03:21:39.393" v="0"/>
        <pc:sldMkLst>
          <pc:docMk/>
          <pc:sldMk cId="509633848" sldId="387"/>
        </pc:sldMkLst>
      </pc:sldChg>
      <pc:sldChg chg="add">
        <pc:chgData name="Zailan Arabee Abdul Salam" userId="5bc04053-34d1-46af-a9d4-ff754460ad4b" providerId="ADAL" clId="{CD11030C-D4AC-4F37-A72F-13B7307DA009}" dt="2023-10-30T03:21:39.393" v="0"/>
        <pc:sldMkLst>
          <pc:docMk/>
          <pc:sldMk cId="0" sldId="388"/>
        </pc:sldMkLst>
      </pc:sldChg>
      <pc:sldChg chg="add">
        <pc:chgData name="Zailan Arabee Abdul Salam" userId="5bc04053-34d1-46af-a9d4-ff754460ad4b" providerId="ADAL" clId="{CD11030C-D4AC-4F37-A72F-13B7307DA009}" dt="2023-10-30T03:21:39.393" v="0"/>
        <pc:sldMkLst>
          <pc:docMk/>
          <pc:sldMk cId="728493372" sldId="389"/>
        </pc:sldMkLst>
      </pc:sldChg>
      <pc:sldChg chg="add">
        <pc:chgData name="Zailan Arabee Abdul Salam" userId="5bc04053-34d1-46af-a9d4-ff754460ad4b" providerId="ADAL" clId="{CD11030C-D4AC-4F37-A72F-13B7307DA009}" dt="2023-10-30T03:21:39.393" v="0"/>
        <pc:sldMkLst>
          <pc:docMk/>
          <pc:sldMk cId="2543501658" sldId="390"/>
        </pc:sldMkLst>
      </pc:sldChg>
      <pc:sldChg chg="add">
        <pc:chgData name="Zailan Arabee Abdul Salam" userId="5bc04053-34d1-46af-a9d4-ff754460ad4b" providerId="ADAL" clId="{CD11030C-D4AC-4F37-A72F-13B7307DA009}" dt="2023-10-30T03:21:39.393" v="0"/>
        <pc:sldMkLst>
          <pc:docMk/>
          <pc:sldMk cId="4253409991" sldId="391"/>
        </pc:sldMkLst>
      </pc:sldChg>
      <pc:sldChg chg="add">
        <pc:chgData name="Zailan Arabee Abdul Salam" userId="5bc04053-34d1-46af-a9d4-ff754460ad4b" providerId="ADAL" clId="{CD11030C-D4AC-4F37-A72F-13B7307DA009}" dt="2023-10-30T03:21:39.393" v="0"/>
        <pc:sldMkLst>
          <pc:docMk/>
          <pc:sldMk cId="0" sldId="392"/>
        </pc:sldMkLst>
      </pc:sldChg>
      <pc:sldChg chg="add">
        <pc:chgData name="Zailan Arabee Abdul Salam" userId="5bc04053-34d1-46af-a9d4-ff754460ad4b" providerId="ADAL" clId="{CD11030C-D4AC-4F37-A72F-13B7307DA009}" dt="2023-10-30T03:21:39.393" v="0"/>
        <pc:sldMkLst>
          <pc:docMk/>
          <pc:sldMk cId="0" sldId="393"/>
        </pc:sldMkLst>
      </pc:sldChg>
      <pc:sldChg chg="add">
        <pc:chgData name="Zailan Arabee Abdul Salam" userId="5bc04053-34d1-46af-a9d4-ff754460ad4b" providerId="ADAL" clId="{CD11030C-D4AC-4F37-A72F-13B7307DA009}" dt="2023-10-30T03:21:39.393" v="0"/>
        <pc:sldMkLst>
          <pc:docMk/>
          <pc:sldMk cId="0" sldId="394"/>
        </pc:sldMkLst>
      </pc:sldChg>
      <pc:sldChg chg="add">
        <pc:chgData name="Zailan Arabee Abdul Salam" userId="5bc04053-34d1-46af-a9d4-ff754460ad4b" providerId="ADAL" clId="{CD11030C-D4AC-4F37-A72F-13B7307DA009}" dt="2023-10-30T03:21:39.393" v="0"/>
        <pc:sldMkLst>
          <pc:docMk/>
          <pc:sldMk cId="0" sldId="395"/>
        </pc:sldMkLst>
      </pc:sldChg>
      <pc:sldChg chg="add">
        <pc:chgData name="Zailan Arabee Abdul Salam" userId="5bc04053-34d1-46af-a9d4-ff754460ad4b" providerId="ADAL" clId="{CD11030C-D4AC-4F37-A72F-13B7307DA009}" dt="2023-10-30T03:21:39.393" v="0"/>
        <pc:sldMkLst>
          <pc:docMk/>
          <pc:sldMk cId="0" sldId="396"/>
        </pc:sldMkLst>
      </pc:sldChg>
    </pc:docChg>
  </pc:docChgLst>
  <pc:docChgLst>
    <pc:chgData name="Zailan Arabee Abdul Salam" userId="5bc04053-34d1-46af-a9d4-ff754460ad4b" providerId="ADAL" clId="{A2B7F123-4DA0-45CE-B8C2-521D45FDE29C}"/>
    <pc:docChg chg="addSld delSld modSld modSection">
      <pc:chgData name="Zailan Arabee Abdul Salam" userId="5bc04053-34d1-46af-a9d4-ff754460ad4b" providerId="ADAL" clId="{A2B7F123-4DA0-45CE-B8C2-521D45FDE29C}" dt="2023-10-30T03:26:18.778" v="2" actId="47"/>
      <pc:docMkLst>
        <pc:docMk/>
      </pc:docMkLst>
      <pc:sldChg chg="del">
        <pc:chgData name="Zailan Arabee Abdul Salam" userId="5bc04053-34d1-46af-a9d4-ff754460ad4b" providerId="ADAL" clId="{A2B7F123-4DA0-45CE-B8C2-521D45FDE29C}" dt="2023-10-30T03:26:18.778" v="2" actId="47"/>
        <pc:sldMkLst>
          <pc:docMk/>
          <pc:sldMk cId="0" sldId="257"/>
        </pc:sldMkLst>
      </pc:sldChg>
      <pc:sldChg chg="add">
        <pc:chgData name="Zailan Arabee Abdul Salam" userId="5bc04053-34d1-46af-a9d4-ff754460ad4b" providerId="ADAL" clId="{A2B7F123-4DA0-45CE-B8C2-521D45FDE29C}" dt="2023-10-30T03:26:06.324" v="0"/>
        <pc:sldMkLst>
          <pc:docMk/>
          <pc:sldMk cId="0" sldId="260"/>
        </pc:sldMkLst>
      </pc:sldChg>
      <pc:sldChg chg="add">
        <pc:chgData name="Zailan Arabee Abdul Salam" userId="5bc04053-34d1-46af-a9d4-ff754460ad4b" providerId="ADAL" clId="{A2B7F123-4DA0-45CE-B8C2-521D45FDE29C}" dt="2023-10-30T03:26:06.324" v="0"/>
        <pc:sldMkLst>
          <pc:docMk/>
          <pc:sldMk cId="0" sldId="261"/>
        </pc:sldMkLst>
      </pc:sldChg>
      <pc:sldChg chg="add">
        <pc:chgData name="Zailan Arabee Abdul Salam" userId="5bc04053-34d1-46af-a9d4-ff754460ad4b" providerId="ADAL" clId="{A2B7F123-4DA0-45CE-B8C2-521D45FDE29C}" dt="2023-10-30T03:26:06.324" v="0"/>
        <pc:sldMkLst>
          <pc:docMk/>
          <pc:sldMk cId="4027869332" sldId="271"/>
        </pc:sldMkLst>
      </pc:sldChg>
      <pc:sldChg chg="add">
        <pc:chgData name="Zailan Arabee Abdul Salam" userId="5bc04053-34d1-46af-a9d4-ff754460ad4b" providerId="ADAL" clId="{A2B7F123-4DA0-45CE-B8C2-521D45FDE29C}" dt="2023-10-30T03:26:06.324" v="0"/>
        <pc:sldMkLst>
          <pc:docMk/>
          <pc:sldMk cId="0" sldId="275"/>
        </pc:sldMkLst>
      </pc:sldChg>
      <pc:sldChg chg="add">
        <pc:chgData name="Zailan Arabee Abdul Salam" userId="5bc04053-34d1-46af-a9d4-ff754460ad4b" providerId="ADAL" clId="{A2B7F123-4DA0-45CE-B8C2-521D45FDE29C}" dt="2023-10-30T03:26:06.324" v="0"/>
        <pc:sldMkLst>
          <pc:docMk/>
          <pc:sldMk cId="0" sldId="277"/>
        </pc:sldMkLst>
      </pc:sldChg>
      <pc:sldChg chg="add">
        <pc:chgData name="Zailan Arabee Abdul Salam" userId="5bc04053-34d1-46af-a9d4-ff754460ad4b" providerId="ADAL" clId="{A2B7F123-4DA0-45CE-B8C2-521D45FDE29C}" dt="2023-10-30T03:26:06.324" v="0"/>
        <pc:sldMkLst>
          <pc:docMk/>
          <pc:sldMk cId="3225035349" sldId="280"/>
        </pc:sldMkLst>
      </pc:sldChg>
      <pc:sldChg chg="add">
        <pc:chgData name="Zailan Arabee Abdul Salam" userId="5bc04053-34d1-46af-a9d4-ff754460ad4b" providerId="ADAL" clId="{A2B7F123-4DA0-45CE-B8C2-521D45FDE29C}" dt="2023-10-30T03:26:06.324" v="0"/>
        <pc:sldMkLst>
          <pc:docMk/>
          <pc:sldMk cId="2979819931" sldId="281"/>
        </pc:sldMkLst>
      </pc:sldChg>
      <pc:sldChg chg="add">
        <pc:chgData name="Zailan Arabee Abdul Salam" userId="5bc04053-34d1-46af-a9d4-ff754460ad4b" providerId="ADAL" clId="{A2B7F123-4DA0-45CE-B8C2-521D45FDE29C}" dt="2023-10-30T03:26:06.324" v="0"/>
        <pc:sldMkLst>
          <pc:docMk/>
          <pc:sldMk cId="2994277211" sldId="284"/>
        </pc:sldMkLst>
      </pc:sldChg>
      <pc:sldChg chg="add">
        <pc:chgData name="Zailan Arabee Abdul Salam" userId="5bc04053-34d1-46af-a9d4-ff754460ad4b" providerId="ADAL" clId="{A2B7F123-4DA0-45CE-B8C2-521D45FDE29C}" dt="2023-10-30T03:26:06.324" v="0"/>
        <pc:sldMkLst>
          <pc:docMk/>
          <pc:sldMk cId="894897432" sldId="285"/>
        </pc:sldMkLst>
      </pc:sldChg>
      <pc:sldChg chg="add">
        <pc:chgData name="Zailan Arabee Abdul Salam" userId="5bc04053-34d1-46af-a9d4-ff754460ad4b" providerId="ADAL" clId="{A2B7F123-4DA0-45CE-B8C2-521D45FDE29C}" dt="2023-10-30T03:26:06.324" v="0"/>
        <pc:sldMkLst>
          <pc:docMk/>
          <pc:sldMk cId="2083618775" sldId="286"/>
        </pc:sldMkLst>
      </pc:sldChg>
      <pc:sldChg chg="add">
        <pc:chgData name="Zailan Arabee Abdul Salam" userId="5bc04053-34d1-46af-a9d4-ff754460ad4b" providerId="ADAL" clId="{A2B7F123-4DA0-45CE-B8C2-521D45FDE29C}" dt="2023-10-30T03:26:06.324" v="0"/>
        <pc:sldMkLst>
          <pc:docMk/>
          <pc:sldMk cId="3831505793" sldId="287"/>
        </pc:sldMkLst>
      </pc:sldChg>
      <pc:sldChg chg="add">
        <pc:chgData name="Zailan Arabee Abdul Salam" userId="5bc04053-34d1-46af-a9d4-ff754460ad4b" providerId="ADAL" clId="{A2B7F123-4DA0-45CE-B8C2-521D45FDE29C}" dt="2023-10-30T03:26:06.324" v="0"/>
        <pc:sldMkLst>
          <pc:docMk/>
          <pc:sldMk cId="0" sldId="288"/>
        </pc:sldMkLst>
      </pc:sldChg>
      <pc:sldChg chg="add">
        <pc:chgData name="Zailan Arabee Abdul Salam" userId="5bc04053-34d1-46af-a9d4-ff754460ad4b" providerId="ADAL" clId="{A2B7F123-4DA0-45CE-B8C2-521D45FDE29C}" dt="2023-10-30T03:26:06.324" v="0"/>
        <pc:sldMkLst>
          <pc:docMk/>
          <pc:sldMk cId="1147883940" sldId="289"/>
        </pc:sldMkLst>
      </pc:sldChg>
      <pc:sldChg chg="add">
        <pc:chgData name="Zailan Arabee Abdul Salam" userId="5bc04053-34d1-46af-a9d4-ff754460ad4b" providerId="ADAL" clId="{A2B7F123-4DA0-45CE-B8C2-521D45FDE29C}" dt="2023-10-30T03:26:06.324" v="0"/>
        <pc:sldMkLst>
          <pc:docMk/>
          <pc:sldMk cId="1929223683" sldId="290"/>
        </pc:sldMkLst>
      </pc:sldChg>
      <pc:sldChg chg="add">
        <pc:chgData name="Zailan Arabee Abdul Salam" userId="5bc04053-34d1-46af-a9d4-ff754460ad4b" providerId="ADAL" clId="{A2B7F123-4DA0-45CE-B8C2-521D45FDE29C}" dt="2023-10-30T03:26:06.324" v="0"/>
        <pc:sldMkLst>
          <pc:docMk/>
          <pc:sldMk cId="14364869" sldId="294"/>
        </pc:sldMkLst>
      </pc:sldChg>
      <pc:sldChg chg="add">
        <pc:chgData name="Zailan Arabee Abdul Salam" userId="5bc04053-34d1-46af-a9d4-ff754460ad4b" providerId="ADAL" clId="{A2B7F123-4DA0-45CE-B8C2-521D45FDE29C}" dt="2023-10-30T03:26:06.324" v="0"/>
        <pc:sldMkLst>
          <pc:docMk/>
          <pc:sldMk cId="393804965" sldId="295"/>
        </pc:sldMkLst>
      </pc:sldChg>
      <pc:sldChg chg="add">
        <pc:chgData name="Zailan Arabee Abdul Salam" userId="5bc04053-34d1-46af-a9d4-ff754460ad4b" providerId="ADAL" clId="{A2B7F123-4DA0-45CE-B8C2-521D45FDE29C}" dt="2023-10-30T03:26:06.324" v="0"/>
        <pc:sldMkLst>
          <pc:docMk/>
          <pc:sldMk cId="4053078876" sldId="296"/>
        </pc:sldMkLst>
      </pc:sldChg>
      <pc:sldChg chg="add">
        <pc:chgData name="Zailan Arabee Abdul Salam" userId="5bc04053-34d1-46af-a9d4-ff754460ad4b" providerId="ADAL" clId="{A2B7F123-4DA0-45CE-B8C2-521D45FDE29C}" dt="2023-10-30T03:26:06.324" v="0"/>
        <pc:sldMkLst>
          <pc:docMk/>
          <pc:sldMk cId="3067589673" sldId="297"/>
        </pc:sldMkLst>
      </pc:sldChg>
      <pc:sldChg chg="del">
        <pc:chgData name="Zailan Arabee Abdul Salam" userId="5bc04053-34d1-46af-a9d4-ff754460ad4b" providerId="ADAL" clId="{A2B7F123-4DA0-45CE-B8C2-521D45FDE29C}" dt="2023-10-30T03:26:09.451" v="1" actId="47"/>
        <pc:sldMkLst>
          <pc:docMk/>
          <pc:sldMk cId="0" sldId="310"/>
        </pc:sldMkLst>
      </pc:sldChg>
      <pc:sldChg chg="add">
        <pc:chgData name="Zailan Arabee Abdul Salam" userId="5bc04053-34d1-46af-a9d4-ff754460ad4b" providerId="ADAL" clId="{A2B7F123-4DA0-45CE-B8C2-521D45FDE29C}" dt="2023-10-30T03:26:06.324" v="0"/>
        <pc:sldMkLst>
          <pc:docMk/>
          <pc:sldMk cId="0" sldId="311"/>
        </pc:sldMkLst>
      </pc:sldChg>
      <pc:sldChg chg="add">
        <pc:chgData name="Zailan Arabee Abdul Salam" userId="5bc04053-34d1-46af-a9d4-ff754460ad4b" providerId="ADAL" clId="{A2B7F123-4DA0-45CE-B8C2-521D45FDE29C}" dt="2023-10-30T03:26:06.324" v="0"/>
        <pc:sldMkLst>
          <pc:docMk/>
          <pc:sldMk cId="0" sldId="312"/>
        </pc:sldMkLst>
      </pc:sldChg>
      <pc:sldChg chg="del">
        <pc:chgData name="Zailan Arabee Abdul Salam" userId="5bc04053-34d1-46af-a9d4-ff754460ad4b" providerId="ADAL" clId="{A2B7F123-4DA0-45CE-B8C2-521D45FDE29C}" dt="2023-10-30T03:26:18.778" v="2" actId="47"/>
        <pc:sldMkLst>
          <pc:docMk/>
          <pc:sldMk cId="0" sldId="313"/>
        </pc:sldMkLst>
      </pc:sldChg>
      <pc:sldChg chg="del">
        <pc:chgData name="Zailan Arabee Abdul Salam" userId="5bc04053-34d1-46af-a9d4-ff754460ad4b" providerId="ADAL" clId="{A2B7F123-4DA0-45CE-B8C2-521D45FDE29C}" dt="2023-10-30T03:26:18.778" v="2" actId="47"/>
        <pc:sldMkLst>
          <pc:docMk/>
          <pc:sldMk cId="0" sldId="314"/>
        </pc:sldMkLst>
      </pc:sldChg>
      <pc:sldChg chg="add">
        <pc:chgData name="Zailan Arabee Abdul Salam" userId="5bc04053-34d1-46af-a9d4-ff754460ad4b" providerId="ADAL" clId="{A2B7F123-4DA0-45CE-B8C2-521D45FDE29C}" dt="2023-10-30T03:26:06.324" v="0"/>
        <pc:sldMkLst>
          <pc:docMk/>
          <pc:sldMk cId="0" sldId="315"/>
        </pc:sldMkLst>
      </pc:sldChg>
      <pc:sldChg chg="del">
        <pc:chgData name="Zailan Arabee Abdul Salam" userId="5bc04053-34d1-46af-a9d4-ff754460ad4b" providerId="ADAL" clId="{A2B7F123-4DA0-45CE-B8C2-521D45FDE29C}" dt="2023-10-30T03:26:18.778" v="2" actId="47"/>
        <pc:sldMkLst>
          <pc:docMk/>
          <pc:sldMk cId="0" sldId="316"/>
        </pc:sldMkLst>
      </pc:sldChg>
      <pc:sldChg chg="del">
        <pc:chgData name="Zailan Arabee Abdul Salam" userId="5bc04053-34d1-46af-a9d4-ff754460ad4b" providerId="ADAL" clId="{A2B7F123-4DA0-45CE-B8C2-521D45FDE29C}" dt="2023-10-30T03:26:18.778" v="2" actId="47"/>
        <pc:sldMkLst>
          <pc:docMk/>
          <pc:sldMk cId="0" sldId="317"/>
        </pc:sldMkLst>
      </pc:sldChg>
      <pc:sldChg chg="add">
        <pc:chgData name="Zailan Arabee Abdul Salam" userId="5bc04053-34d1-46af-a9d4-ff754460ad4b" providerId="ADAL" clId="{A2B7F123-4DA0-45CE-B8C2-521D45FDE29C}" dt="2023-10-30T03:26:06.324" v="0"/>
        <pc:sldMkLst>
          <pc:docMk/>
          <pc:sldMk cId="2528312682" sldId="323"/>
        </pc:sldMkLst>
      </pc:sldChg>
      <pc:sldChg chg="del">
        <pc:chgData name="Zailan Arabee Abdul Salam" userId="5bc04053-34d1-46af-a9d4-ff754460ad4b" providerId="ADAL" clId="{A2B7F123-4DA0-45CE-B8C2-521D45FDE29C}" dt="2023-10-30T03:26:18.778" v="2" actId="47"/>
        <pc:sldMkLst>
          <pc:docMk/>
          <pc:sldMk cId="2847682019" sldId="327"/>
        </pc:sldMkLst>
      </pc:sldChg>
      <pc:sldChg chg="del">
        <pc:chgData name="Zailan Arabee Abdul Salam" userId="5bc04053-34d1-46af-a9d4-ff754460ad4b" providerId="ADAL" clId="{A2B7F123-4DA0-45CE-B8C2-521D45FDE29C}" dt="2023-10-30T03:26:18.778" v="2" actId="47"/>
        <pc:sldMkLst>
          <pc:docMk/>
          <pc:sldMk cId="0" sldId="328"/>
        </pc:sldMkLst>
      </pc:sldChg>
      <pc:sldChg chg="add modNotes">
        <pc:chgData name="Zailan Arabee Abdul Salam" userId="5bc04053-34d1-46af-a9d4-ff754460ad4b" providerId="ADAL" clId="{A2B7F123-4DA0-45CE-B8C2-521D45FDE29C}" dt="2023-10-30T03:26:06.324" v="0"/>
        <pc:sldMkLst>
          <pc:docMk/>
          <pc:sldMk cId="764497266" sldId="332"/>
        </pc:sldMkLst>
      </pc:sldChg>
      <pc:sldChg chg="del">
        <pc:chgData name="Zailan Arabee Abdul Salam" userId="5bc04053-34d1-46af-a9d4-ff754460ad4b" providerId="ADAL" clId="{A2B7F123-4DA0-45CE-B8C2-521D45FDE29C}" dt="2023-10-30T03:26:18.778" v="2" actId="47"/>
        <pc:sldMkLst>
          <pc:docMk/>
          <pc:sldMk cId="0" sldId="335"/>
        </pc:sldMkLst>
      </pc:sldChg>
      <pc:sldChg chg="del">
        <pc:chgData name="Zailan Arabee Abdul Salam" userId="5bc04053-34d1-46af-a9d4-ff754460ad4b" providerId="ADAL" clId="{A2B7F123-4DA0-45CE-B8C2-521D45FDE29C}" dt="2023-10-30T03:26:18.778" v="2" actId="47"/>
        <pc:sldMkLst>
          <pc:docMk/>
          <pc:sldMk cId="0" sldId="336"/>
        </pc:sldMkLst>
      </pc:sldChg>
      <pc:sldChg chg="del">
        <pc:chgData name="Zailan Arabee Abdul Salam" userId="5bc04053-34d1-46af-a9d4-ff754460ad4b" providerId="ADAL" clId="{A2B7F123-4DA0-45CE-B8C2-521D45FDE29C}" dt="2023-10-30T03:26:18.778" v="2" actId="47"/>
        <pc:sldMkLst>
          <pc:docMk/>
          <pc:sldMk cId="0" sldId="337"/>
        </pc:sldMkLst>
      </pc:sldChg>
      <pc:sldChg chg="del">
        <pc:chgData name="Zailan Arabee Abdul Salam" userId="5bc04053-34d1-46af-a9d4-ff754460ad4b" providerId="ADAL" clId="{A2B7F123-4DA0-45CE-B8C2-521D45FDE29C}" dt="2023-10-30T03:26:18.778" v="2" actId="47"/>
        <pc:sldMkLst>
          <pc:docMk/>
          <pc:sldMk cId="0" sldId="338"/>
        </pc:sldMkLst>
      </pc:sldChg>
      <pc:sldChg chg="del">
        <pc:chgData name="Zailan Arabee Abdul Salam" userId="5bc04053-34d1-46af-a9d4-ff754460ad4b" providerId="ADAL" clId="{A2B7F123-4DA0-45CE-B8C2-521D45FDE29C}" dt="2023-10-30T03:26:18.778" v="2" actId="47"/>
        <pc:sldMkLst>
          <pc:docMk/>
          <pc:sldMk cId="0" sldId="339"/>
        </pc:sldMkLst>
      </pc:sldChg>
      <pc:sldChg chg="del">
        <pc:chgData name="Zailan Arabee Abdul Salam" userId="5bc04053-34d1-46af-a9d4-ff754460ad4b" providerId="ADAL" clId="{A2B7F123-4DA0-45CE-B8C2-521D45FDE29C}" dt="2023-10-30T03:26:18.778" v="2" actId="47"/>
        <pc:sldMkLst>
          <pc:docMk/>
          <pc:sldMk cId="0" sldId="341"/>
        </pc:sldMkLst>
      </pc:sldChg>
      <pc:sldChg chg="del">
        <pc:chgData name="Zailan Arabee Abdul Salam" userId="5bc04053-34d1-46af-a9d4-ff754460ad4b" providerId="ADAL" clId="{A2B7F123-4DA0-45CE-B8C2-521D45FDE29C}" dt="2023-10-30T03:26:18.778" v="2" actId="47"/>
        <pc:sldMkLst>
          <pc:docMk/>
          <pc:sldMk cId="0" sldId="342"/>
        </pc:sldMkLst>
      </pc:sldChg>
      <pc:sldChg chg="del">
        <pc:chgData name="Zailan Arabee Abdul Salam" userId="5bc04053-34d1-46af-a9d4-ff754460ad4b" providerId="ADAL" clId="{A2B7F123-4DA0-45CE-B8C2-521D45FDE29C}" dt="2023-10-30T03:26:18.778" v="2" actId="47"/>
        <pc:sldMkLst>
          <pc:docMk/>
          <pc:sldMk cId="0" sldId="344"/>
        </pc:sldMkLst>
      </pc:sldChg>
      <pc:sldChg chg="del">
        <pc:chgData name="Zailan Arabee Abdul Salam" userId="5bc04053-34d1-46af-a9d4-ff754460ad4b" providerId="ADAL" clId="{A2B7F123-4DA0-45CE-B8C2-521D45FDE29C}" dt="2023-10-30T03:26:18.778" v="2" actId="47"/>
        <pc:sldMkLst>
          <pc:docMk/>
          <pc:sldMk cId="0" sldId="345"/>
        </pc:sldMkLst>
      </pc:sldChg>
      <pc:sldChg chg="del">
        <pc:chgData name="Zailan Arabee Abdul Salam" userId="5bc04053-34d1-46af-a9d4-ff754460ad4b" providerId="ADAL" clId="{A2B7F123-4DA0-45CE-B8C2-521D45FDE29C}" dt="2023-10-30T03:26:18.778" v="2" actId="47"/>
        <pc:sldMkLst>
          <pc:docMk/>
          <pc:sldMk cId="0" sldId="346"/>
        </pc:sldMkLst>
      </pc:sldChg>
      <pc:sldChg chg="add">
        <pc:chgData name="Zailan Arabee Abdul Salam" userId="5bc04053-34d1-46af-a9d4-ff754460ad4b" providerId="ADAL" clId="{A2B7F123-4DA0-45CE-B8C2-521D45FDE29C}" dt="2023-10-30T03:26:06.324" v="0"/>
        <pc:sldMkLst>
          <pc:docMk/>
          <pc:sldMk cId="2763272302" sldId="348"/>
        </pc:sldMkLst>
      </pc:sldChg>
      <pc:sldChg chg="del">
        <pc:chgData name="Zailan Arabee Abdul Salam" userId="5bc04053-34d1-46af-a9d4-ff754460ad4b" providerId="ADAL" clId="{A2B7F123-4DA0-45CE-B8C2-521D45FDE29C}" dt="2023-10-30T03:26:18.778" v="2" actId="47"/>
        <pc:sldMkLst>
          <pc:docMk/>
          <pc:sldMk cId="0" sldId="453"/>
        </pc:sldMkLst>
      </pc:sldChg>
      <pc:sldChg chg="del">
        <pc:chgData name="Zailan Arabee Abdul Salam" userId="5bc04053-34d1-46af-a9d4-ff754460ad4b" providerId="ADAL" clId="{A2B7F123-4DA0-45CE-B8C2-521D45FDE29C}" dt="2023-10-30T03:26:18.778" v="2" actId="47"/>
        <pc:sldMkLst>
          <pc:docMk/>
          <pc:sldMk cId="0" sldId="454"/>
        </pc:sldMkLst>
      </pc:sldChg>
      <pc:sldChg chg="del">
        <pc:chgData name="Zailan Arabee Abdul Salam" userId="5bc04053-34d1-46af-a9d4-ff754460ad4b" providerId="ADAL" clId="{A2B7F123-4DA0-45CE-B8C2-521D45FDE29C}" dt="2023-10-30T03:26:18.778" v="2" actId="47"/>
        <pc:sldMkLst>
          <pc:docMk/>
          <pc:sldMk cId="0" sldId="455"/>
        </pc:sldMkLst>
      </pc:sldChg>
      <pc:sldChg chg="del">
        <pc:chgData name="Zailan Arabee Abdul Salam" userId="5bc04053-34d1-46af-a9d4-ff754460ad4b" providerId="ADAL" clId="{A2B7F123-4DA0-45CE-B8C2-521D45FDE29C}" dt="2023-10-30T03:26:18.778" v="2" actId="47"/>
        <pc:sldMkLst>
          <pc:docMk/>
          <pc:sldMk cId="0" sldId="456"/>
        </pc:sldMkLst>
      </pc:sldChg>
      <pc:sldChg chg="del">
        <pc:chgData name="Zailan Arabee Abdul Salam" userId="5bc04053-34d1-46af-a9d4-ff754460ad4b" providerId="ADAL" clId="{A2B7F123-4DA0-45CE-B8C2-521D45FDE29C}" dt="2023-10-30T03:26:18.778" v="2" actId="47"/>
        <pc:sldMkLst>
          <pc:docMk/>
          <pc:sldMk cId="0" sldId="457"/>
        </pc:sldMkLst>
      </pc:sldChg>
      <pc:sldChg chg="del">
        <pc:chgData name="Zailan Arabee Abdul Salam" userId="5bc04053-34d1-46af-a9d4-ff754460ad4b" providerId="ADAL" clId="{A2B7F123-4DA0-45CE-B8C2-521D45FDE29C}" dt="2023-10-30T03:26:18.778" v="2" actId="47"/>
        <pc:sldMkLst>
          <pc:docMk/>
          <pc:sldMk cId="0" sldId="458"/>
        </pc:sldMkLst>
      </pc:sldChg>
      <pc:sldChg chg="del">
        <pc:chgData name="Zailan Arabee Abdul Salam" userId="5bc04053-34d1-46af-a9d4-ff754460ad4b" providerId="ADAL" clId="{A2B7F123-4DA0-45CE-B8C2-521D45FDE29C}" dt="2023-10-30T03:26:18.778" v="2" actId="47"/>
        <pc:sldMkLst>
          <pc:docMk/>
          <pc:sldMk cId="0" sldId="459"/>
        </pc:sldMkLst>
      </pc:sldChg>
      <pc:sldChg chg="del">
        <pc:chgData name="Zailan Arabee Abdul Salam" userId="5bc04053-34d1-46af-a9d4-ff754460ad4b" providerId="ADAL" clId="{A2B7F123-4DA0-45CE-B8C2-521D45FDE29C}" dt="2023-10-30T03:26:18.778" v="2" actId="47"/>
        <pc:sldMkLst>
          <pc:docMk/>
          <pc:sldMk cId="0" sldId="460"/>
        </pc:sldMkLst>
      </pc:sldChg>
      <pc:sldChg chg="del">
        <pc:chgData name="Zailan Arabee Abdul Salam" userId="5bc04053-34d1-46af-a9d4-ff754460ad4b" providerId="ADAL" clId="{A2B7F123-4DA0-45CE-B8C2-521D45FDE29C}" dt="2023-10-30T03:26:18.778" v="2" actId="47"/>
        <pc:sldMkLst>
          <pc:docMk/>
          <pc:sldMk cId="0" sldId="461"/>
        </pc:sldMkLst>
      </pc:sldChg>
      <pc:sldChg chg="del">
        <pc:chgData name="Zailan Arabee Abdul Salam" userId="5bc04053-34d1-46af-a9d4-ff754460ad4b" providerId="ADAL" clId="{A2B7F123-4DA0-45CE-B8C2-521D45FDE29C}" dt="2023-10-30T03:26:18.778" v="2" actId="47"/>
        <pc:sldMkLst>
          <pc:docMk/>
          <pc:sldMk cId="0" sldId="462"/>
        </pc:sldMkLst>
      </pc:sldChg>
      <pc:sldChg chg="del">
        <pc:chgData name="Zailan Arabee Abdul Salam" userId="5bc04053-34d1-46af-a9d4-ff754460ad4b" providerId="ADAL" clId="{A2B7F123-4DA0-45CE-B8C2-521D45FDE29C}" dt="2023-10-30T03:26:18.778" v="2" actId="47"/>
        <pc:sldMkLst>
          <pc:docMk/>
          <pc:sldMk cId="0" sldId="463"/>
        </pc:sldMkLst>
      </pc:sldChg>
      <pc:sldChg chg="del">
        <pc:chgData name="Zailan Arabee Abdul Salam" userId="5bc04053-34d1-46af-a9d4-ff754460ad4b" providerId="ADAL" clId="{A2B7F123-4DA0-45CE-B8C2-521D45FDE29C}" dt="2023-10-30T03:26:18.778" v="2" actId="47"/>
        <pc:sldMkLst>
          <pc:docMk/>
          <pc:sldMk cId="0" sldId="464"/>
        </pc:sldMkLst>
      </pc:sldChg>
      <pc:sldChg chg="del">
        <pc:chgData name="Zailan Arabee Abdul Salam" userId="5bc04053-34d1-46af-a9d4-ff754460ad4b" providerId="ADAL" clId="{A2B7F123-4DA0-45CE-B8C2-521D45FDE29C}" dt="2023-10-30T03:26:18.778" v="2" actId="47"/>
        <pc:sldMkLst>
          <pc:docMk/>
          <pc:sldMk cId="1184319698" sldId="465"/>
        </pc:sldMkLst>
      </pc:sldChg>
      <pc:sldChg chg="del">
        <pc:chgData name="Zailan Arabee Abdul Salam" userId="5bc04053-34d1-46af-a9d4-ff754460ad4b" providerId="ADAL" clId="{A2B7F123-4DA0-45CE-B8C2-521D45FDE29C}" dt="2023-10-30T03:26:18.778" v="2" actId="47"/>
        <pc:sldMkLst>
          <pc:docMk/>
          <pc:sldMk cId="3912884228" sldId="466"/>
        </pc:sldMkLst>
      </pc:sldChg>
      <pc:sldChg chg="del">
        <pc:chgData name="Zailan Arabee Abdul Salam" userId="5bc04053-34d1-46af-a9d4-ff754460ad4b" providerId="ADAL" clId="{A2B7F123-4DA0-45CE-B8C2-521D45FDE29C}" dt="2023-10-30T03:26:18.778" v="2" actId="47"/>
        <pc:sldMkLst>
          <pc:docMk/>
          <pc:sldMk cId="0" sldId="467"/>
        </pc:sldMkLst>
      </pc:sldChg>
      <pc:sldChg chg="del">
        <pc:chgData name="Zailan Arabee Abdul Salam" userId="5bc04053-34d1-46af-a9d4-ff754460ad4b" providerId="ADAL" clId="{A2B7F123-4DA0-45CE-B8C2-521D45FDE29C}" dt="2023-10-30T03:26:18.778" v="2" actId="47"/>
        <pc:sldMkLst>
          <pc:docMk/>
          <pc:sldMk cId="0" sldId="468"/>
        </pc:sldMkLst>
      </pc:sldChg>
      <pc:sldChg chg="del">
        <pc:chgData name="Zailan Arabee Abdul Salam" userId="5bc04053-34d1-46af-a9d4-ff754460ad4b" providerId="ADAL" clId="{A2B7F123-4DA0-45CE-B8C2-521D45FDE29C}" dt="2023-10-30T03:26:18.778" v="2" actId="47"/>
        <pc:sldMkLst>
          <pc:docMk/>
          <pc:sldMk cId="0" sldId="469"/>
        </pc:sldMkLst>
      </pc:sldChg>
      <pc:sldChg chg="del">
        <pc:chgData name="Zailan Arabee Abdul Salam" userId="5bc04053-34d1-46af-a9d4-ff754460ad4b" providerId="ADAL" clId="{A2B7F123-4DA0-45CE-B8C2-521D45FDE29C}" dt="2023-10-30T03:26:18.778" v="2" actId="47"/>
        <pc:sldMkLst>
          <pc:docMk/>
          <pc:sldMk cId="0" sldId="470"/>
        </pc:sldMkLst>
      </pc:sldChg>
      <pc:sldChg chg="del">
        <pc:chgData name="Zailan Arabee Abdul Salam" userId="5bc04053-34d1-46af-a9d4-ff754460ad4b" providerId="ADAL" clId="{A2B7F123-4DA0-45CE-B8C2-521D45FDE29C}" dt="2023-10-30T03:26:18.778" v="2" actId="47"/>
        <pc:sldMkLst>
          <pc:docMk/>
          <pc:sldMk cId="0" sldId="471"/>
        </pc:sldMkLst>
      </pc:sldChg>
      <pc:sldChg chg="del">
        <pc:chgData name="Zailan Arabee Abdul Salam" userId="5bc04053-34d1-46af-a9d4-ff754460ad4b" providerId="ADAL" clId="{A2B7F123-4DA0-45CE-B8C2-521D45FDE29C}" dt="2023-10-30T03:26:18.778" v="2" actId="47"/>
        <pc:sldMkLst>
          <pc:docMk/>
          <pc:sldMk cId="0" sldId="472"/>
        </pc:sldMkLst>
      </pc:sldChg>
      <pc:sldChg chg="del">
        <pc:chgData name="Zailan Arabee Abdul Salam" userId="5bc04053-34d1-46af-a9d4-ff754460ad4b" providerId="ADAL" clId="{A2B7F123-4DA0-45CE-B8C2-521D45FDE29C}" dt="2023-10-30T03:26:18.778" v="2" actId="47"/>
        <pc:sldMkLst>
          <pc:docMk/>
          <pc:sldMk cId="0" sldId="473"/>
        </pc:sldMkLst>
      </pc:sldChg>
      <pc:sldChg chg="del">
        <pc:chgData name="Zailan Arabee Abdul Salam" userId="5bc04053-34d1-46af-a9d4-ff754460ad4b" providerId="ADAL" clId="{A2B7F123-4DA0-45CE-B8C2-521D45FDE29C}" dt="2023-10-30T03:26:18.778" v="2" actId="47"/>
        <pc:sldMkLst>
          <pc:docMk/>
          <pc:sldMk cId="0" sldId="474"/>
        </pc:sldMkLst>
      </pc:sldChg>
      <pc:sldChg chg="del">
        <pc:chgData name="Zailan Arabee Abdul Salam" userId="5bc04053-34d1-46af-a9d4-ff754460ad4b" providerId="ADAL" clId="{A2B7F123-4DA0-45CE-B8C2-521D45FDE29C}" dt="2023-10-30T03:26:18.778" v="2" actId="47"/>
        <pc:sldMkLst>
          <pc:docMk/>
          <pc:sldMk cId="0" sldId="475"/>
        </pc:sldMkLst>
      </pc:sldChg>
      <pc:sldChg chg="del">
        <pc:chgData name="Zailan Arabee Abdul Salam" userId="5bc04053-34d1-46af-a9d4-ff754460ad4b" providerId="ADAL" clId="{A2B7F123-4DA0-45CE-B8C2-521D45FDE29C}" dt="2023-10-30T03:26:18.778" v="2" actId="47"/>
        <pc:sldMkLst>
          <pc:docMk/>
          <pc:sldMk cId="0" sldId="476"/>
        </pc:sldMkLst>
      </pc:sldChg>
      <pc:sldChg chg="del">
        <pc:chgData name="Zailan Arabee Abdul Salam" userId="5bc04053-34d1-46af-a9d4-ff754460ad4b" providerId="ADAL" clId="{A2B7F123-4DA0-45CE-B8C2-521D45FDE29C}" dt="2023-10-30T03:26:18.778" v="2" actId="47"/>
        <pc:sldMkLst>
          <pc:docMk/>
          <pc:sldMk cId="0" sldId="477"/>
        </pc:sldMkLst>
      </pc:sldChg>
      <pc:sldChg chg="del">
        <pc:chgData name="Zailan Arabee Abdul Salam" userId="5bc04053-34d1-46af-a9d4-ff754460ad4b" providerId="ADAL" clId="{A2B7F123-4DA0-45CE-B8C2-521D45FDE29C}" dt="2023-10-30T03:26:18.778" v="2" actId="47"/>
        <pc:sldMkLst>
          <pc:docMk/>
          <pc:sldMk cId="0" sldId="478"/>
        </pc:sldMkLst>
      </pc:sldChg>
      <pc:sldChg chg="del">
        <pc:chgData name="Zailan Arabee Abdul Salam" userId="5bc04053-34d1-46af-a9d4-ff754460ad4b" providerId="ADAL" clId="{A2B7F123-4DA0-45CE-B8C2-521D45FDE29C}" dt="2023-10-30T03:26:18.778" v="2" actId="47"/>
        <pc:sldMkLst>
          <pc:docMk/>
          <pc:sldMk cId="0" sldId="480"/>
        </pc:sldMkLst>
      </pc:sldChg>
      <pc:sldChg chg="del">
        <pc:chgData name="Zailan Arabee Abdul Salam" userId="5bc04053-34d1-46af-a9d4-ff754460ad4b" providerId="ADAL" clId="{A2B7F123-4DA0-45CE-B8C2-521D45FDE29C}" dt="2023-10-30T03:26:18.778" v="2" actId="47"/>
        <pc:sldMkLst>
          <pc:docMk/>
          <pc:sldMk cId="0" sldId="481"/>
        </pc:sldMkLst>
      </pc:sldChg>
      <pc:sldChg chg="del">
        <pc:chgData name="Zailan Arabee Abdul Salam" userId="5bc04053-34d1-46af-a9d4-ff754460ad4b" providerId="ADAL" clId="{A2B7F123-4DA0-45CE-B8C2-521D45FDE29C}" dt="2023-10-30T03:26:18.778" v="2" actId="47"/>
        <pc:sldMkLst>
          <pc:docMk/>
          <pc:sldMk cId="0" sldId="482"/>
        </pc:sldMkLst>
      </pc:sldChg>
      <pc:sldChg chg="del">
        <pc:chgData name="Zailan Arabee Abdul Salam" userId="5bc04053-34d1-46af-a9d4-ff754460ad4b" providerId="ADAL" clId="{A2B7F123-4DA0-45CE-B8C2-521D45FDE29C}" dt="2023-10-30T03:26:18.778" v="2" actId="47"/>
        <pc:sldMkLst>
          <pc:docMk/>
          <pc:sldMk cId="3564082965" sldId="485"/>
        </pc:sldMkLst>
      </pc:sldChg>
      <pc:sldChg chg="del">
        <pc:chgData name="Zailan Arabee Abdul Salam" userId="5bc04053-34d1-46af-a9d4-ff754460ad4b" providerId="ADAL" clId="{A2B7F123-4DA0-45CE-B8C2-521D45FDE29C}" dt="2023-10-30T03:26:18.778" v="2" actId="47"/>
        <pc:sldMkLst>
          <pc:docMk/>
          <pc:sldMk cId="3254383725" sldId="486"/>
        </pc:sldMkLst>
      </pc:sldChg>
      <pc:sldChg chg="del">
        <pc:chgData name="Zailan Arabee Abdul Salam" userId="5bc04053-34d1-46af-a9d4-ff754460ad4b" providerId="ADAL" clId="{A2B7F123-4DA0-45CE-B8C2-521D45FDE29C}" dt="2023-10-30T03:26:18.778" v="2" actId="47"/>
        <pc:sldMkLst>
          <pc:docMk/>
          <pc:sldMk cId="1414928201" sldId="487"/>
        </pc:sldMkLst>
      </pc:sldChg>
      <pc:sldChg chg="del">
        <pc:chgData name="Zailan Arabee Abdul Salam" userId="5bc04053-34d1-46af-a9d4-ff754460ad4b" providerId="ADAL" clId="{A2B7F123-4DA0-45CE-B8C2-521D45FDE29C}" dt="2023-10-30T03:26:18.778" v="2" actId="47"/>
        <pc:sldMkLst>
          <pc:docMk/>
          <pc:sldMk cId="1439302342" sldId="488"/>
        </pc:sldMkLst>
      </pc:sldChg>
      <pc:sldChg chg="del">
        <pc:chgData name="Zailan Arabee Abdul Salam" userId="5bc04053-34d1-46af-a9d4-ff754460ad4b" providerId="ADAL" clId="{A2B7F123-4DA0-45CE-B8C2-521D45FDE29C}" dt="2023-10-30T03:26:18.778" v="2" actId="47"/>
        <pc:sldMkLst>
          <pc:docMk/>
          <pc:sldMk cId="3734300543" sldId="489"/>
        </pc:sldMkLst>
      </pc:sldChg>
      <pc:sldChg chg="del">
        <pc:chgData name="Zailan Arabee Abdul Salam" userId="5bc04053-34d1-46af-a9d4-ff754460ad4b" providerId="ADAL" clId="{A2B7F123-4DA0-45CE-B8C2-521D45FDE29C}" dt="2023-10-30T03:26:18.778" v="2" actId="47"/>
        <pc:sldMkLst>
          <pc:docMk/>
          <pc:sldMk cId="1332866878" sldId="490"/>
        </pc:sldMkLst>
      </pc:sldChg>
      <pc:sldChg chg="del">
        <pc:chgData name="Zailan Arabee Abdul Salam" userId="5bc04053-34d1-46af-a9d4-ff754460ad4b" providerId="ADAL" clId="{A2B7F123-4DA0-45CE-B8C2-521D45FDE29C}" dt="2023-10-30T03:26:18.778" v="2" actId="47"/>
        <pc:sldMkLst>
          <pc:docMk/>
          <pc:sldMk cId="51422715" sldId="491"/>
        </pc:sldMkLst>
      </pc:sldChg>
      <pc:sldChg chg="add">
        <pc:chgData name="Zailan Arabee Abdul Salam" userId="5bc04053-34d1-46af-a9d4-ff754460ad4b" providerId="ADAL" clId="{A2B7F123-4DA0-45CE-B8C2-521D45FDE29C}" dt="2023-10-30T03:26:06.324" v="0"/>
        <pc:sldMkLst>
          <pc:docMk/>
          <pc:sldMk cId="3231145266" sldId="492"/>
        </pc:sldMkLst>
      </pc:sldChg>
      <pc:sldChg chg="add">
        <pc:chgData name="Zailan Arabee Abdul Salam" userId="5bc04053-34d1-46af-a9d4-ff754460ad4b" providerId="ADAL" clId="{A2B7F123-4DA0-45CE-B8C2-521D45FDE29C}" dt="2023-10-30T03:26:06.324" v="0"/>
        <pc:sldMkLst>
          <pc:docMk/>
          <pc:sldMk cId="3142129247" sldId="493"/>
        </pc:sldMkLst>
      </pc:sldChg>
      <pc:sldChg chg="add">
        <pc:chgData name="Zailan Arabee Abdul Salam" userId="5bc04053-34d1-46af-a9d4-ff754460ad4b" providerId="ADAL" clId="{A2B7F123-4DA0-45CE-B8C2-521D45FDE29C}" dt="2023-10-30T03:26:06.324" v="0"/>
        <pc:sldMkLst>
          <pc:docMk/>
          <pc:sldMk cId="1780427012" sldId="494"/>
        </pc:sldMkLst>
      </pc:sldChg>
      <pc:sldChg chg="add">
        <pc:chgData name="Zailan Arabee Abdul Salam" userId="5bc04053-34d1-46af-a9d4-ff754460ad4b" providerId="ADAL" clId="{A2B7F123-4DA0-45CE-B8C2-521D45FDE29C}" dt="2023-10-30T03:26:06.324" v="0"/>
        <pc:sldMkLst>
          <pc:docMk/>
          <pc:sldMk cId="3959013417" sldId="495"/>
        </pc:sldMkLst>
      </pc:sldChg>
      <pc:sldChg chg="add">
        <pc:chgData name="Zailan Arabee Abdul Salam" userId="5bc04053-34d1-46af-a9d4-ff754460ad4b" providerId="ADAL" clId="{A2B7F123-4DA0-45CE-B8C2-521D45FDE29C}" dt="2023-10-30T03:26:06.324" v="0"/>
        <pc:sldMkLst>
          <pc:docMk/>
          <pc:sldMk cId="2071056352" sldId="496"/>
        </pc:sldMkLst>
      </pc:sldChg>
      <pc:sldChg chg="add">
        <pc:chgData name="Zailan Arabee Abdul Salam" userId="5bc04053-34d1-46af-a9d4-ff754460ad4b" providerId="ADAL" clId="{A2B7F123-4DA0-45CE-B8C2-521D45FDE29C}" dt="2023-10-30T03:26:06.324" v="0"/>
        <pc:sldMkLst>
          <pc:docMk/>
          <pc:sldMk cId="1399879192" sldId="497"/>
        </pc:sldMkLst>
      </pc:sldChg>
      <pc:sldChg chg="del">
        <pc:chgData name="Zailan Arabee Abdul Salam" userId="5bc04053-34d1-46af-a9d4-ff754460ad4b" providerId="ADAL" clId="{A2B7F123-4DA0-45CE-B8C2-521D45FDE29C}" dt="2023-10-30T03:26:18.778" v="2" actId="47"/>
        <pc:sldMkLst>
          <pc:docMk/>
          <pc:sldMk cId="1500488050" sldId="498"/>
        </pc:sldMkLst>
      </pc:sldChg>
      <pc:sldChg chg="del">
        <pc:chgData name="Zailan Arabee Abdul Salam" userId="5bc04053-34d1-46af-a9d4-ff754460ad4b" providerId="ADAL" clId="{A2B7F123-4DA0-45CE-B8C2-521D45FDE29C}" dt="2023-10-30T03:26:18.778" v="2" actId="47"/>
        <pc:sldMkLst>
          <pc:docMk/>
          <pc:sldMk cId="2885538886" sldId="499"/>
        </pc:sldMkLst>
      </pc:sldChg>
      <pc:sldChg chg="del">
        <pc:chgData name="Zailan Arabee Abdul Salam" userId="5bc04053-34d1-46af-a9d4-ff754460ad4b" providerId="ADAL" clId="{A2B7F123-4DA0-45CE-B8C2-521D45FDE29C}" dt="2023-10-30T03:26:18.778" v="2" actId="47"/>
        <pc:sldMkLst>
          <pc:docMk/>
          <pc:sldMk cId="4062332636" sldId="500"/>
        </pc:sldMkLst>
      </pc:sldChg>
      <pc:sldChg chg="del">
        <pc:chgData name="Zailan Arabee Abdul Salam" userId="5bc04053-34d1-46af-a9d4-ff754460ad4b" providerId="ADAL" clId="{A2B7F123-4DA0-45CE-B8C2-521D45FDE29C}" dt="2023-10-30T03:26:18.778" v="2" actId="47"/>
        <pc:sldMkLst>
          <pc:docMk/>
          <pc:sldMk cId="3145781160" sldId="501"/>
        </pc:sldMkLst>
      </pc:sldChg>
      <pc:sldChg chg="del">
        <pc:chgData name="Zailan Arabee Abdul Salam" userId="5bc04053-34d1-46af-a9d4-ff754460ad4b" providerId="ADAL" clId="{A2B7F123-4DA0-45CE-B8C2-521D45FDE29C}" dt="2023-10-30T03:26:18.778" v="2" actId="47"/>
        <pc:sldMkLst>
          <pc:docMk/>
          <pc:sldMk cId="3824347951" sldId="502"/>
        </pc:sldMkLst>
      </pc:sldChg>
      <pc:sldChg chg="del">
        <pc:chgData name="Zailan Arabee Abdul Salam" userId="5bc04053-34d1-46af-a9d4-ff754460ad4b" providerId="ADAL" clId="{A2B7F123-4DA0-45CE-B8C2-521D45FDE29C}" dt="2023-10-30T03:26:18.778" v="2" actId="47"/>
        <pc:sldMkLst>
          <pc:docMk/>
          <pc:sldMk cId="3333830559" sldId="503"/>
        </pc:sldMkLst>
      </pc:sldChg>
      <pc:sldChg chg="del">
        <pc:chgData name="Zailan Arabee Abdul Salam" userId="5bc04053-34d1-46af-a9d4-ff754460ad4b" providerId="ADAL" clId="{A2B7F123-4DA0-45CE-B8C2-521D45FDE29C}" dt="2023-10-30T03:26:18.778" v="2" actId="47"/>
        <pc:sldMkLst>
          <pc:docMk/>
          <pc:sldMk cId="4126277076" sldId="504"/>
        </pc:sldMkLst>
      </pc:sldChg>
      <pc:sldChg chg="del">
        <pc:chgData name="Zailan Arabee Abdul Salam" userId="5bc04053-34d1-46af-a9d4-ff754460ad4b" providerId="ADAL" clId="{A2B7F123-4DA0-45CE-B8C2-521D45FDE29C}" dt="2023-10-30T03:26:18.778" v="2" actId="47"/>
        <pc:sldMkLst>
          <pc:docMk/>
          <pc:sldMk cId="235118991" sldId="505"/>
        </pc:sldMkLst>
      </pc:sldChg>
      <pc:sldChg chg="del">
        <pc:chgData name="Zailan Arabee Abdul Salam" userId="5bc04053-34d1-46af-a9d4-ff754460ad4b" providerId="ADAL" clId="{A2B7F123-4DA0-45CE-B8C2-521D45FDE29C}" dt="2023-10-30T03:26:18.778" v="2" actId="47"/>
        <pc:sldMkLst>
          <pc:docMk/>
          <pc:sldMk cId="4223502574" sldId="506"/>
        </pc:sldMkLst>
      </pc:sldChg>
      <pc:sldChg chg="del">
        <pc:chgData name="Zailan Arabee Abdul Salam" userId="5bc04053-34d1-46af-a9d4-ff754460ad4b" providerId="ADAL" clId="{A2B7F123-4DA0-45CE-B8C2-521D45FDE29C}" dt="2023-10-30T03:26:18.778" v="2" actId="47"/>
        <pc:sldMkLst>
          <pc:docMk/>
          <pc:sldMk cId="2370038255" sldId="507"/>
        </pc:sldMkLst>
      </pc:sldChg>
      <pc:sldChg chg="del">
        <pc:chgData name="Zailan Arabee Abdul Salam" userId="5bc04053-34d1-46af-a9d4-ff754460ad4b" providerId="ADAL" clId="{A2B7F123-4DA0-45CE-B8C2-521D45FDE29C}" dt="2023-10-30T03:26:18.778" v="2" actId="47"/>
        <pc:sldMkLst>
          <pc:docMk/>
          <pc:sldMk cId="1998009960" sldId="508"/>
        </pc:sldMkLst>
      </pc:sldChg>
      <pc:sldChg chg="del">
        <pc:chgData name="Zailan Arabee Abdul Salam" userId="5bc04053-34d1-46af-a9d4-ff754460ad4b" providerId="ADAL" clId="{A2B7F123-4DA0-45CE-B8C2-521D45FDE29C}" dt="2023-10-30T03:26:18.778" v="2" actId="47"/>
        <pc:sldMkLst>
          <pc:docMk/>
          <pc:sldMk cId="1140105713" sldId="509"/>
        </pc:sldMkLst>
      </pc:sldChg>
      <pc:sldChg chg="del">
        <pc:chgData name="Zailan Arabee Abdul Salam" userId="5bc04053-34d1-46af-a9d4-ff754460ad4b" providerId="ADAL" clId="{A2B7F123-4DA0-45CE-B8C2-521D45FDE29C}" dt="2023-10-30T03:26:18.778" v="2" actId="47"/>
        <pc:sldMkLst>
          <pc:docMk/>
          <pc:sldMk cId="3367596249" sldId="510"/>
        </pc:sldMkLst>
      </pc:sldChg>
      <pc:sldChg chg="del">
        <pc:chgData name="Zailan Arabee Abdul Salam" userId="5bc04053-34d1-46af-a9d4-ff754460ad4b" providerId="ADAL" clId="{A2B7F123-4DA0-45CE-B8C2-521D45FDE29C}" dt="2023-10-30T03:26:18.778" v="2" actId="47"/>
        <pc:sldMkLst>
          <pc:docMk/>
          <pc:sldMk cId="1715310179" sldId="512"/>
        </pc:sldMkLst>
      </pc:sldChg>
      <pc:sldChg chg="del">
        <pc:chgData name="Zailan Arabee Abdul Salam" userId="5bc04053-34d1-46af-a9d4-ff754460ad4b" providerId="ADAL" clId="{A2B7F123-4DA0-45CE-B8C2-521D45FDE29C}" dt="2023-10-30T03:26:18.778" v="2" actId="47"/>
        <pc:sldMkLst>
          <pc:docMk/>
          <pc:sldMk cId="2439912198" sldId="513"/>
        </pc:sldMkLst>
      </pc:sldChg>
      <pc:sldChg chg="del">
        <pc:chgData name="Zailan Arabee Abdul Salam" userId="5bc04053-34d1-46af-a9d4-ff754460ad4b" providerId="ADAL" clId="{A2B7F123-4DA0-45CE-B8C2-521D45FDE29C}" dt="2023-10-30T03:26:18.778" v="2" actId="47"/>
        <pc:sldMkLst>
          <pc:docMk/>
          <pc:sldMk cId="2911786166" sldId="514"/>
        </pc:sldMkLst>
      </pc:sldChg>
      <pc:sldChg chg="add">
        <pc:chgData name="Zailan Arabee Abdul Salam" userId="5bc04053-34d1-46af-a9d4-ff754460ad4b" providerId="ADAL" clId="{A2B7F123-4DA0-45CE-B8C2-521D45FDE29C}" dt="2023-10-30T03:26:06.324" v="0"/>
        <pc:sldMkLst>
          <pc:docMk/>
          <pc:sldMk cId="2660146254" sldId="531"/>
        </pc:sldMkLst>
      </pc:sldChg>
      <pc:sldChg chg="add">
        <pc:chgData name="Zailan Arabee Abdul Salam" userId="5bc04053-34d1-46af-a9d4-ff754460ad4b" providerId="ADAL" clId="{A2B7F123-4DA0-45CE-B8C2-521D45FDE29C}" dt="2023-10-30T03:26:06.324" v="0"/>
        <pc:sldMkLst>
          <pc:docMk/>
          <pc:sldMk cId="1056397220" sldId="532"/>
        </pc:sldMkLst>
      </pc:sldChg>
      <pc:sldChg chg="add">
        <pc:chgData name="Zailan Arabee Abdul Salam" userId="5bc04053-34d1-46af-a9d4-ff754460ad4b" providerId="ADAL" clId="{A2B7F123-4DA0-45CE-B8C2-521D45FDE29C}" dt="2023-10-30T03:26:06.324" v="0"/>
        <pc:sldMkLst>
          <pc:docMk/>
          <pc:sldMk cId="2738791202" sldId="533"/>
        </pc:sldMkLst>
      </pc:sldChg>
      <pc:sldChg chg="add">
        <pc:chgData name="Zailan Arabee Abdul Salam" userId="5bc04053-34d1-46af-a9d4-ff754460ad4b" providerId="ADAL" clId="{A2B7F123-4DA0-45CE-B8C2-521D45FDE29C}" dt="2023-10-30T03:26:06.324" v="0"/>
        <pc:sldMkLst>
          <pc:docMk/>
          <pc:sldMk cId="3145607291" sldId="534"/>
        </pc:sldMkLst>
      </pc:sldChg>
      <pc:sldChg chg="add">
        <pc:chgData name="Zailan Arabee Abdul Salam" userId="5bc04053-34d1-46af-a9d4-ff754460ad4b" providerId="ADAL" clId="{A2B7F123-4DA0-45CE-B8C2-521D45FDE29C}" dt="2023-10-30T03:26:06.324" v="0"/>
        <pc:sldMkLst>
          <pc:docMk/>
          <pc:sldMk cId="0" sldId="569"/>
        </pc:sldMkLst>
      </pc:sldChg>
      <pc:sldChg chg="add">
        <pc:chgData name="Zailan Arabee Abdul Salam" userId="5bc04053-34d1-46af-a9d4-ff754460ad4b" providerId="ADAL" clId="{A2B7F123-4DA0-45CE-B8C2-521D45FDE29C}" dt="2023-10-30T03:26:06.324" v="0"/>
        <pc:sldMkLst>
          <pc:docMk/>
          <pc:sldMk cId="0" sldId="577"/>
        </pc:sldMkLst>
      </pc:sldChg>
      <pc:sldChg chg="add">
        <pc:chgData name="Zailan Arabee Abdul Salam" userId="5bc04053-34d1-46af-a9d4-ff754460ad4b" providerId="ADAL" clId="{A2B7F123-4DA0-45CE-B8C2-521D45FDE29C}" dt="2023-10-30T03:26:06.324" v="0"/>
        <pc:sldMkLst>
          <pc:docMk/>
          <pc:sldMk cId="0" sldId="578"/>
        </pc:sldMkLst>
      </pc:sldChg>
      <pc:sldChg chg="add">
        <pc:chgData name="Zailan Arabee Abdul Salam" userId="5bc04053-34d1-46af-a9d4-ff754460ad4b" providerId="ADAL" clId="{A2B7F123-4DA0-45CE-B8C2-521D45FDE29C}" dt="2023-10-30T03:26:06.324" v="0"/>
        <pc:sldMkLst>
          <pc:docMk/>
          <pc:sldMk cId="0" sldId="579"/>
        </pc:sldMkLst>
      </pc:sldChg>
      <pc:sldChg chg="add">
        <pc:chgData name="Zailan Arabee Abdul Salam" userId="5bc04053-34d1-46af-a9d4-ff754460ad4b" providerId="ADAL" clId="{A2B7F123-4DA0-45CE-B8C2-521D45FDE29C}" dt="2023-10-30T03:26:06.324" v="0"/>
        <pc:sldMkLst>
          <pc:docMk/>
          <pc:sldMk cId="0" sldId="580"/>
        </pc:sldMkLst>
      </pc:sldChg>
      <pc:sldChg chg="add">
        <pc:chgData name="Zailan Arabee Abdul Salam" userId="5bc04053-34d1-46af-a9d4-ff754460ad4b" providerId="ADAL" clId="{A2B7F123-4DA0-45CE-B8C2-521D45FDE29C}" dt="2023-10-30T03:26:06.324" v="0"/>
        <pc:sldMkLst>
          <pc:docMk/>
          <pc:sldMk cId="1257055625" sldId="1200"/>
        </pc:sldMkLst>
      </pc:sldChg>
      <pc:sldChg chg="add">
        <pc:chgData name="Zailan Arabee Abdul Salam" userId="5bc04053-34d1-46af-a9d4-ff754460ad4b" providerId="ADAL" clId="{A2B7F123-4DA0-45CE-B8C2-521D45FDE29C}" dt="2023-10-30T03:26:06.324" v="0"/>
        <pc:sldMkLst>
          <pc:docMk/>
          <pc:sldMk cId="1620312096" sldId="1201"/>
        </pc:sldMkLst>
      </pc:sldChg>
      <pc:sldChg chg="add">
        <pc:chgData name="Zailan Arabee Abdul Salam" userId="5bc04053-34d1-46af-a9d4-ff754460ad4b" providerId="ADAL" clId="{A2B7F123-4DA0-45CE-B8C2-521D45FDE29C}" dt="2023-10-30T03:26:06.324" v="0"/>
        <pc:sldMkLst>
          <pc:docMk/>
          <pc:sldMk cId="942685393" sldId="1202"/>
        </pc:sldMkLst>
      </pc:sldChg>
      <pc:sldChg chg="add">
        <pc:chgData name="Zailan Arabee Abdul Salam" userId="5bc04053-34d1-46af-a9d4-ff754460ad4b" providerId="ADAL" clId="{A2B7F123-4DA0-45CE-B8C2-521D45FDE29C}" dt="2023-10-30T03:26:06.324" v="0"/>
        <pc:sldMkLst>
          <pc:docMk/>
          <pc:sldMk cId="88058532" sldId="1211"/>
        </pc:sldMkLst>
      </pc:sldChg>
      <pc:sldChg chg="add">
        <pc:chgData name="Zailan Arabee Abdul Salam" userId="5bc04053-34d1-46af-a9d4-ff754460ad4b" providerId="ADAL" clId="{A2B7F123-4DA0-45CE-B8C2-521D45FDE29C}" dt="2023-10-30T03:26:06.324" v="0"/>
        <pc:sldMkLst>
          <pc:docMk/>
          <pc:sldMk cId="2240314709" sldId="1212"/>
        </pc:sldMkLst>
      </pc:sldChg>
      <pc:sldChg chg="add">
        <pc:chgData name="Zailan Arabee Abdul Salam" userId="5bc04053-34d1-46af-a9d4-ff754460ad4b" providerId="ADAL" clId="{A2B7F123-4DA0-45CE-B8C2-521D45FDE29C}" dt="2023-10-30T03:26:06.324" v="0"/>
        <pc:sldMkLst>
          <pc:docMk/>
          <pc:sldMk cId="4226352155" sldId="1213"/>
        </pc:sldMkLst>
      </pc:sldChg>
      <pc:sldChg chg="add">
        <pc:chgData name="Zailan Arabee Abdul Salam" userId="5bc04053-34d1-46af-a9d4-ff754460ad4b" providerId="ADAL" clId="{A2B7F123-4DA0-45CE-B8C2-521D45FDE29C}" dt="2023-10-30T03:26:06.324" v="0"/>
        <pc:sldMkLst>
          <pc:docMk/>
          <pc:sldMk cId="451448939" sldId="1214"/>
        </pc:sldMkLst>
      </pc:sldChg>
      <pc:sldChg chg="add">
        <pc:chgData name="Zailan Arabee Abdul Salam" userId="5bc04053-34d1-46af-a9d4-ff754460ad4b" providerId="ADAL" clId="{A2B7F123-4DA0-45CE-B8C2-521D45FDE29C}" dt="2023-10-30T03:26:06.324" v="0"/>
        <pc:sldMkLst>
          <pc:docMk/>
          <pc:sldMk cId="157944733" sldId="1215"/>
        </pc:sldMkLst>
      </pc:sldChg>
      <pc:sldChg chg="add">
        <pc:chgData name="Zailan Arabee Abdul Salam" userId="5bc04053-34d1-46af-a9d4-ff754460ad4b" providerId="ADAL" clId="{A2B7F123-4DA0-45CE-B8C2-521D45FDE29C}" dt="2023-10-30T03:26:06.324" v="0"/>
        <pc:sldMkLst>
          <pc:docMk/>
          <pc:sldMk cId="1339351395" sldId="1216"/>
        </pc:sldMkLst>
      </pc:sldChg>
      <pc:sldChg chg="add">
        <pc:chgData name="Zailan Arabee Abdul Salam" userId="5bc04053-34d1-46af-a9d4-ff754460ad4b" providerId="ADAL" clId="{A2B7F123-4DA0-45CE-B8C2-521D45FDE29C}" dt="2023-10-30T03:26:06.324" v="0"/>
        <pc:sldMkLst>
          <pc:docMk/>
          <pc:sldMk cId="1222543335" sldId="1217"/>
        </pc:sldMkLst>
      </pc:sldChg>
      <pc:sldChg chg="add">
        <pc:chgData name="Zailan Arabee Abdul Salam" userId="5bc04053-34d1-46af-a9d4-ff754460ad4b" providerId="ADAL" clId="{A2B7F123-4DA0-45CE-B8C2-521D45FDE29C}" dt="2023-10-30T03:26:06.324" v="0"/>
        <pc:sldMkLst>
          <pc:docMk/>
          <pc:sldMk cId="2574055479" sldId="1219"/>
        </pc:sldMkLst>
      </pc:sldChg>
      <pc:sldChg chg="add">
        <pc:chgData name="Zailan Arabee Abdul Salam" userId="5bc04053-34d1-46af-a9d4-ff754460ad4b" providerId="ADAL" clId="{A2B7F123-4DA0-45CE-B8C2-521D45FDE29C}" dt="2023-10-30T03:26:06.324" v="0"/>
        <pc:sldMkLst>
          <pc:docMk/>
          <pc:sldMk cId="2543552459" sldId="1220"/>
        </pc:sldMkLst>
      </pc:sldChg>
      <pc:sldChg chg="add">
        <pc:chgData name="Zailan Arabee Abdul Salam" userId="5bc04053-34d1-46af-a9d4-ff754460ad4b" providerId="ADAL" clId="{A2B7F123-4DA0-45CE-B8C2-521D45FDE29C}" dt="2023-10-30T03:26:06.324" v="0"/>
        <pc:sldMkLst>
          <pc:docMk/>
          <pc:sldMk cId="158344780" sldId="1221"/>
        </pc:sldMkLst>
      </pc:sldChg>
      <pc:sldChg chg="add">
        <pc:chgData name="Zailan Arabee Abdul Salam" userId="5bc04053-34d1-46af-a9d4-ff754460ad4b" providerId="ADAL" clId="{A2B7F123-4DA0-45CE-B8C2-521D45FDE29C}" dt="2023-10-30T03:26:06.324" v="0"/>
        <pc:sldMkLst>
          <pc:docMk/>
          <pc:sldMk cId="3293834506" sldId="1222"/>
        </pc:sldMkLst>
      </pc:sldChg>
      <pc:sldChg chg="add">
        <pc:chgData name="Zailan Arabee Abdul Salam" userId="5bc04053-34d1-46af-a9d4-ff754460ad4b" providerId="ADAL" clId="{A2B7F123-4DA0-45CE-B8C2-521D45FDE29C}" dt="2023-10-30T03:26:06.324" v="0"/>
        <pc:sldMkLst>
          <pc:docMk/>
          <pc:sldMk cId="1777901036" sldId="1223"/>
        </pc:sldMkLst>
      </pc:sldChg>
      <pc:sldChg chg="add">
        <pc:chgData name="Zailan Arabee Abdul Salam" userId="5bc04053-34d1-46af-a9d4-ff754460ad4b" providerId="ADAL" clId="{A2B7F123-4DA0-45CE-B8C2-521D45FDE29C}" dt="2023-10-30T03:26:06.324" v="0"/>
        <pc:sldMkLst>
          <pc:docMk/>
          <pc:sldMk cId="764643366" sldId="1224"/>
        </pc:sldMkLst>
      </pc:sldChg>
      <pc:sldChg chg="add">
        <pc:chgData name="Zailan Arabee Abdul Salam" userId="5bc04053-34d1-46af-a9d4-ff754460ad4b" providerId="ADAL" clId="{A2B7F123-4DA0-45CE-B8C2-521D45FDE29C}" dt="2023-10-30T03:26:06.324" v="0"/>
        <pc:sldMkLst>
          <pc:docMk/>
          <pc:sldMk cId="2367724023" sldId="1225"/>
        </pc:sldMkLst>
      </pc:sldChg>
      <pc:sldChg chg="add">
        <pc:chgData name="Zailan Arabee Abdul Salam" userId="5bc04053-34d1-46af-a9d4-ff754460ad4b" providerId="ADAL" clId="{A2B7F123-4DA0-45CE-B8C2-521D45FDE29C}" dt="2023-10-30T03:26:06.324" v="0"/>
        <pc:sldMkLst>
          <pc:docMk/>
          <pc:sldMk cId="936123331" sldId="1226"/>
        </pc:sldMkLst>
      </pc:sldChg>
      <pc:sldChg chg="add">
        <pc:chgData name="Zailan Arabee Abdul Salam" userId="5bc04053-34d1-46af-a9d4-ff754460ad4b" providerId="ADAL" clId="{A2B7F123-4DA0-45CE-B8C2-521D45FDE29C}" dt="2023-10-30T03:26:06.324" v="0"/>
        <pc:sldMkLst>
          <pc:docMk/>
          <pc:sldMk cId="1600039276" sldId="1227"/>
        </pc:sldMkLst>
      </pc:sldChg>
      <pc:sldChg chg="add">
        <pc:chgData name="Zailan Arabee Abdul Salam" userId="5bc04053-34d1-46af-a9d4-ff754460ad4b" providerId="ADAL" clId="{A2B7F123-4DA0-45CE-B8C2-521D45FDE29C}" dt="2023-10-30T03:26:06.324" v="0"/>
        <pc:sldMkLst>
          <pc:docMk/>
          <pc:sldMk cId="4158129888" sldId="1229"/>
        </pc:sldMkLst>
      </pc:sldChg>
      <pc:sldChg chg="add">
        <pc:chgData name="Zailan Arabee Abdul Salam" userId="5bc04053-34d1-46af-a9d4-ff754460ad4b" providerId="ADAL" clId="{A2B7F123-4DA0-45CE-B8C2-521D45FDE29C}" dt="2023-10-30T03:26:06.324" v="0"/>
        <pc:sldMkLst>
          <pc:docMk/>
          <pc:sldMk cId="1283043137" sldId="1230"/>
        </pc:sldMkLst>
      </pc:sldChg>
      <pc:sldChg chg="add">
        <pc:chgData name="Zailan Arabee Abdul Salam" userId="5bc04053-34d1-46af-a9d4-ff754460ad4b" providerId="ADAL" clId="{A2B7F123-4DA0-45CE-B8C2-521D45FDE29C}" dt="2023-10-30T03:26:06.324" v="0"/>
        <pc:sldMkLst>
          <pc:docMk/>
          <pc:sldMk cId="3745391551" sldId="1231"/>
        </pc:sldMkLst>
      </pc:sldChg>
      <pc:sldChg chg="add">
        <pc:chgData name="Zailan Arabee Abdul Salam" userId="5bc04053-34d1-46af-a9d4-ff754460ad4b" providerId="ADAL" clId="{A2B7F123-4DA0-45CE-B8C2-521D45FDE29C}" dt="2023-10-30T03:26:06.324" v="0"/>
        <pc:sldMkLst>
          <pc:docMk/>
          <pc:sldMk cId="536754208" sldId="1232"/>
        </pc:sldMkLst>
      </pc:sldChg>
      <pc:sldChg chg="add">
        <pc:chgData name="Zailan Arabee Abdul Salam" userId="5bc04053-34d1-46af-a9d4-ff754460ad4b" providerId="ADAL" clId="{A2B7F123-4DA0-45CE-B8C2-521D45FDE29C}" dt="2023-10-30T03:26:06.324" v="0"/>
        <pc:sldMkLst>
          <pc:docMk/>
          <pc:sldMk cId="2081593252" sldId="1234"/>
        </pc:sldMkLst>
      </pc:sldChg>
      <pc:sldChg chg="add">
        <pc:chgData name="Zailan Arabee Abdul Salam" userId="5bc04053-34d1-46af-a9d4-ff754460ad4b" providerId="ADAL" clId="{A2B7F123-4DA0-45CE-B8C2-521D45FDE29C}" dt="2023-10-30T03:26:06.324" v="0"/>
        <pc:sldMkLst>
          <pc:docMk/>
          <pc:sldMk cId="474274139" sldId="1235"/>
        </pc:sldMkLst>
      </pc:sldChg>
      <pc:sldChg chg="add">
        <pc:chgData name="Zailan Arabee Abdul Salam" userId="5bc04053-34d1-46af-a9d4-ff754460ad4b" providerId="ADAL" clId="{A2B7F123-4DA0-45CE-B8C2-521D45FDE29C}" dt="2023-10-30T03:26:06.324" v="0"/>
        <pc:sldMkLst>
          <pc:docMk/>
          <pc:sldMk cId="2560256601" sldId="1238"/>
        </pc:sldMkLst>
      </pc:sldChg>
      <pc:sldChg chg="del">
        <pc:chgData name="Zailan Arabee Abdul Salam" userId="5bc04053-34d1-46af-a9d4-ff754460ad4b" providerId="ADAL" clId="{A2B7F123-4DA0-45CE-B8C2-521D45FDE29C}" dt="2023-10-30T03:26:18.778" v="2" actId="47"/>
        <pc:sldMkLst>
          <pc:docMk/>
          <pc:sldMk cId="2066858650" sldId="1891"/>
        </pc:sldMkLst>
      </pc:sldChg>
      <pc:sldChg chg="del">
        <pc:chgData name="Zailan Arabee Abdul Salam" userId="5bc04053-34d1-46af-a9d4-ff754460ad4b" providerId="ADAL" clId="{A2B7F123-4DA0-45CE-B8C2-521D45FDE29C}" dt="2023-10-30T03:26:18.778" v="2" actId="47"/>
        <pc:sldMkLst>
          <pc:docMk/>
          <pc:sldMk cId="2774009567" sldId="1892"/>
        </pc:sldMkLst>
      </pc:sldChg>
      <pc:sldChg chg="del">
        <pc:chgData name="Zailan Arabee Abdul Salam" userId="5bc04053-34d1-46af-a9d4-ff754460ad4b" providerId="ADAL" clId="{A2B7F123-4DA0-45CE-B8C2-521D45FDE29C}" dt="2023-10-30T03:26:18.778" v="2" actId="47"/>
        <pc:sldMkLst>
          <pc:docMk/>
          <pc:sldMk cId="3477102949" sldId="1893"/>
        </pc:sldMkLst>
      </pc:sldChg>
      <pc:sldChg chg="del">
        <pc:chgData name="Zailan Arabee Abdul Salam" userId="5bc04053-34d1-46af-a9d4-ff754460ad4b" providerId="ADAL" clId="{A2B7F123-4DA0-45CE-B8C2-521D45FDE29C}" dt="2023-10-30T03:26:18.778" v="2" actId="47"/>
        <pc:sldMkLst>
          <pc:docMk/>
          <pc:sldMk cId="1208853802" sldId="1898"/>
        </pc:sldMkLst>
      </pc:sldChg>
      <pc:sldChg chg="del">
        <pc:chgData name="Zailan Arabee Abdul Salam" userId="5bc04053-34d1-46af-a9d4-ff754460ad4b" providerId="ADAL" clId="{A2B7F123-4DA0-45CE-B8C2-521D45FDE29C}" dt="2023-10-30T03:26:18.778" v="2" actId="47"/>
        <pc:sldMkLst>
          <pc:docMk/>
          <pc:sldMk cId="2426269947" sldId="1899"/>
        </pc:sldMkLst>
      </pc:sldChg>
      <pc:sldChg chg="del">
        <pc:chgData name="Zailan Arabee Abdul Salam" userId="5bc04053-34d1-46af-a9d4-ff754460ad4b" providerId="ADAL" clId="{A2B7F123-4DA0-45CE-B8C2-521D45FDE29C}" dt="2023-10-30T03:26:18.778" v="2" actId="47"/>
        <pc:sldMkLst>
          <pc:docMk/>
          <pc:sldMk cId="2377559160" sldId="1901"/>
        </pc:sldMkLst>
      </pc:sldChg>
      <pc:sldChg chg="del">
        <pc:chgData name="Zailan Arabee Abdul Salam" userId="5bc04053-34d1-46af-a9d4-ff754460ad4b" providerId="ADAL" clId="{A2B7F123-4DA0-45CE-B8C2-521D45FDE29C}" dt="2023-10-30T03:26:18.778" v="2" actId="47"/>
        <pc:sldMkLst>
          <pc:docMk/>
          <pc:sldMk cId="1302651925" sldId="1902"/>
        </pc:sldMkLst>
      </pc:sldChg>
      <pc:sldChg chg="del">
        <pc:chgData name="Zailan Arabee Abdul Salam" userId="5bc04053-34d1-46af-a9d4-ff754460ad4b" providerId="ADAL" clId="{A2B7F123-4DA0-45CE-B8C2-521D45FDE29C}" dt="2023-10-30T03:26:18.778" v="2" actId="47"/>
        <pc:sldMkLst>
          <pc:docMk/>
          <pc:sldMk cId="1917068273" sldId="1903"/>
        </pc:sldMkLst>
      </pc:sldChg>
      <pc:sldChg chg="del">
        <pc:chgData name="Zailan Arabee Abdul Salam" userId="5bc04053-34d1-46af-a9d4-ff754460ad4b" providerId="ADAL" clId="{A2B7F123-4DA0-45CE-B8C2-521D45FDE29C}" dt="2023-10-30T03:26:18.778" v="2" actId="47"/>
        <pc:sldMkLst>
          <pc:docMk/>
          <pc:sldMk cId="3895380168" sldId="1905"/>
        </pc:sldMkLst>
      </pc:sldChg>
      <pc:sldChg chg="del">
        <pc:chgData name="Zailan Arabee Abdul Salam" userId="5bc04053-34d1-46af-a9d4-ff754460ad4b" providerId="ADAL" clId="{A2B7F123-4DA0-45CE-B8C2-521D45FDE29C}" dt="2023-10-30T03:26:18.778" v="2" actId="47"/>
        <pc:sldMkLst>
          <pc:docMk/>
          <pc:sldMk cId="4255597957" sldId="1908"/>
        </pc:sldMkLst>
      </pc:sldChg>
      <pc:sldChg chg="del">
        <pc:chgData name="Zailan Arabee Abdul Salam" userId="5bc04053-34d1-46af-a9d4-ff754460ad4b" providerId="ADAL" clId="{A2B7F123-4DA0-45CE-B8C2-521D45FDE29C}" dt="2023-10-30T03:26:18.778" v="2" actId="47"/>
        <pc:sldMkLst>
          <pc:docMk/>
          <pc:sldMk cId="3773843950" sldId="1910"/>
        </pc:sldMkLst>
      </pc:sldChg>
      <pc:sldChg chg="del">
        <pc:chgData name="Zailan Arabee Abdul Salam" userId="5bc04053-34d1-46af-a9d4-ff754460ad4b" providerId="ADAL" clId="{A2B7F123-4DA0-45CE-B8C2-521D45FDE29C}" dt="2023-10-30T03:26:18.778" v="2" actId="47"/>
        <pc:sldMkLst>
          <pc:docMk/>
          <pc:sldMk cId="4230886124" sldId="1911"/>
        </pc:sldMkLst>
      </pc:sldChg>
      <pc:sldChg chg="del">
        <pc:chgData name="Zailan Arabee Abdul Salam" userId="5bc04053-34d1-46af-a9d4-ff754460ad4b" providerId="ADAL" clId="{A2B7F123-4DA0-45CE-B8C2-521D45FDE29C}" dt="2023-10-30T03:26:18.778" v="2" actId="47"/>
        <pc:sldMkLst>
          <pc:docMk/>
          <pc:sldMk cId="4072523526" sldId="1913"/>
        </pc:sldMkLst>
      </pc:sldChg>
      <pc:sldChg chg="del">
        <pc:chgData name="Zailan Arabee Abdul Salam" userId="5bc04053-34d1-46af-a9d4-ff754460ad4b" providerId="ADAL" clId="{A2B7F123-4DA0-45CE-B8C2-521D45FDE29C}" dt="2023-10-30T03:26:18.778" v="2" actId="47"/>
        <pc:sldMkLst>
          <pc:docMk/>
          <pc:sldMk cId="851357154" sldId="1914"/>
        </pc:sldMkLst>
      </pc:sldChg>
      <pc:sldChg chg="del">
        <pc:chgData name="Zailan Arabee Abdul Salam" userId="5bc04053-34d1-46af-a9d4-ff754460ad4b" providerId="ADAL" clId="{A2B7F123-4DA0-45CE-B8C2-521D45FDE29C}" dt="2023-10-30T03:26:18.778" v="2" actId="47"/>
        <pc:sldMkLst>
          <pc:docMk/>
          <pc:sldMk cId="298809152" sldId="1915"/>
        </pc:sldMkLst>
      </pc:sldChg>
      <pc:sldChg chg="del">
        <pc:chgData name="Zailan Arabee Abdul Salam" userId="5bc04053-34d1-46af-a9d4-ff754460ad4b" providerId="ADAL" clId="{A2B7F123-4DA0-45CE-B8C2-521D45FDE29C}" dt="2023-10-30T03:26:18.778" v="2" actId="47"/>
        <pc:sldMkLst>
          <pc:docMk/>
          <pc:sldMk cId="0" sldId="1916"/>
        </pc:sldMkLst>
      </pc:sldChg>
      <pc:sldChg chg="del">
        <pc:chgData name="Zailan Arabee Abdul Salam" userId="5bc04053-34d1-46af-a9d4-ff754460ad4b" providerId="ADAL" clId="{A2B7F123-4DA0-45CE-B8C2-521D45FDE29C}" dt="2023-10-30T03:26:18.778" v="2" actId="47"/>
        <pc:sldMkLst>
          <pc:docMk/>
          <pc:sldMk cId="0" sldId="1917"/>
        </pc:sldMkLst>
      </pc:sldChg>
      <pc:sldChg chg="del">
        <pc:chgData name="Zailan Arabee Abdul Salam" userId="5bc04053-34d1-46af-a9d4-ff754460ad4b" providerId="ADAL" clId="{A2B7F123-4DA0-45CE-B8C2-521D45FDE29C}" dt="2023-10-30T03:26:18.778" v="2" actId="47"/>
        <pc:sldMkLst>
          <pc:docMk/>
          <pc:sldMk cId="0" sldId="1918"/>
        </pc:sldMkLst>
      </pc:sldChg>
      <pc:sldChg chg="del">
        <pc:chgData name="Zailan Arabee Abdul Salam" userId="5bc04053-34d1-46af-a9d4-ff754460ad4b" providerId="ADAL" clId="{A2B7F123-4DA0-45CE-B8C2-521D45FDE29C}" dt="2023-10-30T03:26:18.778" v="2" actId="47"/>
        <pc:sldMkLst>
          <pc:docMk/>
          <pc:sldMk cId="3106057987" sldId="1919"/>
        </pc:sldMkLst>
      </pc:sldChg>
      <pc:sldChg chg="del">
        <pc:chgData name="Zailan Arabee Abdul Salam" userId="5bc04053-34d1-46af-a9d4-ff754460ad4b" providerId="ADAL" clId="{A2B7F123-4DA0-45CE-B8C2-521D45FDE29C}" dt="2023-10-30T03:26:18.778" v="2" actId="47"/>
        <pc:sldMkLst>
          <pc:docMk/>
          <pc:sldMk cId="0" sldId="1920"/>
        </pc:sldMkLst>
      </pc:sldChg>
      <pc:sldChg chg="del">
        <pc:chgData name="Zailan Arabee Abdul Salam" userId="5bc04053-34d1-46af-a9d4-ff754460ad4b" providerId="ADAL" clId="{A2B7F123-4DA0-45CE-B8C2-521D45FDE29C}" dt="2023-10-30T03:26:18.778" v="2" actId="47"/>
        <pc:sldMkLst>
          <pc:docMk/>
          <pc:sldMk cId="0" sldId="1921"/>
        </pc:sldMkLst>
      </pc:sldChg>
      <pc:sldChg chg="del">
        <pc:chgData name="Zailan Arabee Abdul Salam" userId="5bc04053-34d1-46af-a9d4-ff754460ad4b" providerId="ADAL" clId="{A2B7F123-4DA0-45CE-B8C2-521D45FDE29C}" dt="2023-10-30T03:26:18.778" v="2" actId="47"/>
        <pc:sldMkLst>
          <pc:docMk/>
          <pc:sldMk cId="0" sldId="1922"/>
        </pc:sldMkLst>
      </pc:sldChg>
      <pc:sldChg chg="del">
        <pc:chgData name="Zailan Arabee Abdul Salam" userId="5bc04053-34d1-46af-a9d4-ff754460ad4b" providerId="ADAL" clId="{A2B7F123-4DA0-45CE-B8C2-521D45FDE29C}" dt="2023-10-30T03:26:18.778" v="2" actId="47"/>
        <pc:sldMkLst>
          <pc:docMk/>
          <pc:sldMk cId="0" sldId="1923"/>
        </pc:sldMkLst>
      </pc:sldChg>
      <pc:sldChg chg="del">
        <pc:chgData name="Zailan Arabee Abdul Salam" userId="5bc04053-34d1-46af-a9d4-ff754460ad4b" providerId="ADAL" clId="{A2B7F123-4DA0-45CE-B8C2-521D45FDE29C}" dt="2023-10-30T03:26:18.778" v="2" actId="47"/>
        <pc:sldMkLst>
          <pc:docMk/>
          <pc:sldMk cId="0" sldId="1924"/>
        </pc:sldMkLst>
      </pc:sldChg>
      <pc:sldChg chg="del">
        <pc:chgData name="Zailan Arabee Abdul Salam" userId="5bc04053-34d1-46af-a9d4-ff754460ad4b" providerId="ADAL" clId="{A2B7F123-4DA0-45CE-B8C2-521D45FDE29C}" dt="2023-10-30T03:26:18.778" v="2" actId="47"/>
        <pc:sldMkLst>
          <pc:docMk/>
          <pc:sldMk cId="0" sldId="1925"/>
        </pc:sldMkLst>
      </pc:sldChg>
      <pc:sldChg chg="del">
        <pc:chgData name="Zailan Arabee Abdul Salam" userId="5bc04053-34d1-46af-a9d4-ff754460ad4b" providerId="ADAL" clId="{A2B7F123-4DA0-45CE-B8C2-521D45FDE29C}" dt="2023-10-30T03:26:18.778" v="2" actId="47"/>
        <pc:sldMkLst>
          <pc:docMk/>
          <pc:sldMk cId="0" sldId="1926"/>
        </pc:sldMkLst>
      </pc:sldChg>
      <pc:sldChg chg="del">
        <pc:chgData name="Zailan Arabee Abdul Salam" userId="5bc04053-34d1-46af-a9d4-ff754460ad4b" providerId="ADAL" clId="{A2B7F123-4DA0-45CE-B8C2-521D45FDE29C}" dt="2023-10-30T03:26:18.778" v="2" actId="47"/>
        <pc:sldMkLst>
          <pc:docMk/>
          <pc:sldMk cId="0" sldId="1927"/>
        </pc:sldMkLst>
      </pc:sldChg>
      <pc:sldChg chg="del">
        <pc:chgData name="Zailan Arabee Abdul Salam" userId="5bc04053-34d1-46af-a9d4-ff754460ad4b" providerId="ADAL" clId="{A2B7F123-4DA0-45CE-B8C2-521D45FDE29C}" dt="2023-10-30T03:26:18.778" v="2" actId="47"/>
        <pc:sldMkLst>
          <pc:docMk/>
          <pc:sldMk cId="0" sldId="1928"/>
        </pc:sldMkLst>
      </pc:sldChg>
      <pc:sldChg chg="del">
        <pc:chgData name="Zailan Arabee Abdul Salam" userId="5bc04053-34d1-46af-a9d4-ff754460ad4b" providerId="ADAL" clId="{A2B7F123-4DA0-45CE-B8C2-521D45FDE29C}" dt="2023-10-30T03:26:18.778" v="2" actId="47"/>
        <pc:sldMkLst>
          <pc:docMk/>
          <pc:sldMk cId="0" sldId="1929"/>
        </pc:sldMkLst>
      </pc:sldChg>
      <pc:sldChg chg="del">
        <pc:chgData name="Zailan Arabee Abdul Salam" userId="5bc04053-34d1-46af-a9d4-ff754460ad4b" providerId="ADAL" clId="{A2B7F123-4DA0-45CE-B8C2-521D45FDE29C}" dt="2023-10-30T03:26:18.778" v="2" actId="47"/>
        <pc:sldMkLst>
          <pc:docMk/>
          <pc:sldMk cId="0" sldId="1930"/>
        </pc:sldMkLst>
      </pc:sldChg>
      <pc:sldChg chg="del">
        <pc:chgData name="Zailan Arabee Abdul Salam" userId="5bc04053-34d1-46af-a9d4-ff754460ad4b" providerId="ADAL" clId="{A2B7F123-4DA0-45CE-B8C2-521D45FDE29C}" dt="2023-10-30T03:26:18.778" v="2" actId="47"/>
        <pc:sldMkLst>
          <pc:docMk/>
          <pc:sldMk cId="0" sldId="1931"/>
        </pc:sldMkLst>
      </pc:sldChg>
      <pc:sldChg chg="del">
        <pc:chgData name="Zailan Arabee Abdul Salam" userId="5bc04053-34d1-46af-a9d4-ff754460ad4b" providerId="ADAL" clId="{A2B7F123-4DA0-45CE-B8C2-521D45FDE29C}" dt="2023-10-30T03:26:18.778" v="2" actId="47"/>
        <pc:sldMkLst>
          <pc:docMk/>
          <pc:sldMk cId="0" sldId="1932"/>
        </pc:sldMkLst>
      </pc:sldChg>
      <pc:sldChg chg="del">
        <pc:chgData name="Zailan Arabee Abdul Salam" userId="5bc04053-34d1-46af-a9d4-ff754460ad4b" providerId="ADAL" clId="{A2B7F123-4DA0-45CE-B8C2-521D45FDE29C}" dt="2023-10-30T03:26:18.778" v="2" actId="47"/>
        <pc:sldMkLst>
          <pc:docMk/>
          <pc:sldMk cId="0" sldId="1933"/>
        </pc:sldMkLst>
      </pc:sldChg>
      <pc:sldChg chg="del">
        <pc:chgData name="Zailan Arabee Abdul Salam" userId="5bc04053-34d1-46af-a9d4-ff754460ad4b" providerId="ADAL" clId="{A2B7F123-4DA0-45CE-B8C2-521D45FDE29C}" dt="2023-10-30T03:26:18.778" v="2" actId="47"/>
        <pc:sldMkLst>
          <pc:docMk/>
          <pc:sldMk cId="0" sldId="1934"/>
        </pc:sldMkLst>
      </pc:sldChg>
      <pc:sldChg chg="add">
        <pc:chgData name="Zailan Arabee Abdul Salam" userId="5bc04053-34d1-46af-a9d4-ff754460ad4b" providerId="ADAL" clId="{A2B7F123-4DA0-45CE-B8C2-521D45FDE29C}" dt="2023-10-30T03:26:06.324" v="0"/>
        <pc:sldMkLst>
          <pc:docMk/>
          <pc:sldMk cId="0" sldId="1935"/>
        </pc:sldMkLst>
      </pc:sldChg>
      <pc:sldChg chg="add">
        <pc:chgData name="Zailan Arabee Abdul Salam" userId="5bc04053-34d1-46af-a9d4-ff754460ad4b" providerId="ADAL" clId="{A2B7F123-4DA0-45CE-B8C2-521D45FDE29C}" dt="2023-10-30T03:26:06.324" v="0"/>
        <pc:sldMkLst>
          <pc:docMk/>
          <pc:sldMk cId="0" sldId="1936"/>
        </pc:sldMkLst>
      </pc:sldChg>
      <pc:sldChg chg="add">
        <pc:chgData name="Zailan Arabee Abdul Salam" userId="5bc04053-34d1-46af-a9d4-ff754460ad4b" providerId="ADAL" clId="{A2B7F123-4DA0-45CE-B8C2-521D45FDE29C}" dt="2023-10-30T03:26:06.324" v="0"/>
        <pc:sldMkLst>
          <pc:docMk/>
          <pc:sldMk cId="2421019088" sldId="1937"/>
        </pc:sldMkLst>
      </pc:sldChg>
      <pc:sldChg chg="add">
        <pc:chgData name="Zailan Arabee Abdul Salam" userId="5bc04053-34d1-46af-a9d4-ff754460ad4b" providerId="ADAL" clId="{A2B7F123-4DA0-45CE-B8C2-521D45FDE29C}" dt="2023-10-30T03:26:06.324" v="0"/>
        <pc:sldMkLst>
          <pc:docMk/>
          <pc:sldMk cId="0" sldId="1938"/>
        </pc:sldMkLst>
      </pc:sldChg>
      <pc:sldChg chg="add">
        <pc:chgData name="Zailan Arabee Abdul Salam" userId="5bc04053-34d1-46af-a9d4-ff754460ad4b" providerId="ADAL" clId="{A2B7F123-4DA0-45CE-B8C2-521D45FDE29C}" dt="2023-10-30T03:26:06.324" v="0"/>
        <pc:sldMkLst>
          <pc:docMk/>
          <pc:sldMk cId="2513217203" sldId="1939"/>
        </pc:sldMkLst>
      </pc:sldChg>
      <pc:sldChg chg="add">
        <pc:chgData name="Zailan Arabee Abdul Salam" userId="5bc04053-34d1-46af-a9d4-ff754460ad4b" providerId="ADAL" clId="{A2B7F123-4DA0-45CE-B8C2-521D45FDE29C}" dt="2023-10-30T03:26:06.324" v="0"/>
        <pc:sldMkLst>
          <pc:docMk/>
          <pc:sldMk cId="1636985544" sldId="1940"/>
        </pc:sldMkLst>
      </pc:sldChg>
      <pc:sldChg chg="add">
        <pc:chgData name="Zailan Arabee Abdul Salam" userId="5bc04053-34d1-46af-a9d4-ff754460ad4b" providerId="ADAL" clId="{A2B7F123-4DA0-45CE-B8C2-521D45FDE29C}" dt="2023-10-30T03:26:06.324" v="0"/>
        <pc:sldMkLst>
          <pc:docMk/>
          <pc:sldMk cId="713316994" sldId="1941"/>
        </pc:sldMkLst>
      </pc:sldChg>
      <pc:sldChg chg="add">
        <pc:chgData name="Zailan Arabee Abdul Salam" userId="5bc04053-34d1-46af-a9d4-ff754460ad4b" providerId="ADAL" clId="{A2B7F123-4DA0-45CE-B8C2-521D45FDE29C}" dt="2023-10-30T03:26:06.324" v="0"/>
        <pc:sldMkLst>
          <pc:docMk/>
          <pc:sldMk cId="1845779338" sldId="1942"/>
        </pc:sldMkLst>
      </pc:sldChg>
      <pc:sldChg chg="add">
        <pc:chgData name="Zailan Arabee Abdul Salam" userId="5bc04053-34d1-46af-a9d4-ff754460ad4b" providerId="ADAL" clId="{A2B7F123-4DA0-45CE-B8C2-521D45FDE29C}" dt="2023-10-30T03:26:06.324" v="0"/>
        <pc:sldMkLst>
          <pc:docMk/>
          <pc:sldMk cId="1233749879" sldId="1943"/>
        </pc:sldMkLst>
      </pc:sldChg>
      <pc:sldChg chg="add">
        <pc:chgData name="Zailan Arabee Abdul Salam" userId="5bc04053-34d1-46af-a9d4-ff754460ad4b" providerId="ADAL" clId="{A2B7F123-4DA0-45CE-B8C2-521D45FDE29C}" dt="2023-10-30T03:26:06.324" v="0"/>
        <pc:sldMkLst>
          <pc:docMk/>
          <pc:sldMk cId="2196535212" sldId="1944"/>
        </pc:sldMkLst>
      </pc:sldChg>
      <pc:sldChg chg="add">
        <pc:chgData name="Zailan Arabee Abdul Salam" userId="5bc04053-34d1-46af-a9d4-ff754460ad4b" providerId="ADAL" clId="{A2B7F123-4DA0-45CE-B8C2-521D45FDE29C}" dt="2023-10-30T03:26:06.324" v="0"/>
        <pc:sldMkLst>
          <pc:docMk/>
          <pc:sldMk cId="2672633410" sldId="1945"/>
        </pc:sldMkLst>
      </pc:sldChg>
      <pc:sldChg chg="add">
        <pc:chgData name="Zailan Arabee Abdul Salam" userId="5bc04053-34d1-46af-a9d4-ff754460ad4b" providerId="ADAL" clId="{A2B7F123-4DA0-45CE-B8C2-521D45FDE29C}" dt="2023-10-30T03:26:06.324" v="0"/>
        <pc:sldMkLst>
          <pc:docMk/>
          <pc:sldMk cId="3874458156" sldId="1946"/>
        </pc:sldMkLst>
      </pc:sldChg>
      <pc:sldChg chg="add">
        <pc:chgData name="Zailan Arabee Abdul Salam" userId="5bc04053-34d1-46af-a9d4-ff754460ad4b" providerId="ADAL" clId="{A2B7F123-4DA0-45CE-B8C2-521D45FDE29C}" dt="2023-10-30T03:26:06.324" v="0"/>
        <pc:sldMkLst>
          <pc:docMk/>
          <pc:sldMk cId="0" sldId="1947"/>
        </pc:sldMkLst>
      </pc:sldChg>
      <pc:sldMasterChg chg="delSldLayout">
        <pc:chgData name="Zailan Arabee Abdul Salam" userId="5bc04053-34d1-46af-a9d4-ff754460ad4b" providerId="ADAL" clId="{A2B7F123-4DA0-45CE-B8C2-521D45FDE29C}" dt="2023-10-30T03:26:18.778" v="2" actId="47"/>
        <pc:sldMasterMkLst>
          <pc:docMk/>
          <pc:sldMasterMk cId="0" sldId="2147483651"/>
        </pc:sldMasterMkLst>
        <pc:sldLayoutChg chg="del">
          <pc:chgData name="Zailan Arabee Abdul Salam" userId="5bc04053-34d1-46af-a9d4-ff754460ad4b" providerId="ADAL" clId="{A2B7F123-4DA0-45CE-B8C2-521D45FDE29C}" dt="2023-10-30T03:26:18.778" v="2" actId="47"/>
          <pc:sldLayoutMkLst>
            <pc:docMk/>
            <pc:sldMasterMk cId="0" sldId="2147483651"/>
            <pc:sldLayoutMk cId="1406587582" sldId="2147483759"/>
          </pc:sldLayoutMkLst>
        </pc:sldLayoutChg>
        <pc:sldLayoutChg chg="del">
          <pc:chgData name="Zailan Arabee Abdul Salam" userId="5bc04053-34d1-46af-a9d4-ff754460ad4b" providerId="ADAL" clId="{A2B7F123-4DA0-45CE-B8C2-521D45FDE29C}" dt="2023-10-30T03:26:18.778" v="2" actId="47"/>
          <pc:sldLayoutMkLst>
            <pc:docMk/>
            <pc:sldMasterMk cId="0" sldId="2147483651"/>
            <pc:sldLayoutMk cId="248887668" sldId="2147483760"/>
          </pc:sldLayoutMkLst>
        </pc:sldLayoutChg>
        <pc:sldLayoutChg chg="del">
          <pc:chgData name="Zailan Arabee Abdul Salam" userId="5bc04053-34d1-46af-a9d4-ff754460ad4b" providerId="ADAL" clId="{A2B7F123-4DA0-45CE-B8C2-521D45FDE29C}" dt="2023-10-30T03:26:18.778" v="2" actId="47"/>
          <pc:sldLayoutMkLst>
            <pc:docMk/>
            <pc:sldMasterMk cId="0" sldId="2147483651"/>
            <pc:sldLayoutMk cId="2853447008" sldId="2147483761"/>
          </pc:sldLayoutMkLst>
        </pc:sldLayoutChg>
        <pc:sldLayoutChg chg="del">
          <pc:chgData name="Zailan Arabee Abdul Salam" userId="5bc04053-34d1-46af-a9d4-ff754460ad4b" providerId="ADAL" clId="{A2B7F123-4DA0-45CE-B8C2-521D45FDE29C}" dt="2023-10-30T03:26:18.778" v="2" actId="47"/>
          <pc:sldLayoutMkLst>
            <pc:docMk/>
            <pc:sldMasterMk cId="0" sldId="2147483651"/>
            <pc:sldLayoutMk cId="3781432196" sldId="2147483762"/>
          </pc:sldLayoutMkLst>
        </pc:sldLayoutChg>
        <pc:sldLayoutChg chg="del">
          <pc:chgData name="Zailan Arabee Abdul Salam" userId="5bc04053-34d1-46af-a9d4-ff754460ad4b" providerId="ADAL" clId="{A2B7F123-4DA0-45CE-B8C2-521D45FDE29C}" dt="2023-10-30T03:26:18.778" v="2" actId="47"/>
          <pc:sldLayoutMkLst>
            <pc:docMk/>
            <pc:sldMasterMk cId="0" sldId="2147483651"/>
            <pc:sldLayoutMk cId="319796192" sldId="2147483763"/>
          </pc:sldLayoutMkLst>
        </pc:sldLayoutChg>
        <pc:sldLayoutChg chg="del">
          <pc:chgData name="Zailan Arabee Abdul Salam" userId="5bc04053-34d1-46af-a9d4-ff754460ad4b" providerId="ADAL" clId="{A2B7F123-4DA0-45CE-B8C2-521D45FDE29C}" dt="2023-10-30T03:26:18.778" v="2" actId="47"/>
          <pc:sldLayoutMkLst>
            <pc:docMk/>
            <pc:sldMasterMk cId="0" sldId="2147483651"/>
            <pc:sldLayoutMk cId="2353331877" sldId="2147483764"/>
          </pc:sldLayoutMkLst>
        </pc:sldLayoutChg>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ata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ata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2.svg"/></Relationships>
</file>

<file path=ppt/diagrams/_rels/data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4" Type="http://schemas.openxmlformats.org/officeDocument/2006/relationships/image" Target="../media/image33.svg"/></Relationships>
</file>

<file path=ppt/diagrams/_rels/data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svg"/><Relationship Id="rId1" Type="http://schemas.openxmlformats.org/officeDocument/2006/relationships/image" Target="../media/image38.png"/><Relationship Id="rId4" Type="http://schemas.openxmlformats.org/officeDocument/2006/relationships/image" Target="../media/image4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rawing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2.svg"/></Relationships>
</file>

<file path=ppt/diagrams/_rels/drawing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4" Type="http://schemas.openxmlformats.org/officeDocument/2006/relationships/image" Target="../media/image33.svg"/></Relationships>
</file>

<file path=ppt/diagrams/_rels/drawing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svg"/><Relationship Id="rId1" Type="http://schemas.openxmlformats.org/officeDocument/2006/relationships/image" Target="../media/image38.png"/><Relationship Id="rId4" Type="http://schemas.openxmlformats.org/officeDocument/2006/relationships/image" Target="../media/image41.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443597C-A13A-4175-8C07-5E526AA0DB00}" type="doc">
      <dgm:prSet loTypeId="urn:microsoft.com/office/officeart/2018/5/layout/IconCircleLabelList" loCatId="icon" qsTypeId="urn:microsoft.com/office/officeart/2005/8/quickstyle/simple1" qsCatId="simple" csTypeId="urn:microsoft.com/office/officeart/2005/8/colors/accent2_2" csCatId="accent2" phldr="1"/>
      <dgm:spPr/>
      <dgm:t>
        <a:bodyPr/>
        <a:lstStyle/>
        <a:p>
          <a:endParaRPr lang="en-US"/>
        </a:p>
      </dgm:t>
    </dgm:pt>
    <dgm:pt modelId="{163A47F2-81C5-4FA3-9CB6-E90AEC7B47C2}">
      <dgm:prSet/>
      <dgm:spPr/>
      <dgm:t>
        <a:bodyPr/>
        <a:lstStyle/>
        <a:p>
          <a:pPr>
            <a:defRPr cap="all"/>
          </a:pPr>
          <a:r>
            <a:rPr lang="en-US"/>
            <a:t>Round robin</a:t>
          </a:r>
        </a:p>
      </dgm:t>
    </dgm:pt>
    <dgm:pt modelId="{C4488862-A623-4B56-B829-7C8E5E9A6C1C}" type="parTrans" cxnId="{E6E15A26-1952-4B06-952B-1C794E49FFA4}">
      <dgm:prSet/>
      <dgm:spPr/>
      <dgm:t>
        <a:bodyPr/>
        <a:lstStyle/>
        <a:p>
          <a:endParaRPr lang="en-US"/>
        </a:p>
      </dgm:t>
    </dgm:pt>
    <dgm:pt modelId="{F67D4FD6-5763-4241-B495-A9E85B05B50D}" type="sibTrans" cxnId="{E6E15A26-1952-4B06-952B-1C794E49FFA4}">
      <dgm:prSet/>
      <dgm:spPr/>
      <dgm:t>
        <a:bodyPr/>
        <a:lstStyle/>
        <a:p>
          <a:endParaRPr lang="en-US"/>
        </a:p>
      </dgm:t>
    </dgm:pt>
    <dgm:pt modelId="{A206DCBE-4AEA-41AB-9B55-8D43F1D2350F}">
      <dgm:prSet/>
      <dgm:spPr/>
      <dgm:t>
        <a:bodyPr/>
        <a:lstStyle/>
        <a:p>
          <a:pPr>
            <a:defRPr cap="all"/>
          </a:pPr>
          <a:r>
            <a:rPr lang="en-US"/>
            <a:t>Scheduler</a:t>
          </a:r>
        </a:p>
      </dgm:t>
    </dgm:pt>
    <dgm:pt modelId="{F6E1FE76-CC42-42BF-8379-49D0D7B8F59E}" type="parTrans" cxnId="{472E1AE1-E183-4E67-BFC3-4572E519D183}">
      <dgm:prSet/>
      <dgm:spPr/>
      <dgm:t>
        <a:bodyPr/>
        <a:lstStyle/>
        <a:p>
          <a:endParaRPr lang="en-US"/>
        </a:p>
      </dgm:t>
    </dgm:pt>
    <dgm:pt modelId="{D8F9AFA2-1AA5-4340-9D4A-D137F712DF4C}" type="sibTrans" cxnId="{472E1AE1-E183-4E67-BFC3-4572E519D183}">
      <dgm:prSet/>
      <dgm:spPr/>
      <dgm:t>
        <a:bodyPr/>
        <a:lstStyle/>
        <a:p>
          <a:endParaRPr lang="en-US"/>
        </a:p>
      </dgm:t>
    </dgm:pt>
    <dgm:pt modelId="{C19B77FD-13AD-4E3C-B523-F444020AFF43}">
      <dgm:prSet/>
      <dgm:spPr/>
      <dgm:t>
        <a:bodyPr/>
        <a:lstStyle/>
        <a:p>
          <a:pPr>
            <a:defRPr cap="all"/>
          </a:pPr>
          <a:r>
            <a:rPr lang="en-US"/>
            <a:t>Priority</a:t>
          </a:r>
        </a:p>
      </dgm:t>
    </dgm:pt>
    <dgm:pt modelId="{09FD483E-A9CE-4722-A1D3-2D446B4EAF90}" type="parTrans" cxnId="{121C4722-A362-43FF-AF9D-EC87232CF3CE}">
      <dgm:prSet/>
      <dgm:spPr/>
      <dgm:t>
        <a:bodyPr/>
        <a:lstStyle/>
        <a:p>
          <a:endParaRPr lang="en-US"/>
        </a:p>
      </dgm:t>
    </dgm:pt>
    <dgm:pt modelId="{9DDB346B-1AAE-4300-9A60-193258BB3E84}" type="sibTrans" cxnId="{121C4722-A362-43FF-AF9D-EC87232CF3CE}">
      <dgm:prSet/>
      <dgm:spPr/>
      <dgm:t>
        <a:bodyPr/>
        <a:lstStyle/>
        <a:p>
          <a:endParaRPr lang="en-US"/>
        </a:p>
      </dgm:t>
    </dgm:pt>
    <dgm:pt modelId="{05351299-193C-4B25-B886-AFD872BD6479}" type="pres">
      <dgm:prSet presAssocID="{D443597C-A13A-4175-8C07-5E526AA0DB00}" presName="root" presStyleCnt="0">
        <dgm:presLayoutVars>
          <dgm:dir/>
          <dgm:resizeHandles val="exact"/>
        </dgm:presLayoutVars>
      </dgm:prSet>
      <dgm:spPr/>
    </dgm:pt>
    <dgm:pt modelId="{776F6AD9-4CF8-4AAD-A332-1F0E6783C132}" type="pres">
      <dgm:prSet presAssocID="{163A47F2-81C5-4FA3-9CB6-E90AEC7B47C2}" presName="compNode" presStyleCnt="0"/>
      <dgm:spPr/>
    </dgm:pt>
    <dgm:pt modelId="{73CAD015-83A0-46E7-A337-9F0F1DE27DB6}" type="pres">
      <dgm:prSet presAssocID="{163A47F2-81C5-4FA3-9CB6-E90AEC7B47C2}" presName="iconBgRect" presStyleLbl="bgShp" presStyleIdx="0" presStyleCnt="3"/>
      <dgm:spPr/>
    </dgm:pt>
    <dgm:pt modelId="{29F11BB3-C051-40BA-BF2A-20A7335588AB}" type="pres">
      <dgm:prSet presAssocID="{163A47F2-81C5-4FA3-9CB6-E90AEC7B47C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eeting"/>
        </a:ext>
      </dgm:extLst>
    </dgm:pt>
    <dgm:pt modelId="{85C6DB63-F067-419D-8111-E06A0735B99B}" type="pres">
      <dgm:prSet presAssocID="{163A47F2-81C5-4FA3-9CB6-E90AEC7B47C2}" presName="spaceRect" presStyleCnt="0"/>
      <dgm:spPr/>
    </dgm:pt>
    <dgm:pt modelId="{1D5D74DE-254A-4FF1-BD4B-30B90FED4E81}" type="pres">
      <dgm:prSet presAssocID="{163A47F2-81C5-4FA3-9CB6-E90AEC7B47C2}" presName="textRect" presStyleLbl="revTx" presStyleIdx="0" presStyleCnt="3">
        <dgm:presLayoutVars>
          <dgm:chMax val="1"/>
          <dgm:chPref val="1"/>
        </dgm:presLayoutVars>
      </dgm:prSet>
      <dgm:spPr/>
    </dgm:pt>
    <dgm:pt modelId="{C325816E-B958-4241-BFD0-6A3161594EE2}" type="pres">
      <dgm:prSet presAssocID="{F67D4FD6-5763-4241-B495-A9E85B05B50D}" presName="sibTrans" presStyleCnt="0"/>
      <dgm:spPr/>
    </dgm:pt>
    <dgm:pt modelId="{211B01AD-1D9A-4F1F-A312-141E2AB93CB6}" type="pres">
      <dgm:prSet presAssocID="{A206DCBE-4AEA-41AB-9B55-8D43F1D2350F}" presName="compNode" presStyleCnt="0"/>
      <dgm:spPr/>
    </dgm:pt>
    <dgm:pt modelId="{637A3B9A-C22E-4AC9-96FA-1E2AF7250145}" type="pres">
      <dgm:prSet presAssocID="{A206DCBE-4AEA-41AB-9B55-8D43F1D2350F}" presName="iconBgRect" presStyleLbl="bgShp" presStyleIdx="1" presStyleCnt="3"/>
      <dgm:spPr/>
    </dgm:pt>
    <dgm:pt modelId="{FF24C5CB-F19B-4DB9-9F16-37E7E17A7D3B}" type="pres">
      <dgm:prSet presAssocID="{A206DCBE-4AEA-41AB-9B55-8D43F1D2350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ily Calendar"/>
        </a:ext>
      </dgm:extLst>
    </dgm:pt>
    <dgm:pt modelId="{9DBF02AD-6BEF-4D97-B1B8-0523A638C747}" type="pres">
      <dgm:prSet presAssocID="{A206DCBE-4AEA-41AB-9B55-8D43F1D2350F}" presName="spaceRect" presStyleCnt="0"/>
      <dgm:spPr/>
    </dgm:pt>
    <dgm:pt modelId="{A3E04478-B19E-4C47-BC20-D6F4232A14D4}" type="pres">
      <dgm:prSet presAssocID="{A206DCBE-4AEA-41AB-9B55-8D43F1D2350F}" presName="textRect" presStyleLbl="revTx" presStyleIdx="1" presStyleCnt="3">
        <dgm:presLayoutVars>
          <dgm:chMax val="1"/>
          <dgm:chPref val="1"/>
        </dgm:presLayoutVars>
      </dgm:prSet>
      <dgm:spPr/>
    </dgm:pt>
    <dgm:pt modelId="{3ECC330F-2959-4B7C-88FD-2BF5D0E624F4}" type="pres">
      <dgm:prSet presAssocID="{D8F9AFA2-1AA5-4340-9D4A-D137F712DF4C}" presName="sibTrans" presStyleCnt="0"/>
      <dgm:spPr/>
    </dgm:pt>
    <dgm:pt modelId="{749D2D64-E366-4029-B16E-7F3E679B04DA}" type="pres">
      <dgm:prSet presAssocID="{C19B77FD-13AD-4E3C-B523-F444020AFF43}" presName="compNode" presStyleCnt="0"/>
      <dgm:spPr/>
    </dgm:pt>
    <dgm:pt modelId="{D33B8631-3713-4BB5-9B72-B35AFEA29AFD}" type="pres">
      <dgm:prSet presAssocID="{C19B77FD-13AD-4E3C-B523-F444020AFF43}" presName="iconBgRect" presStyleLbl="bgShp" presStyleIdx="2" presStyleCnt="3"/>
      <dgm:spPr/>
    </dgm:pt>
    <dgm:pt modelId="{B220A7B5-0233-4DDF-875D-F3F0AB08F953}" type="pres">
      <dgm:prSet presAssocID="{C19B77FD-13AD-4E3C-B523-F444020AFF4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lag"/>
        </a:ext>
      </dgm:extLst>
    </dgm:pt>
    <dgm:pt modelId="{E41CF421-94BB-437E-B0D3-BE56859349A8}" type="pres">
      <dgm:prSet presAssocID="{C19B77FD-13AD-4E3C-B523-F444020AFF43}" presName="spaceRect" presStyleCnt="0"/>
      <dgm:spPr/>
    </dgm:pt>
    <dgm:pt modelId="{356A9B88-7230-4567-89BE-6014F9623B96}" type="pres">
      <dgm:prSet presAssocID="{C19B77FD-13AD-4E3C-B523-F444020AFF43}" presName="textRect" presStyleLbl="revTx" presStyleIdx="2" presStyleCnt="3">
        <dgm:presLayoutVars>
          <dgm:chMax val="1"/>
          <dgm:chPref val="1"/>
        </dgm:presLayoutVars>
      </dgm:prSet>
      <dgm:spPr/>
    </dgm:pt>
  </dgm:ptLst>
  <dgm:cxnLst>
    <dgm:cxn modelId="{13C4A614-F5CC-4FF7-A8A0-9805E9C2B76F}" type="presOf" srcId="{C19B77FD-13AD-4E3C-B523-F444020AFF43}" destId="{356A9B88-7230-4567-89BE-6014F9623B96}" srcOrd="0" destOrd="0" presId="urn:microsoft.com/office/officeart/2018/5/layout/IconCircleLabelList"/>
    <dgm:cxn modelId="{121C4722-A362-43FF-AF9D-EC87232CF3CE}" srcId="{D443597C-A13A-4175-8C07-5E526AA0DB00}" destId="{C19B77FD-13AD-4E3C-B523-F444020AFF43}" srcOrd="2" destOrd="0" parTransId="{09FD483E-A9CE-4722-A1D3-2D446B4EAF90}" sibTransId="{9DDB346B-1AAE-4300-9A60-193258BB3E84}"/>
    <dgm:cxn modelId="{E6E15A26-1952-4B06-952B-1C794E49FFA4}" srcId="{D443597C-A13A-4175-8C07-5E526AA0DB00}" destId="{163A47F2-81C5-4FA3-9CB6-E90AEC7B47C2}" srcOrd="0" destOrd="0" parTransId="{C4488862-A623-4B56-B829-7C8E5E9A6C1C}" sibTransId="{F67D4FD6-5763-4241-B495-A9E85B05B50D}"/>
    <dgm:cxn modelId="{AB5AC975-00B2-4CEB-B868-0FA9DA7530CF}" type="presOf" srcId="{D443597C-A13A-4175-8C07-5E526AA0DB00}" destId="{05351299-193C-4B25-B886-AFD872BD6479}" srcOrd="0" destOrd="0" presId="urn:microsoft.com/office/officeart/2018/5/layout/IconCircleLabelList"/>
    <dgm:cxn modelId="{DF31F2D1-91E5-4D7E-BA53-31346AFCD71D}" type="presOf" srcId="{163A47F2-81C5-4FA3-9CB6-E90AEC7B47C2}" destId="{1D5D74DE-254A-4FF1-BD4B-30B90FED4E81}" srcOrd="0" destOrd="0" presId="urn:microsoft.com/office/officeart/2018/5/layout/IconCircleLabelList"/>
    <dgm:cxn modelId="{472E1AE1-E183-4E67-BFC3-4572E519D183}" srcId="{D443597C-A13A-4175-8C07-5E526AA0DB00}" destId="{A206DCBE-4AEA-41AB-9B55-8D43F1D2350F}" srcOrd="1" destOrd="0" parTransId="{F6E1FE76-CC42-42BF-8379-49D0D7B8F59E}" sibTransId="{D8F9AFA2-1AA5-4340-9D4A-D137F712DF4C}"/>
    <dgm:cxn modelId="{758495E9-7518-4035-8464-B5C49B9BA0E5}" type="presOf" srcId="{A206DCBE-4AEA-41AB-9B55-8D43F1D2350F}" destId="{A3E04478-B19E-4C47-BC20-D6F4232A14D4}" srcOrd="0" destOrd="0" presId="urn:microsoft.com/office/officeart/2018/5/layout/IconCircleLabelList"/>
    <dgm:cxn modelId="{E91D6C9C-7A10-4F95-ACE0-10C0C0A89580}" type="presParOf" srcId="{05351299-193C-4B25-B886-AFD872BD6479}" destId="{776F6AD9-4CF8-4AAD-A332-1F0E6783C132}" srcOrd="0" destOrd="0" presId="urn:microsoft.com/office/officeart/2018/5/layout/IconCircleLabelList"/>
    <dgm:cxn modelId="{0BB7F971-6E6E-44F4-B80A-A3D0138CEF55}" type="presParOf" srcId="{776F6AD9-4CF8-4AAD-A332-1F0E6783C132}" destId="{73CAD015-83A0-46E7-A337-9F0F1DE27DB6}" srcOrd="0" destOrd="0" presId="urn:microsoft.com/office/officeart/2018/5/layout/IconCircleLabelList"/>
    <dgm:cxn modelId="{BF2E7063-E46A-4F04-8C4E-D522FFBE8EC2}" type="presParOf" srcId="{776F6AD9-4CF8-4AAD-A332-1F0E6783C132}" destId="{29F11BB3-C051-40BA-BF2A-20A7335588AB}" srcOrd="1" destOrd="0" presId="urn:microsoft.com/office/officeart/2018/5/layout/IconCircleLabelList"/>
    <dgm:cxn modelId="{2385B0EE-B2AA-4DCC-A6EA-26F567F52E6E}" type="presParOf" srcId="{776F6AD9-4CF8-4AAD-A332-1F0E6783C132}" destId="{85C6DB63-F067-419D-8111-E06A0735B99B}" srcOrd="2" destOrd="0" presId="urn:microsoft.com/office/officeart/2018/5/layout/IconCircleLabelList"/>
    <dgm:cxn modelId="{61D9DF58-8F3A-47EF-A0BF-C80D577A8EA9}" type="presParOf" srcId="{776F6AD9-4CF8-4AAD-A332-1F0E6783C132}" destId="{1D5D74DE-254A-4FF1-BD4B-30B90FED4E81}" srcOrd="3" destOrd="0" presId="urn:microsoft.com/office/officeart/2018/5/layout/IconCircleLabelList"/>
    <dgm:cxn modelId="{56FA4100-BFAA-4032-937F-D69F7B5AFF54}" type="presParOf" srcId="{05351299-193C-4B25-B886-AFD872BD6479}" destId="{C325816E-B958-4241-BFD0-6A3161594EE2}" srcOrd="1" destOrd="0" presId="urn:microsoft.com/office/officeart/2018/5/layout/IconCircleLabelList"/>
    <dgm:cxn modelId="{42FE7B93-A1DA-4930-B841-9AAD0172782C}" type="presParOf" srcId="{05351299-193C-4B25-B886-AFD872BD6479}" destId="{211B01AD-1D9A-4F1F-A312-141E2AB93CB6}" srcOrd="2" destOrd="0" presId="urn:microsoft.com/office/officeart/2018/5/layout/IconCircleLabelList"/>
    <dgm:cxn modelId="{855CF2EA-99A4-4A69-9097-68FED97516C1}" type="presParOf" srcId="{211B01AD-1D9A-4F1F-A312-141E2AB93CB6}" destId="{637A3B9A-C22E-4AC9-96FA-1E2AF7250145}" srcOrd="0" destOrd="0" presId="urn:microsoft.com/office/officeart/2018/5/layout/IconCircleLabelList"/>
    <dgm:cxn modelId="{4BDADBF2-4B55-44FD-A98B-1C364B6C3F54}" type="presParOf" srcId="{211B01AD-1D9A-4F1F-A312-141E2AB93CB6}" destId="{FF24C5CB-F19B-4DB9-9F16-37E7E17A7D3B}" srcOrd="1" destOrd="0" presId="urn:microsoft.com/office/officeart/2018/5/layout/IconCircleLabelList"/>
    <dgm:cxn modelId="{4A69B2E0-3C89-47C6-9356-F2DA850DEC85}" type="presParOf" srcId="{211B01AD-1D9A-4F1F-A312-141E2AB93CB6}" destId="{9DBF02AD-6BEF-4D97-B1B8-0523A638C747}" srcOrd="2" destOrd="0" presId="urn:microsoft.com/office/officeart/2018/5/layout/IconCircleLabelList"/>
    <dgm:cxn modelId="{F31E1E78-098B-4B0B-A853-134858B454F0}" type="presParOf" srcId="{211B01AD-1D9A-4F1F-A312-141E2AB93CB6}" destId="{A3E04478-B19E-4C47-BC20-D6F4232A14D4}" srcOrd="3" destOrd="0" presId="urn:microsoft.com/office/officeart/2018/5/layout/IconCircleLabelList"/>
    <dgm:cxn modelId="{0CA891AB-AB74-43F4-91AB-FCA30F1257DA}" type="presParOf" srcId="{05351299-193C-4B25-B886-AFD872BD6479}" destId="{3ECC330F-2959-4B7C-88FD-2BF5D0E624F4}" srcOrd="3" destOrd="0" presId="urn:microsoft.com/office/officeart/2018/5/layout/IconCircleLabelList"/>
    <dgm:cxn modelId="{FA10A0ED-5E16-427C-BB2B-355325208C61}" type="presParOf" srcId="{05351299-193C-4B25-B886-AFD872BD6479}" destId="{749D2D64-E366-4029-B16E-7F3E679B04DA}" srcOrd="4" destOrd="0" presId="urn:microsoft.com/office/officeart/2018/5/layout/IconCircleLabelList"/>
    <dgm:cxn modelId="{2E9D28CC-6BC8-4D47-B699-CB4CB1C85308}" type="presParOf" srcId="{749D2D64-E366-4029-B16E-7F3E679B04DA}" destId="{D33B8631-3713-4BB5-9B72-B35AFEA29AFD}" srcOrd="0" destOrd="0" presId="urn:microsoft.com/office/officeart/2018/5/layout/IconCircleLabelList"/>
    <dgm:cxn modelId="{85168307-E941-4CAB-9AB5-8ADD70AE437B}" type="presParOf" srcId="{749D2D64-E366-4029-B16E-7F3E679B04DA}" destId="{B220A7B5-0233-4DDF-875D-F3F0AB08F953}" srcOrd="1" destOrd="0" presId="urn:microsoft.com/office/officeart/2018/5/layout/IconCircleLabelList"/>
    <dgm:cxn modelId="{285BE543-17CD-41B3-91FF-27DA571DFC1C}" type="presParOf" srcId="{749D2D64-E366-4029-B16E-7F3E679B04DA}" destId="{E41CF421-94BB-437E-B0D3-BE56859349A8}" srcOrd="2" destOrd="0" presId="urn:microsoft.com/office/officeart/2018/5/layout/IconCircleLabelList"/>
    <dgm:cxn modelId="{72F88A6B-6BAD-4304-A00B-11D4C8E4C3D4}" type="presParOf" srcId="{749D2D64-E366-4029-B16E-7F3E679B04DA}" destId="{356A9B88-7230-4567-89BE-6014F9623B96}"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1C14D3D-1F95-4979-BD85-3776882A708E}" type="doc">
      <dgm:prSet loTypeId="urn:microsoft.com/office/officeart/2005/8/layout/hierarchy1" loCatId="hierarchy" qsTypeId="urn:microsoft.com/office/officeart/2005/8/quickstyle/simple4" qsCatId="simple" csTypeId="urn:microsoft.com/office/officeart/2005/8/colors/accent1_2" csCatId="accent1"/>
      <dgm:spPr/>
      <dgm:t>
        <a:bodyPr/>
        <a:lstStyle/>
        <a:p>
          <a:endParaRPr lang="en-US"/>
        </a:p>
      </dgm:t>
    </dgm:pt>
    <dgm:pt modelId="{C270E30D-1B93-44E9-955A-F1763B575972}">
      <dgm:prSet/>
      <dgm:spPr/>
      <dgm:t>
        <a:bodyPr/>
        <a:lstStyle/>
        <a:p>
          <a:r>
            <a:rPr lang="en-US"/>
            <a:t>A small unit of time also known as time slice or quantum is set/defined . The ready queue works like circular queue.</a:t>
          </a:r>
        </a:p>
      </dgm:t>
    </dgm:pt>
    <dgm:pt modelId="{08F472FC-85DC-46BF-AE1B-0E7877B9B2BD}" type="parTrans" cxnId="{7E4DB6BE-7282-4F51-B7F0-7755A9E99FED}">
      <dgm:prSet/>
      <dgm:spPr/>
      <dgm:t>
        <a:bodyPr/>
        <a:lstStyle/>
        <a:p>
          <a:endParaRPr lang="en-US"/>
        </a:p>
      </dgm:t>
    </dgm:pt>
    <dgm:pt modelId="{29D0A5F5-7853-4B17-BC80-6DE5E2FFAA94}" type="sibTrans" cxnId="{7E4DB6BE-7282-4F51-B7F0-7755A9E99FED}">
      <dgm:prSet/>
      <dgm:spPr/>
      <dgm:t>
        <a:bodyPr/>
        <a:lstStyle/>
        <a:p>
          <a:endParaRPr lang="en-US"/>
        </a:p>
      </dgm:t>
    </dgm:pt>
    <dgm:pt modelId="{1A75AA77-AB9F-460A-9094-0BBFBF0E92CE}">
      <dgm:prSet/>
      <dgm:spPr/>
      <dgm:t>
        <a:bodyPr/>
        <a:lstStyle/>
        <a:p>
          <a:r>
            <a:rPr lang="en-US"/>
            <a:t>All processes in this algorithm are kept in the circular queue also known as ready queue.</a:t>
          </a:r>
        </a:p>
      </dgm:t>
    </dgm:pt>
    <dgm:pt modelId="{48ADA2E1-7A93-4B04-83D0-FF659D4E7347}" type="parTrans" cxnId="{59F1AF6F-E45B-4058-A280-72D6F27A49B0}">
      <dgm:prSet/>
      <dgm:spPr/>
      <dgm:t>
        <a:bodyPr/>
        <a:lstStyle/>
        <a:p>
          <a:endParaRPr lang="en-US"/>
        </a:p>
      </dgm:t>
    </dgm:pt>
    <dgm:pt modelId="{083797BF-67FC-4F2B-B386-1C63A78D7611}" type="sibTrans" cxnId="{59F1AF6F-E45B-4058-A280-72D6F27A49B0}">
      <dgm:prSet/>
      <dgm:spPr/>
      <dgm:t>
        <a:bodyPr/>
        <a:lstStyle/>
        <a:p>
          <a:endParaRPr lang="en-US"/>
        </a:p>
      </dgm:t>
    </dgm:pt>
    <dgm:pt modelId="{339F153C-D77D-48AC-ADDB-CC93C5ACFDE7}" type="pres">
      <dgm:prSet presAssocID="{E1C14D3D-1F95-4979-BD85-3776882A708E}" presName="hierChild1" presStyleCnt="0">
        <dgm:presLayoutVars>
          <dgm:chPref val="1"/>
          <dgm:dir/>
          <dgm:animOne val="branch"/>
          <dgm:animLvl val="lvl"/>
          <dgm:resizeHandles/>
        </dgm:presLayoutVars>
      </dgm:prSet>
      <dgm:spPr/>
    </dgm:pt>
    <dgm:pt modelId="{DBE232CA-A6A1-453B-A6DE-1D2FE1C98E7A}" type="pres">
      <dgm:prSet presAssocID="{C270E30D-1B93-44E9-955A-F1763B575972}" presName="hierRoot1" presStyleCnt="0"/>
      <dgm:spPr/>
    </dgm:pt>
    <dgm:pt modelId="{44A7B6EF-23A0-4964-8580-A041F36641F6}" type="pres">
      <dgm:prSet presAssocID="{C270E30D-1B93-44E9-955A-F1763B575972}" presName="composite" presStyleCnt="0"/>
      <dgm:spPr/>
    </dgm:pt>
    <dgm:pt modelId="{89F58F33-766F-4A4B-806C-2644C8BF2C12}" type="pres">
      <dgm:prSet presAssocID="{C270E30D-1B93-44E9-955A-F1763B575972}" presName="background" presStyleLbl="node0" presStyleIdx="0" presStyleCnt="2"/>
      <dgm:spPr/>
    </dgm:pt>
    <dgm:pt modelId="{623CDAD2-1C10-418E-B7BF-EA45AB7C9C4C}" type="pres">
      <dgm:prSet presAssocID="{C270E30D-1B93-44E9-955A-F1763B575972}" presName="text" presStyleLbl="fgAcc0" presStyleIdx="0" presStyleCnt="2">
        <dgm:presLayoutVars>
          <dgm:chPref val="3"/>
        </dgm:presLayoutVars>
      </dgm:prSet>
      <dgm:spPr/>
    </dgm:pt>
    <dgm:pt modelId="{210CE278-3724-4DB1-B4F7-CFCD44298842}" type="pres">
      <dgm:prSet presAssocID="{C270E30D-1B93-44E9-955A-F1763B575972}" presName="hierChild2" presStyleCnt="0"/>
      <dgm:spPr/>
    </dgm:pt>
    <dgm:pt modelId="{1F4C0D82-0E30-4DA2-8E51-7A0E03A021D6}" type="pres">
      <dgm:prSet presAssocID="{1A75AA77-AB9F-460A-9094-0BBFBF0E92CE}" presName="hierRoot1" presStyleCnt="0"/>
      <dgm:spPr/>
    </dgm:pt>
    <dgm:pt modelId="{113BD6BD-9AAB-482E-BB81-B71531348149}" type="pres">
      <dgm:prSet presAssocID="{1A75AA77-AB9F-460A-9094-0BBFBF0E92CE}" presName="composite" presStyleCnt="0"/>
      <dgm:spPr/>
    </dgm:pt>
    <dgm:pt modelId="{82E5F4A0-6538-4F24-A84D-7FC9A339401B}" type="pres">
      <dgm:prSet presAssocID="{1A75AA77-AB9F-460A-9094-0BBFBF0E92CE}" presName="background" presStyleLbl="node0" presStyleIdx="1" presStyleCnt="2"/>
      <dgm:spPr/>
    </dgm:pt>
    <dgm:pt modelId="{218CF30B-A4F4-4647-B5B1-545D1121AF21}" type="pres">
      <dgm:prSet presAssocID="{1A75AA77-AB9F-460A-9094-0BBFBF0E92CE}" presName="text" presStyleLbl="fgAcc0" presStyleIdx="1" presStyleCnt="2">
        <dgm:presLayoutVars>
          <dgm:chPref val="3"/>
        </dgm:presLayoutVars>
      </dgm:prSet>
      <dgm:spPr/>
    </dgm:pt>
    <dgm:pt modelId="{39260B70-DFA4-4988-A0A5-B1F2BC2217FB}" type="pres">
      <dgm:prSet presAssocID="{1A75AA77-AB9F-460A-9094-0BBFBF0E92CE}" presName="hierChild2" presStyleCnt="0"/>
      <dgm:spPr/>
    </dgm:pt>
  </dgm:ptLst>
  <dgm:cxnLst>
    <dgm:cxn modelId="{59F1AF6F-E45B-4058-A280-72D6F27A49B0}" srcId="{E1C14D3D-1F95-4979-BD85-3776882A708E}" destId="{1A75AA77-AB9F-460A-9094-0BBFBF0E92CE}" srcOrd="1" destOrd="0" parTransId="{48ADA2E1-7A93-4B04-83D0-FF659D4E7347}" sibTransId="{083797BF-67FC-4F2B-B386-1C63A78D7611}"/>
    <dgm:cxn modelId="{68F44885-B786-4888-B5CF-D1D6B2A18D95}" type="presOf" srcId="{1A75AA77-AB9F-460A-9094-0BBFBF0E92CE}" destId="{218CF30B-A4F4-4647-B5B1-545D1121AF21}" srcOrd="0" destOrd="0" presId="urn:microsoft.com/office/officeart/2005/8/layout/hierarchy1"/>
    <dgm:cxn modelId="{7E4DB6BE-7282-4F51-B7F0-7755A9E99FED}" srcId="{E1C14D3D-1F95-4979-BD85-3776882A708E}" destId="{C270E30D-1B93-44E9-955A-F1763B575972}" srcOrd="0" destOrd="0" parTransId="{08F472FC-85DC-46BF-AE1B-0E7877B9B2BD}" sibTransId="{29D0A5F5-7853-4B17-BC80-6DE5E2FFAA94}"/>
    <dgm:cxn modelId="{2130D8D9-6953-47DE-8018-A98918B417BF}" type="presOf" srcId="{C270E30D-1B93-44E9-955A-F1763B575972}" destId="{623CDAD2-1C10-418E-B7BF-EA45AB7C9C4C}" srcOrd="0" destOrd="0" presId="urn:microsoft.com/office/officeart/2005/8/layout/hierarchy1"/>
    <dgm:cxn modelId="{2F8973E3-7EDE-4D7A-8DAB-9F8970B19D2D}" type="presOf" srcId="{E1C14D3D-1F95-4979-BD85-3776882A708E}" destId="{339F153C-D77D-48AC-ADDB-CC93C5ACFDE7}" srcOrd="0" destOrd="0" presId="urn:microsoft.com/office/officeart/2005/8/layout/hierarchy1"/>
    <dgm:cxn modelId="{AE260660-FB40-4F9E-B6BF-859D31BE52D4}" type="presParOf" srcId="{339F153C-D77D-48AC-ADDB-CC93C5ACFDE7}" destId="{DBE232CA-A6A1-453B-A6DE-1D2FE1C98E7A}" srcOrd="0" destOrd="0" presId="urn:microsoft.com/office/officeart/2005/8/layout/hierarchy1"/>
    <dgm:cxn modelId="{FE42BF0B-51A6-40D4-AAA8-4FF6541845A8}" type="presParOf" srcId="{DBE232CA-A6A1-453B-A6DE-1D2FE1C98E7A}" destId="{44A7B6EF-23A0-4964-8580-A041F36641F6}" srcOrd="0" destOrd="0" presId="urn:microsoft.com/office/officeart/2005/8/layout/hierarchy1"/>
    <dgm:cxn modelId="{1F9BB84D-6BD3-4F73-A5D0-59CEFDC8C100}" type="presParOf" srcId="{44A7B6EF-23A0-4964-8580-A041F36641F6}" destId="{89F58F33-766F-4A4B-806C-2644C8BF2C12}" srcOrd="0" destOrd="0" presId="urn:microsoft.com/office/officeart/2005/8/layout/hierarchy1"/>
    <dgm:cxn modelId="{8477DB52-D9CD-40C9-B51B-11E4A9D66BAE}" type="presParOf" srcId="{44A7B6EF-23A0-4964-8580-A041F36641F6}" destId="{623CDAD2-1C10-418E-B7BF-EA45AB7C9C4C}" srcOrd="1" destOrd="0" presId="urn:microsoft.com/office/officeart/2005/8/layout/hierarchy1"/>
    <dgm:cxn modelId="{5108BDDE-53A2-4387-95F3-68D5E0A54C08}" type="presParOf" srcId="{DBE232CA-A6A1-453B-A6DE-1D2FE1C98E7A}" destId="{210CE278-3724-4DB1-B4F7-CFCD44298842}" srcOrd="1" destOrd="0" presId="urn:microsoft.com/office/officeart/2005/8/layout/hierarchy1"/>
    <dgm:cxn modelId="{3D1ABE00-741B-4F17-BE0F-31F610D106F9}" type="presParOf" srcId="{339F153C-D77D-48AC-ADDB-CC93C5ACFDE7}" destId="{1F4C0D82-0E30-4DA2-8E51-7A0E03A021D6}" srcOrd="1" destOrd="0" presId="urn:microsoft.com/office/officeart/2005/8/layout/hierarchy1"/>
    <dgm:cxn modelId="{995E0954-3962-4C5E-AC6D-C90F12A4136A}" type="presParOf" srcId="{1F4C0D82-0E30-4DA2-8E51-7A0E03A021D6}" destId="{113BD6BD-9AAB-482E-BB81-B71531348149}" srcOrd="0" destOrd="0" presId="urn:microsoft.com/office/officeart/2005/8/layout/hierarchy1"/>
    <dgm:cxn modelId="{43348515-D124-4156-A809-6CE3832683AC}" type="presParOf" srcId="{113BD6BD-9AAB-482E-BB81-B71531348149}" destId="{82E5F4A0-6538-4F24-A84D-7FC9A339401B}" srcOrd="0" destOrd="0" presId="urn:microsoft.com/office/officeart/2005/8/layout/hierarchy1"/>
    <dgm:cxn modelId="{DF0EA6E1-5DA9-4C25-827E-505765FD735A}" type="presParOf" srcId="{113BD6BD-9AAB-482E-BB81-B71531348149}" destId="{218CF30B-A4F4-4647-B5B1-545D1121AF21}" srcOrd="1" destOrd="0" presId="urn:microsoft.com/office/officeart/2005/8/layout/hierarchy1"/>
    <dgm:cxn modelId="{C621A83A-4BF1-465B-928E-AC4BB214F565}" type="presParOf" srcId="{1F4C0D82-0E30-4DA2-8E51-7A0E03A021D6}" destId="{39260B70-DFA4-4988-A0A5-B1F2BC2217FB}"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510BAF8-5FD3-4BF2-AD11-A1CDF7A33511}"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38769642-6B41-43A9-9619-56BF8D4BA261}">
      <dgm:prSet/>
      <dgm:spPr/>
      <dgm:t>
        <a:bodyPr/>
        <a:lstStyle/>
        <a:p>
          <a:r>
            <a:rPr lang="en-US"/>
            <a:t>New processes placed ahead of queue</a:t>
          </a:r>
        </a:p>
      </dgm:t>
    </dgm:pt>
    <dgm:pt modelId="{7FF0BD7A-4338-4760-9F4B-E153B1B0B312}" type="parTrans" cxnId="{2CFDE875-25A7-4A1B-82C9-3898C795FF17}">
      <dgm:prSet/>
      <dgm:spPr/>
      <dgm:t>
        <a:bodyPr/>
        <a:lstStyle/>
        <a:p>
          <a:endParaRPr lang="en-US"/>
        </a:p>
      </dgm:t>
    </dgm:pt>
    <dgm:pt modelId="{62180C3B-D1B4-45BB-ADF8-365716982F98}" type="sibTrans" cxnId="{2CFDE875-25A7-4A1B-82C9-3898C795FF17}">
      <dgm:prSet/>
      <dgm:spPr/>
      <dgm:t>
        <a:bodyPr/>
        <a:lstStyle/>
        <a:p>
          <a:endParaRPr lang="en-US"/>
        </a:p>
      </dgm:t>
    </dgm:pt>
    <dgm:pt modelId="{E343694B-AD08-4191-8534-1100F6AA4DC8}">
      <dgm:prSet/>
      <dgm:spPr/>
      <dgm:t>
        <a:bodyPr/>
        <a:lstStyle/>
        <a:p>
          <a:r>
            <a:rPr lang="en-US" dirty="0"/>
            <a:t>Improves response time for newly created processes</a:t>
          </a:r>
        </a:p>
      </dgm:t>
    </dgm:pt>
    <dgm:pt modelId="{72F7654F-FD20-43B8-944E-039CEC383C02}" type="parTrans" cxnId="{92608A98-03D5-49E2-8A2B-A080506A4353}">
      <dgm:prSet/>
      <dgm:spPr/>
      <dgm:t>
        <a:bodyPr/>
        <a:lstStyle/>
        <a:p>
          <a:endParaRPr lang="en-US"/>
        </a:p>
      </dgm:t>
    </dgm:pt>
    <dgm:pt modelId="{FD990B7A-3CC8-43A5-9080-4BFF9EBD6676}" type="sibTrans" cxnId="{92608A98-03D5-49E2-8A2B-A080506A4353}">
      <dgm:prSet/>
      <dgm:spPr/>
      <dgm:t>
        <a:bodyPr/>
        <a:lstStyle/>
        <a:p>
          <a:endParaRPr lang="en-US"/>
        </a:p>
      </dgm:t>
    </dgm:pt>
    <dgm:pt modelId="{80F1F4D7-F120-4F8C-BA51-70B575DF7DBE}">
      <dgm:prSet/>
      <dgm:spPr/>
      <dgm:t>
        <a:bodyPr/>
        <a:lstStyle/>
        <a:p>
          <a:r>
            <a:rPr lang="en-US" dirty="0"/>
            <a:t>Problem?</a:t>
          </a:r>
        </a:p>
      </dgm:t>
    </dgm:pt>
    <dgm:pt modelId="{5821707F-2D89-416C-8059-85926A386795}" type="parTrans" cxnId="{FF1A89F6-FA8B-45E6-B889-BA8A601C7AF0}">
      <dgm:prSet/>
      <dgm:spPr/>
      <dgm:t>
        <a:bodyPr/>
        <a:lstStyle/>
        <a:p>
          <a:endParaRPr lang="en-US"/>
        </a:p>
      </dgm:t>
    </dgm:pt>
    <dgm:pt modelId="{6601FC6A-8173-4AE9-A597-50594A973E7C}" type="sibTrans" cxnId="{FF1A89F6-FA8B-45E6-B889-BA8A601C7AF0}">
      <dgm:prSet/>
      <dgm:spPr/>
      <dgm:t>
        <a:bodyPr/>
        <a:lstStyle/>
        <a:p>
          <a:endParaRPr lang="en-US"/>
        </a:p>
      </dgm:t>
    </dgm:pt>
    <dgm:pt modelId="{96D97E17-2AC0-4A31-B6B8-280CC605011F}" type="pres">
      <dgm:prSet presAssocID="{C510BAF8-5FD3-4BF2-AD11-A1CDF7A33511}" presName="root" presStyleCnt="0">
        <dgm:presLayoutVars>
          <dgm:dir/>
          <dgm:resizeHandles val="exact"/>
        </dgm:presLayoutVars>
      </dgm:prSet>
      <dgm:spPr/>
    </dgm:pt>
    <dgm:pt modelId="{7F08E38A-24D3-4600-BED0-6451651B4908}" type="pres">
      <dgm:prSet presAssocID="{38769642-6B41-43A9-9619-56BF8D4BA261}" presName="compNode" presStyleCnt="0"/>
      <dgm:spPr/>
    </dgm:pt>
    <dgm:pt modelId="{EAC46555-3C5E-4063-BF7A-3E00A5017D34}" type="pres">
      <dgm:prSet presAssocID="{38769642-6B41-43A9-9619-56BF8D4BA261}" presName="bgRect" presStyleLbl="bgShp" presStyleIdx="0" presStyleCnt="3"/>
      <dgm:spPr/>
    </dgm:pt>
    <dgm:pt modelId="{A7FEA4E5-C354-45AC-9E5B-E0A691F3BB94}" type="pres">
      <dgm:prSet presAssocID="{38769642-6B41-43A9-9619-56BF8D4BA261}"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9C0E2FEA-6BDC-4213-8537-2C01FE6B7E3B}" type="pres">
      <dgm:prSet presAssocID="{38769642-6B41-43A9-9619-56BF8D4BA261}" presName="spaceRect" presStyleCnt="0"/>
      <dgm:spPr/>
    </dgm:pt>
    <dgm:pt modelId="{6BA557EF-3DE7-438D-9018-A7592265D697}" type="pres">
      <dgm:prSet presAssocID="{38769642-6B41-43A9-9619-56BF8D4BA261}" presName="parTx" presStyleLbl="revTx" presStyleIdx="0" presStyleCnt="3">
        <dgm:presLayoutVars>
          <dgm:chMax val="0"/>
          <dgm:chPref val="0"/>
        </dgm:presLayoutVars>
      </dgm:prSet>
      <dgm:spPr/>
    </dgm:pt>
    <dgm:pt modelId="{D0D459E8-F026-4C9C-BE81-AB3859D5972B}" type="pres">
      <dgm:prSet presAssocID="{62180C3B-D1B4-45BB-ADF8-365716982F98}" presName="sibTrans" presStyleCnt="0"/>
      <dgm:spPr/>
    </dgm:pt>
    <dgm:pt modelId="{51EB2555-E700-4FA0-ADA5-5E02819F9FEF}" type="pres">
      <dgm:prSet presAssocID="{E343694B-AD08-4191-8534-1100F6AA4DC8}" presName="compNode" presStyleCnt="0"/>
      <dgm:spPr/>
    </dgm:pt>
    <dgm:pt modelId="{DA2477F4-207A-4EAA-BFB4-752CC5C5D475}" type="pres">
      <dgm:prSet presAssocID="{E343694B-AD08-4191-8534-1100F6AA4DC8}" presName="bgRect" presStyleLbl="bgShp" presStyleIdx="1" presStyleCnt="3"/>
      <dgm:spPr/>
    </dgm:pt>
    <dgm:pt modelId="{6459613C-3D92-43BA-B7E4-A928AAA7514E}" type="pres">
      <dgm:prSet presAssocID="{E343694B-AD08-4191-8534-1100F6AA4DC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opwatch"/>
        </a:ext>
      </dgm:extLst>
    </dgm:pt>
    <dgm:pt modelId="{4CF04A1A-1817-4181-BBC3-C568596C14EE}" type="pres">
      <dgm:prSet presAssocID="{E343694B-AD08-4191-8534-1100F6AA4DC8}" presName="spaceRect" presStyleCnt="0"/>
      <dgm:spPr/>
    </dgm:pt>
    <dgm:pt modelId="{E798F779-8324-4312-83E4-72DB3AFCCDE2}" type="pres">
      <dgm:prSet presAssocID="{E343694B-AD08-4191-8534-1100F6AA4DC8}" presName="parTx" presStyleLbl="revTx" presStyleIdx="1" presStyleCnt="3">
        <dgm:presLayoutVars>
          <dgm:chMax val="0"/>
          <dgm:chPref val="0"/>
        </dgm:presLayoutVars>
      </dgm:prSet>
      <dgm:spPr/>
    </dgm:pt>
    <dgm:pt modelId="{8667FB14-A64B-4E7F-808B-B52EC6B21A78}" type="pres">
      <dgm:prSet presAssocID="{FD990B7A-3CC8-43A5-9080-4BFF9EBD6676}" presName="sibTrans" presStyleCnt="0"/>
      <dgm:spPr/>
    </dgm:pt>
    <dgm:pt modelId="{341D6AE8-4327-4D00-A27E-C26C4932A20C}" type="pres">
      <dgm:prSet presAssocID="{80F1F4D7-F120-4F8C-BA51-70B575DF7DBE}" presName="compNode" presStyleCnt="0"/>
      <dgm:spPr/>
    </dgm:pt>
    <dgm:pt modelId="{3279709D-6173-4E3A-8585-9D4B884391DE}" type="pres">
      <dgm:prSet presAssocID="{80F1F4D7-F120-4F8C-BA51-70B575DF7DBE}" presName="bgRect" presStyleLbl="bgShp" presStyleIdx="2" presStyleCnt="3"/>
      <dgm:spPr/>
    </dgm:pt>
    <dgm:pt modelId="{E2DB964D-4F63-4F4D-9ECC-4B13AD2F4F74}" type="pres">
      <dgm:prSet presAssocID="{80F1F4D7-F120-4F8C-BA51-70B575DF7DB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Question mark"/>
        </a:ext>
      </dgm:extLst>
    </dgm:pt>
    <dgm:pt modelId="{35636E59-346D-44EA-A0AF-57A65EEAD475}" type="pres">
      <dgm:prSet presAssocID="{80F1F4D7-F120-4F8C-BA51-70B575DF7DBE}" presName="spaceRect" presStyleCnt="0"/>
      <dgm:spPr/>
    </dgm:pt>
    <dgm:pt modelId="{6410457D-87E9-4B29-91CB-73DF957DDA5E}" type="pres">
      <dgm:prSet presAssocID="{80F1F4D7-F120-4F8C-BA51-70B575DF7DBE}" presName="parTx" presStyleLbl="revTx" presStyleIdx="2" presStyleCnt="3">
        <dgm:presLayoutVars>
          <dgm:chMax val="0"/>
          <dgm:chPref val="0"/>
        </dgm:presLayoutVars>
      </dgm:prSet>
      <dgm:spPr/>
    </dgm:pt>
  </dgm:ptLst>
  <dgm:cxnLst>
    <dgm:cxn modelId="{75888D0A-F761-4B68-9FFF-C19EE1CA5877}" type="presOf" srcId="{80F1F4D7-F120-4F8C-BA51-70B575DF7DBE}" destId="{6410457D-87E9-4B29-91CB-73DF957DDA5E}" srcOrd="0" destOrd="0" presId="urn:microsoft.com/office/officeart/2018/2/layout/IconVerticalSolidList"/>
    <dgm:cxn modelId="{1E36A529-21B4-48C7-86B9-1354E38555FC}" type="presOf" srcId="{C510BAF8-5FD3-4BF2-AD11-A1CDF7A33511}" destId="{96D97E17-2AC0-4A31-B6B8-280CC605011F}" srcOrd="0" destOrd="0" presId="urn:microsoft.com/office/officeart/2018/2/layout/IconVerticalSolidList"/>
    <dgm:cxn modelId="{DD59A031-E3F3-4C2F-A3EB-7A64CFC1BF0E}" type="presOf" srcId="{38769642-6B41-43A9-9619-56BF8D4BA261}" destId="{6BA557EF-3DE7-438D-9018-A7592265D697}" srcOrd="0" destOrd="0" presId="urn:microsoft.com/office/officeart/2018/2/layout/IconVerticalSolidList"/>
    <dgm:cxn modelId="{2CFDE875-25A7-4A1B-82C9-3898C795FF17}" srcId="{C510BAF8-5FD3-4BF2-AD11-A1CDF7A33511}" destId="{38769642-6B41-43A9-9619-56BF8D4BA261}" srcOrd="0" destOrd="0" parTransId="{7FF0BD7A-4338-4760-9F4B-E153B1B0B312}" sibTransId="{62180C3B-D1B4-45BB-ADF8-365716982F98}"/>
    <dgm:cxn modelId="{AB498F87-28D8-4AFB-B33B-2BCA87F10DE3}" type="presOf" srcId="{E343694B-AD08-4191-8534-1100F6AA4DC8}" destId="{E798F779-8324-4312-83E4-72DB3AFCCDE2}" srcOrd="0" destOrd="0" presId="urn:microsoft.com/office/officeart/2018/2/layout/IconVerticalSolidList"/>
    <dgm:cxn modelId="{92608A98-03D5-49E2-8A2B-A080506A4353}" srcId="{C510BAF8-5FD3-4BF2-AD11-A1CDF7A33511}" destId="{E343694B-AD08-4191-8534-1100F6AA4DC8}" srcOrd="1" destOrd="0" parTransId="{72F7654F-FD20-43B8-944E-039CEC383C02}" sibTransId="{FD990B7A-3CC8-43A5-9080-4BFF9EBD6676}"/>
    <dgm:cxn modelId="{FF1A89F6-FA8B-45E6-B889-BA8A601C7AF0}" srcId="{C510BAF8-5FD3-4BF2-AD11-A1CDF7A33511}" destId="{80F1F4D7-F120-4F8C-BA51-70B575DF7DBE}" srcOrd="2" destOrd="0" parTransId="{5821707F-2D89-416C-8059-85926A386795}" sibTransId="{6601FC6A-8173-4AE9-A597-50594A973E7C}"/>
    <dgm:cxn modelId="{181794BB-1AFF-4EA1-ABE3-5375FBACE82D}" type="presParOf" srcId="{96D97E17-2AC0-4A31-B6B8-280CC605011F}" destId="{7F08E38A-24D3-4600-BED0-6451651B4908}" srcOrd="0" destOrd="0" presId="urn:microsoft.com/office/officeart/2018/2/layout/IconVerticalSolidList"/>
    <dgm:cxn modelId="{E92073FB-C7AB-4113-9091-F432E123266D}" type="presParOf" srcId="{7F08E38A-24D3-4600-BED0-6451651B4908}" destId="{EAC46555-3C5E-4063-BF7A-3E00A5017D34}" srcOrd="0" destOrd="0" presId="urn:microsoft.com/office/officeart/2018/2/layout/IconVerticalSolidList"/>
    <dgm:cxn modelId="{6496941C-EC31-4962-8B1F-FC3D7AC174CC}" type="presParOf" srcId="{7F08E38A-24D3-4600-BED0-6451651B4908}" destId="{A7FEA4E5-C354-45AC-9E5B-E0A691F3BB94}" srcOrd="1" destOrd="0" presId="urn:microsoft.com/office/officeart/2018/2/layout/IconVerticalSolidList"/>
    <dgm:cxn modelId="{ECD45F3F-497F-4101-BD3B-45997AE1CE38}" type="presParOf" srcId="{7F08E38A-24D3-4600-BED0-6451651B4908}" destId="{9C0E2FEA-6BDC-4213-8537-2C01FE6B7E3B}" srcOrd="2" destOrd="0" presId="urn:microsoft.com/office/officeart/2018/2/layout/IconVerticalSolidList"/>
    <dgm:cxn modelId="{2DCBFA95-2744-40E5-9B9D-908AAD16DBC9}" type="presParOf" srcId="{7F08E38A-24D3-4600-BED0-6451651B4908}" destId="{6BA557EF-3DE7-438D-9018-A7592265D697}" srcOrd="3" destOrd="0" presId="urn:microsoft.com/office/officeart/2018/2/layout/IconVerticalSolidList"/>
    <dgm:cxn modelId="{A8CED08A-93E3-4157-A5BE-F30A630619ED}" type="presParOf" srcId="{96D97E17-2AC0-4A31-B6B8-280CC605011F}" destId="{D0D459E8-F026-4C9C-BE81-AB3859D5972B}" srcOrd="1" destOrd="0" presId="urn:microsoft.com/office/officeart/2018/2/layout/IconVerticalSolidList"/>
    <dgm:cxn modelId="{44238524-AA44-426D-80FC-C15AF8358764}" type="presParOf" srcId="{96D97E17-2AC0-4A31-B6B8-280CC605011F}" destId="{51EB2555-E700-4FA0-ADA5-5E02819F9FEF}" srcOrd="2" destOrd="0" presId="urn:microsoft.com/office/officeart/2018/2/layout/IconVerticalSolidList"/>
    <dgm:cxn modelId="{8E0CA33C-8058-4C59-A6BC-DBB5E4AFD251}" type="presParOf" srcId="{51EB2555-E700-4FA0-ADA5-5E02819F9FEF}" destId="{DA2477F4-207A-4EAA-BFB4-752CC5C5D475}" srcOrd="0" destOrd="0" presId="urn:microsoft.com/office/officeart/2018/2/layout/IconVerticalSolidList"/>
    <dgm:cxn modelId="{BB38FF6D-43EA-46D6-9F5B-61B6D37AA238}" type="presParOf" srcId="{51EB2555-E700-4FA0-ADA5-5E02819F9FEF}" destId="{6459613C-3D92-43BA-B7E4-A928AAA7514E}" srcOrd="1" destOrd="0" presId="urn:microsoft.com/office/officeart/2018/2/layout/IconVerticalSolidList"/>
    <dgm:cxn modelId="{7F68F04F-CC56-42D3-9872-0A500868E133}" type="presParOf" srcId="{51EB2555-E700-4FA0-ADA5-5E02819F9FEF}" destId="{4CF04A1A-1817-4181-BBC3-C568596C14EE}" srcOrd="2" destOrd="0" presId="urn:microsoft.com/office/officeart/2018/2/layout/IconVerticalSolidList"/>
    <dgm:cxn modelId="{FBE1F514-4D72-4F3E-841B-D5B6DF465A60}" type="presParOf" srcId="{51EB2555-E700-4FA0-ADA5-5E02819F9FEF}" destId="{E798F779-8324-4312-83E4-72DB3AFCCDE2}" srcOrd="3" destOrd="0" presId="urn:microsoft.com/office/officeart/2018/2/layout/IconVerticalSolidList"/>
    <dgm:cxn modelId="{C22DF4C2-2EC8-47B5-84FA-90AC8014EDF0}" type="presParOf" srcId="{96D97E17-2AC0-4A31-B6B8-280CC605011F}" destId="{8667FB14-A64B-4E7F-808B-B52EC6B21A78}" srcOrd="3" destOrd="0" presId="urn:microsoft.com/office/officeart/2018/2/layout/IconVerticalSolidList"/>
    <dgm:cxn modelId="{8A0F0A6A-8127-49C9-8035-BE9876186DEA}" type="presParOf" srcId="{96D97E17-2AC0-4A31-B6B8-280CC605011F}" destId="{341D6AE8-4327-4D00-A27E-C26C4932A20C}" srcOrd="4" destOrd="0" presId="urn:microsoft.com/office/officeart/2018/2/layout/IconVerticalSolidList"/>
    <dgm:cxn modelId="{5AA73DF3-DFC2-4C08-92BA-A2F0E36CEB34}" type="presParOf" srcId="{341D6AE8-4327-4D00-A27E-C26C4932A20C}" destId="{3279709D-6173-4E3A-8585-9D4B884391DE}" srcOrd="0" destOrd="0" presId="urn:microsoft.com/office/officeart/2018/2/layout/IconVerticalSolidList"/>
    <dgm:cxn modelId="{52A2649D-15DE-47AF-AC79-399786FA10C9}" type="presParOf" srcId="{341D6AE8-4327-4D00-A27E-C26C4932A20C}" destId="{E2DB964D-4F63-4F4D-9ECC-4B13AD2F4F74}" srcOrd="1" destOrd="0" presId="urn:microsoft.com/office/officeart/2018/2/layout/IconVerticalSolidList"/>
    <dgm:cxn modelId="{A8298EBA-817A-420A-99FB-797BE1772E8B}" type="presParOf" srcId="{341D6AE8-4327-4D00-A27E-C26C4932A20C}" destId="{35636E59-346D-44EA-A0AF-57A65EEAD475}" srcOrd="2" destOrd="0" presId="urn:microsoft.com/office/officeart/2018/2/layout/IconVerticalSolidList"/>
    <dgm:cxn modelId="{155D21BC-54D0-47DF-9587-F062E3E4CE61}" type="presParOf" srcId="{341D6AE8-4327-4D00-A27E-C26C4932A20C}" destId="{6410457D-87E9-4B29-91CB-73DF957DDA5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5A0E867-4890-4250-8851-23F534BBB75D}"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CFAD555C-98C9-4E71-B71C-16BFFAAE2628}">
      <dgm:prSet/>
      <dgm:spPr/>
      <dgm:t>
        <a:bodyPr/>
        <a:lstStyle/>
        <a:p>
          <a:r>
            <a:rPr lang="en-US"/>
            <a:t>A process is an executing instance of an application. </a:t>
          </a:r>
        </a:p>
      </dgm:t>
    </dgm:pt>
    <dgm:pt modelId="{C5A76BA9-7A14-4840-8C3D-62E8862E26F5}" type="parTrans" cxnId="{C5EACE16-B158-4373-9CA4-146F19CF28D5}">
      <dgm:prSet/>
      <dgm:spPr/>
      <dgm:t>
        <a:bodyPr/>
        <a:lstStyle/>
        <a:p>
          <a:endParaRPr lang="en-US"/>
        </a:p>
      </dgm:t>
    </dgm:pt>
    <dgm:pt modelId="{BC369618-0689-43D3-BA1D-1786B31478BE}" type="sibTrans" cxnId="{C5EACE16-B158-4373-9CA4-146F19CF28D5}">
      <dgm:prSet/>
      <dgm:spPr/>
      <dgm:t>
        <a:bodyPr/>
        <a:lstStyle/>
        <a:p>
          <a:endParaRPr lang="en-US"/>
        </a:p>
      </dgm:t>
    </dgm:pt>
    <dgm:pt modelId="{65936370-5301-44B5-809B-24192640E0F3}">
      <dgm:prSet/>
      <dgm:spPr/>
      <dgm:t>
        <a:bodyPr/>
        <a:lstStyle/>
        <a:p>
          <a:r>
            <a:rPr lang="en-US"/>
            <a:t>What does that mean? </a:t>
          </a:r>
        </a:p>
      </dgm:t>
    </dgm:pt>
    <dgm:pt modelId="{2D060341-F0F2-4462-8267-7B966B9C93E7}" type="parTrans" cxnId="{2E9C8A8B-97F4-4685-A4F3-68BA93C6391E}">
      <dgm:prSet/>
      <dgm:spPr/>
      <dgm:t>
        <a:bodyPr/>
        <a:lstStyle/>
        <a:p>
          <a:endParaRPr lang="en-US"/>
        </a:p>
      </dgm:t>
    </dgm:pt>
    <dgm:pt modelId="{9CBDB4B4-936D-4708-87E6-B95B66E6C5BE}" type="sibTrans" cxnId="{2E9C8A8B-97F4-4685-A4F3-68BA93C6391E}">
      <dgm:prSet/>
      <dgm:spPr/>
      <dgm:t>
        <a:bodyPr/>
        <a:lstStyle/>
        <a:p>
          <a:endParaRPr lang="en-US"/>
        </a:p>
      </dgm:t>
    </dgm:pt>
    <dgm:pt modelId="{658E237F-89C9-4C6F-84E8-CBF83C5C8D7F}">
      <dgm:prSet/>
      <dgm:spPr/>
      <dgm:t>
        <a:bodyPr/>
        <a:lstStyle/>
        <a:p>
          <a:r>
            <a:rPr lang="en-US"/>
            <a:t>For example, when you double-click the Microsoft Word icon, you start a process that runs MS Word. </a:t>
          </a:r>
        </a:p>
      </dgm:t>
    </dgm:pt>
    <dgm:pt modelId="{299C2E63-8C85-41C1-898D-E9958D96595D}" type="parTrans" cxnId="{730D8759-E1E0-450A-A85B-45B01489C9C3}">
      <dgm:prSet/>
      <dgm:spPr/>
      <dgm:t>
        <a:bodyPr/>
        <a:lstStyle/>
        <a:p>
          <a:endParaRPr lang="en-US"/>
        </a:p>
      </dgm:t>
    </dgm:pt>
    <dgm:pt modelId="{161C1AF0-07E1-4005-BC7F-54519F4B0F64}" type="sibTrans" cxnId="{730D8759-E1E0-450A-A85B-45B01489C9C3}">
      <dgm:prSet/>
      <dgm:spPr/>
      <dgm:t>
        <a:bodyPr/>
        <a:lstStyle/>
        <a:p>
          <a:endParaRPr lang="en-US"/>
        </a:p>
      </dgm:t>
    </dgm:pt>
    <dgm:pt modelId="{BBBBEE83-AE7A-4309-9E4A-83BD5DAD2EFA}" type="pres">
      <dgm:prSet presAssocID="{85A0E867-4890-4250-8851-23F534BBB75D}" presName="root" presStyleCnt="0">
        <dgm:presLayoutVars>
          <dgm:dir/>
          <dgm:resizeHandles val="exact"/>
        </dgm:presLayoutVars>
      </dgm:prSet>
      <dgm:spPr/>
    </dgm:pt>
    <dgm:pt modelId="{D544460A-08E3-4BDF-929D-1C0BE8A01BB5}" type="pres">
      <dgm:prSet presAssocID="{CFAD555C-98C9-4E71-B71C-16BFFAAE2628}" presName="compNode" presStyleCnt="0"/>
      <dgm:spPr/>
    </dgm:pt>
    <dgm:pt modelId="{AA7597FC-842B-4839-8DA8-C36A1B20A097}" type="pres">
      <dgm:prSet presAssocID="{CFAD555C-98C9-4E71-B71C-16BFFAAE2628}" presName="bgRect" presStyleLbl="bgShp" presStyleIdx="0" presStyleCnt="3"/>
      <dgm:spPr/>
    </dgm:pt>
    <dgm:pt modelId="{8E3D705E-C981-4B85-AFD8-431C4057722F}" type="pres">
      <dgm:prSet presAssocID="{CFAD555C-98C9-4E71-B71C-16BFFAAE262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grammer"/>
        </a:ext>
      </dgm:extLst>
    </dgm:pt>
    <dgm:pt modelId="{1B14C13C-0ED3-4540-BB22-80AB7DE90223}" type="pres">
      <dgm:prSet presAssocID="{CFAD555C-98C9-4E71-B71C-16BFFAAE2628}" presName="spaceRect" presStyleCnt="0"/>
      <dgm:spPr/>
    </dgm:pt>
    <dgm:pt modelId="{64B032EB-01DE-4535-85C4-EB4CC87EDED8}" type="pres">
      <dgm:prSet presAssocID="{CFAD555C-98C9-4E71-B71C-16BFFAAE2628}" presName="parTx" presStyleLbl="revTx" presStyleIdx="0" presStyleCnt="3">
        <dgm:presLayoutVars>
          <dgm:chMax val="0"/>
          <dgm:chPref val="0"/>
        </dgm:presLayoutVars>
      </dgm:prSet>
      <dgm:spPr/>
    </dgm:pt>
    <dgm:pt modelId="{88BF28B4-9DBF-43C7-AECB-4167C54FECDE}" type="pres">
      <dgm:prSet presAssocID="{BC369618-0689-43D3-BA1D-1786B31478BE}" presName="sibTrans" presStyleCnt="0"/>
      <dgm:spPr/>
    </dgm:pt>
    <dgm:pt modelId="{A79947FB-3060-4D49-B564-F113006A8AA6}" type="pres">
      <dgm:prSet presAssocID="{65936370-5301-44B5-809B-24192640E0F3}" presName="compNode" presStyleCnt="0"/>
      <dgm:spPr/>
    </dgm:pt>
    <dgm:pt modelId="{59CF0A4E-1E4E-4213-A085-60251B78EAE1}" type="pres">
      <dgm:prSet presAssocID="{65936370-5301-44B5-809B-24192640E0F3}" presName="bgRect" presStyleLbl="bgShp" presStyleIdx="1" presStyleCnt="3"/>
      <dgm:spPr/>
    </dgm:pt>
    <dgm:pt modelId="{0D7B9D2F-F769-44EE-B2D2-D310552EAEF7}" type="pres">
      <dgm:prSet presAssocID="{65936370-5301-44B5-809B-24192640E0F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uestion mark"/>
        </a:ext>
      </dgm:extLst>
    </dgm:pt>
    <dgm:pt modelId="{73E2C14D-AE21-4A33-B3B8-A8333E71D2A0}" type="pres">
      <dgm:prSet presAssocID="{65936370-5301-44B5-809B-24192640E0F3}" presName="spaceRect" presStyleCnt="0"/>
      <dgm:spPr/>
    </dgm:pt>
    <dgm:pt modelId="{CBB502AC-6920-47F2-A861-A81496BC6CDC}" type="pres">
      <dgm:prSet presAssocID="{65936370-5301-44B5-809B-24192640E0F3}" presName="parTx" presStyleLbl="revTx" presStyleIdx="1" presStyleCnt="3">
        <dgm:presLayoutVars>
          <dgm:chMax val="0"/>
          <dgm:chPref val="0"/>
        </dgm:presLayoutVars>
      </dgm:prSet>
      <dgm:spPr/>
    </dgm:pt>
    <dgm:pt modelId="{295D2F6F-C11A-4B44-88C0-5721FBABC7DB}" type="pres">
      <dgm:prSet presAssocID="{9CBDB4B4-936D-4708-87E6-B95B66E6C5BE}" presName="sibTrans" presStyleCnt="0"/>
      <dgm:spPr/>
    </dgm:pt>
    <dgm:pt modelId="{B7C4AE85-7B67-463F-A3A5-9F13B40BEF74}" type="pres">
      <dgm:prSet presAssocID="{658E237F-89C9-4C6F-84E8-CBF83C5C8D7F}" presName="compNode" presStyleCnt="0"/>
      <dgm:spPr/>
    </dgm:pt>
    <dgm:pt modelId="{3E8B38CF-E055-4D79-B227-35CD1B190256}" type="pres">
      <dgm:prSet presAssocID="{658E237F-89C9-4C6F-84E8-CBF83C5C8D7F}" presName="bgRect" presStyleLbl="bgShp" presStyleIdx="2" presStyleCnt="3"/>
      <dgm:spPr/>
    </dgm:pt>
    <dgm:pt modelId="{DB4EBBA7-137B-4481-8251-FBDB8999EBCF}" type="pres">
      <dgm:prSet presAssocID="{658E237F-89C9-4C6F-84E8-CBF83C5C8D7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mputer"/>
        </a:ext>
      </dgm:extLst>
    </dgm:pt>
    <dgm:pt modelId="{844D538D-4B19-4135-ADE3-04D280CA3C27}" type="pres">
      <dgm:prSet presAssocID="{658E237F-89C9-4C6F-84E8-CBF83C5C8D7F}" presName="spaceRect" presStyleCnt="0"/>
      <dgm:spPr/>
    </dgm:pt>
    <dgm:pt modelId="{54503760-DE82-428F-8D69-F09DB83F8E60}" type="pres">
      <dgm:prSet presAssocID="{658E237F-89C9-4C6F-84E8-CBF83C5C8D7F}" presName="parTx" presStyleLbl="revTx" presStyleIdx="2" presStyleCnt="3">
        <dgm:presLayoutVars>
          <dgm:chMax val="0"/>
          <dgm:chPref val="0"/>
        </dgm:presLayoutVars>
      </dgm:prSet>
      <dgm:spPr/>
    </dgm:pt>
  </dgm:ptLst>
  <dgm:cxnLst>
    <dgm:cxn modelId="{CD905F03-1D07-4519-941C-C9826C64C518}" type="presOf" srcId="{CFAD555C-98C9-4E71-B71C-16BFFAAE2628}" destId="{64B032EB-01DE-4535-85C4-EB4CC87EDED8}" srcOrd="0" destOrd="0" presId="urn:microsoft.com/office/officeart/2018/2/layout/IconVerticalSolidList"/>
    <dgm:cxn modelId="{C5EACE16-B158-4373-9CA4-146F19CF28D5}" srcId="{85A0E867-4890-4250-8851-23F534BBB75D}" destId="{CFAD555C-98C9-4E71-B71C-16BFFAAE2628}" srcOrd="0" destOrd="0" parTransId="{C5A76BA9-7A14-4840-8C3D-62E8862E26F5}" sibTransId="{BC369618-0689-43D3-BA1D-1786B31478BE}"/>
    <dgm:cxn modelId="{730D8759-E1E0-450A-A85B-45B01489C9C3}" srcId="{85A0E867-4890-4250-8851-23F534BBB75D}" destId="{658E237F-89C9-4C6F-84E8-CBF83C5C8D7F}" srcOrd="2" destOrd="0" parTransId="{299C2E63-8C85-41C1-898D-E9958D96595D}" sibTransId="{161C1AF0-07E1-4005-BC7F-54519F4B0F64}"/>
    <dgm:cxn modelId="{2E9C8A8B-97F4-4685-A4F3-68BA93C6391E}" srcId="{85A0E867-4890-4250-8851-23F534BBB75D}" destId="{65936370-5301-44B5-809B-24192640E0F3}" srcOrd="1" destOrd="0" parTransId="{2D060341-F0F2-4462-8267-7B966B9C93E7}" sibTransId="{9CBDB4B4-936D-4708-87E6-B95B66E6C5BE}"/>
    <dgm:cxn modelId="{0ED65DD2-5A69-4E6F-91DD-92496F775E32}" type="presOf" srcId="{65936370-5301-44B5-809B-24192640E0F3}" destId="{CBB502AC-6920-47F2-A861-A81496BC6CDC}" srcOrd="0" destOrd="0" presId="urn:microsoft.com/office/officeart/2018/2/layout/IconVerticalSolidList"/>
    <dgm:cxn modelId="{B12315F5-5040-41BF-AA00-7E66036B609E}" type="presOf" srcId="{85A0E867-4890-4250-8851-23F534BBB75D}" destId="{BBBBEE83-AE7A-4309-9E4A-83BD5DAD2EFA}" srcOrd="0" destOrd="0" presId="urn:microsoft.com/office/officeart/2018/2/layout/IconVerticalSolidList"/>
    <dgm:cxn modelId="{0CD44CF7-24E6-41E4-8C23-72FF32D16DB4}" type="presOf" srcId="{658E237F-89C9-4C6F-84E8-CBF83C5C8D7F}" destId="{54503760-DE82-428F-8D69-F09DB83F8E60}" srcOrd="0" destOrd="0" presId="urn:microsoft.com/office/officeart/2018/2/layout/IconVerticalSolidList"/>
    <dgm:cxn modelId="{83D22807-C8E0-4680-86E3-7E8111F77C4F}" type="presParOf" srcId="{BBBBEE83-AE7A-4309-9E4A-83BD5DAD2EFA}" destId="{D544460A-08E3-4BDF-929D-1C0BE8A01BB5}" srcOrd="0" destOrd="0" presId="urn:microsoft.com/office/officeart/2018/2/layout/IconVerticalSolidList"/>
    <dgm:cxn modelId="{240FE9F9-7009-4600-92A2-EDDA095B0C83}" type="presParOf" srcId="{D544460A-08E3-4BDF-929D-1C0BE8A01BB5}" destId="{AA7597FC-842B-4839-8DA8-C36A1B20A097}" srcOrd="0" destOrd="0" presId="urn:microsoft.com/office/officeart/2018/2/layout/IconVerticalSolidList"/>
    <dgm:cxn modelId="{59F67BD4-D8EE-474F-B188-6948035FDD46}" type="presParOf" srcId="{D544460A-08E3-4BDF-929D-1C0BE8A01BB5}" destId="{8E3D705E-C981-4B85-AFD8-431C4057722F}" srcOrd="1" destOrd="0" presId="urn:microsoft.com/office/officeart/2018/2/layout/IconVerticalSolidList"/>
    <dgm:cxn modelId="{90E7D046-FC16-49F8-868D-FC860C36893A}" type="presParOf" srcId="{D544460A-08E3-4BDF-929D-1C0BE8A01BB5}" destId="{1B14C13C-0ED3-4540-BB22-80AB7DE90223}" srcOrd="2" destOrd="0" presId="urn:microsoft.com/office/officeart/2018/2/layout/IconVerticalSolidList"/>
    <dgm:cxn modelId="{0A34DC05-50FD-4252-A989-676DCE9B8E8D}" type="presParOf" srcId="{D544460A-08E3-4BDF-929D-1C0BE8A01BB5}" destId="{64B032EB-01DE-4535-85C4-EB4CC87EDED8}" srcOrd="3" destOrd="0" presId="urn:microsoft.com/office/officeart/2018/2/layout/IconVerticalSolidList"/>
    <dgm:cxn modelId="{27CF226A-EA52-4FB5-9E0F-7CBC32B5520D}" type="presParOf" srcId="{BBBBEE83-AE7A-4309-9E4A-83BD5DAD2EFA}" destId="{88BF28B4-9DBF-43C7-AECB-4167C54FECDE}" srcOrd="1" destOrd="0" presId="urn:microsoft.com/office/officeart/2018/2/layout/IconVerticalSolidList"/>
    <dgm:cxn modelId="{BDEDE1CF-46CD-4814-BFDA-B62B64802A8A}" type="presParOf" srcId="{BBBBEE83-AE7A-4309-9E4A-83BD5DAD2EFA}" destId="{A79947FB-3060-4D49-B564-F113006A8AA6}" srcOrd="2" destOrd="0" presId="urn:microsoft.com/office/officeart/2018/2/layout/IconVerticalSolidList"/>
    <dgm:cxn modelId="{F43B9DAB-44C9-406E-8234-94E50AFF4C6D}" type="presParOf" srcId="{A79947FB-3060-4D49-B564-F113006A8AA6}" destId="{59CF0A4E-1E4E-4213-A085-60251B78EAE1}" srcOrd="0" destOrd="0" presId="urn:microsoft.com/office/officeart/2018/2/layout/IconVerticalSolidList"/>
    <dgm:cxn modelId="{C1053EF5-1B0D-40A9-A406-0A586F3414B8}" type="presParOf" srcId="{A79947FB-3060-4D49-B564-F113006A8AA6}" destId="{0D7B9D2F-F769-44EE-B2D2-D310552EAEF7}" srcOrd="1" destOrd="0" presId="urn:microsoft.com/office/officeart/2018/2/layout/IconVerticalSolidList"/>
    <dgm:cxn modelId="{74F4570A-1A20-476F-AF2B-EBA466938791}" type="presParOf" srcId="{A79947FB-3060-4D49-B564-F113006A8AA6}" destId="{73E2C14D-AE21-4A33-B3B8-A8333E71D2A0}" srcOrd="2" destOrd="0" presId="urn:microsoft.com/office/officeart/2018/2/layout/IconVerticalSolidList"/>
    <dgm:cxn modelId="{5A35DCA4-5BD2-4752-AA6E-CFF8F7FAC1A7}" type="presParOf" srcId="{A79947FB-3060-4D49-B564-F113006A8AA6}" destId="{CBB502AC-6920-47F2-A861-A81496BC6CDC}" srcOrd="3" destOrd="0" presId="urn:microsoft.com/office/officeart/2018/2/layout/IconVerticalSolidList"/>
    <dgm:cxn modelId="{6C58E909-308C-4532-87D1-95269D1870FF}" type="presParOf" srcId="{BBBBEE83-AE7A-4309-9E4A-83BD5DAD2EFA}" destId="{295D2F6F-C11A-4B44-88C0-5721FBABC7DB}" srcOrd="3" destOrd="0" presId="urn:microsoft.com/office/officeart/2018/2/layout/IconVerticalSolidList"/>
    <dgm:cxn modelId="{A14CC230-1079-44A1-AAE6-75133969A167}" type="presParOf" srcId="{BBBBEE83-AE7A-4309-9E4A-83BD5DAD2EFA}" destId="{B7C4AE85-7B67-463F-A3A5-9F13B40BEF74}" srcOrd="4" destOrd="0" presId="urn:microsoft.com/office/officeart/2018/2/layout/IconVerticalSolidList"/>
    <dgm:cxn modelId="{FE3AEFF3-563B-4C29-9041-B572C6717F8B}" type="presParOf" srcId="{B7C4AE85-7B67-463F-A3A5-9F13B40BEF74}" destId="{3E8B38CF-E055-4D79-B227-35CD1B190256}" srcOrd="0" destOrd="0" presId="urn:microsoft.com/office/officeart/2018/2/layout/IconVerticalSolidList"/>
    <dgm:cxn modelId="{B8645CA3-8DAA-4DF5-B179-5D2963D09587}" type="presParOf" srcId="{B7C4AE85-7B67-463F-A3A5-9F13B40BEF74}" destId="{DB4EBBA7-137B-4481-8251-FBDB8999EBCF}" srcOrd="1" destOrd="0" presId="urn:microsoft.com/office/officeart/2018/2/layout/IconVerticalSolidList"/>
    <dgm:cxn modelId="{0F8C70F2-C6FB-4744-908D-C19915241761}" type="presParOf" srcId="{B7C4AE85-7B67-463F-A3A5-9F13B40BEF74}" destId="{844D538D-4B19-4135-ADE3-04D280CA3C27}" srcOrd="2" destOrd="0" presId="urn:microsoft.com/office/officeart/2018/2/layout/IconVerticalSolidList"/>
    <dgm:cxn modelId="{BE38CAD2-ACB0-40DA-99BC-387C6256D34B}" type="presParOf" srcId="{B7C4AE85-7B67-463F-A3A5-9F13B40BEF74}" destId="{54503760-DE82-428F-8D69-F09DB83F8E6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A8AB6F6-E193-4519-B2F3-F3485285489F}"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2740020E-2123-4E6F-81D3-807A3A249DB8}">
      <dgm:prSet/>
      <dgm:spPr/>
      <dgm:t>
        <a:bodyPr/>
        <a:lstStyle/>
        <a:p>
          <a:r>
            <a:rPr lang="en-US" dirty="0"/>
            <a:t>So, there is a need to synchronize the action of multiple threads and make sure that only one thread can access the resource at a given point in time. This is implemented using a concept called </a:t>
          </a:r>
          <a:r>
            <a:rPr lang="en-US" b="1" dirty="0"/>
            <a:t>monitors</a:t>
          </a:r>
          <a:r>
            <a:rPr lang="en-US" dirty="0"/>
            <a:t>. </a:t>
          </a:r>
        </a:p>
      </dgm:t>
    </dgm:pt>
    <dgm:pt modelId="{AA996893-44B8-4252-98F0-0CC00FD46AE3}" type="parTrans" cxnId="{22B3D6FB-204B-4822-B069-64B6E4DA7002}">
      <dgm:prSet/>
      <dgm:spPr/>
      <dgm:t>
        <a:bodyPr/>
        <a:lstStyle/>
        <a:p>
          <a:endParaRPr lang="en-US"/>
        </a:p>
      </dgm:t>
    </dgm:pt>
    <dgm:pt modelId="{792D8CBE-DB1E-4EEB-9227-8034C7A8D5EA}" type="sibTrans" cxnId="{22B3D6FB-204B-4822-B069-64B6E4DA7002}">
      <dgm:prSet/>
      <dgm:spPr/>
      <dgm:t>
        <a:bodyPr/>
        <a:lstStyle/>
        <a:p>
          <a:endParaRPr lang="en-US"/>
        </a:p>
      </dgm:t>
    </dgm:pt>
    <dgm:pt modelId="{BEE01878-394A-4333-9732-697C7AA1A1FA}">
      <dgm:prSet/>
      <dgm:spPr/>
      <dgm:t>
        <a:bodyPr/>
        <a:lstStyle/>
        <a:p>
          <a:r>
            <a:rPr lang="en-US"/>
            <a:t>Each object in Java is associated with a monitor, which a thread can lock or unlock. Only one thread at a time may hold a lock on a monitor.</a:t>
          </a:r>
        </a:p>
      </dgm:t>
    </dgm:pt>
    <dgm:pt modelId="{C5EF9807-BC68-441A-8348-6138C185B420}" type="parTrans" cxnId="{160FBCC5-FA3F-4EA8-B9D3-0013D3E95D7D}">
      <dgm:prSet/>
      <dgm:spPr/>
      <dgm:t>
        <a:bodyPr/>
        <a:lstStyle/>
        <a:p>
          <a:endParaRPr lang="en-US"/>
        </a:p>
      </dgm:t>
    </dgm:pt>
    <dgm:pt modelId="{BFEDCA75-7681-4963-A565-4E7855C16600}" type="sibTrans" cxnId="{160FBCC5-FA3F-4EA8-B9D3-0013D3E95D7D}">
      <dgm:prSet/>
      <dgm:spPr/>
      <dgm:t>
        <a:bodyPr/>
        <a:lstStyle/>
        <a:p>
          <a:endParaRPr lang="en-US"/>
        </a:p>
      </dgm:t>
    </dgm:pt>
    <dgm:pt modelId="{3714DF79-CD67-4316-954D-CBDFC2BBC167}" type="pres">
      <dgm:prSet presAssocID="{3A8AB6F6-E193-4519-B2F3-F3485285489F}" presName="root" presStyleCnt="0">
        <dgm:presLayoutVars>
          <dgm:dir/>
          <dgm:resizeHandles val="exact"/>
        </dgm:presLayoutVars>
      </dgm:prSet>
      <dgm:spPr/>
    </dgm:pt>
    <dgm:pt modelId="{64DE7E48-F4AF-4B66-9844-6DDD0A6D45AD}" type="pres">
      <dgm:prSet presAssocID="{2740020E-2123-4E6F-81D3-807A3A249DB8}" presName="compNode" presStyleCnt="0"/>
      <dgm:spPr/>
    </dgm:pt>
    <dgm:pt modelId="{1422D9BA-F7BD-4109-90E2-FA8665AF5BC7}" type="pres">
      <dgm:prSet presAssocID="{2740020E-2123-4E6F-81D3-807A3A249DB8}" presName="bgRect" presStyleLbl="bgShp" presStyleIdx="0" presStyleCnt="2"/>
      <dgm:spPr/>
    </dgm:pt>
    <dgm:pt modelId="{A8A61E51-61B1-472C-BA26-1006B9541EA7}" type="pres">
      <dgm:prSet presAssocID="{2740020E-2123-4E6F-81D3-807A3A249DB8}"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lowchart"/>
        </a:ext>
      </dgm:extLst>
    </dgm:pt>
    <dgm:pt modelId="{DE767DC7-DCDD-426A-BA46-E7F0369C74D0}" type="pres">
      <dgm:prSet presAssocID="{2740020E-2123-4E6F-81D3-807A3A249DB8}" presName="spaceRect" presStyleCnt="0"/>
      <dgm:spPr/>
    </dgm:pt>
    <dgm:pt modelId="{D6B967FA-24DA-4F4D-ACFE-E2D0E9A0541E}" type="pres">
      <dgm:prSet presAssocID="{2740020E-2123-4E6F-81D3-807A3A249DB8}" presName="parTx" presStyleLbl="revTx" presStyleIdx="0" presStyleCnt="2">
        <dgm:presLayoutVars>
          <dgm:chMax val="0"/>
          <dgm:chPref val="0"/>
        </dgm:presLayoutVars>
      </dgm:prSet>
      <dgm:spPr/>
    </dgm:pt>
    <dgm:pt modelId="{C104A599-3289-4C3A-A07B-BEF3C4B60BE2}" type="pres">
      <dgm:prSet presAssocID="{792D8CBE-DB1E-4EEB-9227-8034C7A8D5EA}" presName="sibTrans" presStyleCnt="0"/>
      <dgm:spPr/>
    </dgm:pt>
    <dgm:pt modelId="{DCF1E05C-EE55-4327-839A-A44CC7AD1C54}" type="pres">
      <dgm:prSet presAssocID="{BEE01878-394A-4333-9732-697C7AA1A1FA}" presName="compNode" presStyleCnt="0"/>
      <dgm:spPr/>
    </dgm:pt>
    <dgm:pt modelId="{C89A3FEF-1118-4891-A4EF-2431945CABE0}" type="pres">
      <dgm:prSet presAssocID="{BEE01878-394A-4333-9732-697C7AA1A1FA}" presName="bgRect" presStyleLbl="bgShp" presStyleIdx="1" presStyleCnt="2"/>
      <dgm:spPr/>
    </dgm:pt>
    <dgm:pt modelId="{B5F8F31B-B832-47CE-9C23-03B2502A5539}" type="pres">
      <dgm:prSet presAssocID="{BEE01878-394A-4333-9732-697C7AA1A1F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nlock"/>
        </a:ext>
      </dgm:extLst>
    </dgm:pt>
    <dgm:pt modelId="{E2D91747-E1DC-4B8E-BD4B-84032B6BB5D2}" type="pres">
      <dgm:prSet presAssocID="{BEE01878-394A-4333-9732-697C7AA1A1FA}" presName="spaceRect" presStyleCnt="0"/>
      <dgm:spPr/>
    </dgm:pt>
    <dgm:pt modelId="{64449676-9C6F-4E9C-9055-5579906CABC4}" type="pres">
      <dgm:prSet presAssocID="{BEE01878-394A-4333-9732-697C7AA1A1FA}" presName="parTx" presStyleLbl="revTx" presStyleIdx="1" presStyleCnt="2">
        <dgm:presLayoutVars>
          <dgm:chMax val="0"/>
          <dgm:chPref val="0"/>
        </dgm:presLayoutVars>
      </dgm:prSet>
      <dgm:spPr/>
    </dgm:pt>
  </dgm:ptLst>
  <dgm:cxnLst>
    <dgm:cxn modelId="{4146211A-D951-46AC-AC47-CC9443FD3143}" type="presOf" srcId="{BEE01878-394A-4333-9732-697C7AA1A1FA}" destId="{64449676-9C6F-4E9C-9055-5579906CABC4}" srcOrd="0" destOrd="0" presId="urn:microsoft.com/office/officeart/2018/2/layout/IconVerticalSolidList"/>
    <dgm:cxn modelId="{817416B6-76B7-4BB0-B8C4-C77D531C2321}" type="presOf" srcId="{2740020E-2123-4E6F-81D3-807A3A249DB8}" destId="{D6B967FA-24DA-4F4D-ACFE-E2D0E9A0541E}" srcOrd="0" destOrd="0" presId="urn:microsoft.com/office/officeart/2018/2/layout/IconVerticalSolidList"/>
    <dgm:cxn modelId="{160FBCC5-FA3F-4EA8-B9D3-0013D3E95D7D}" srcId="{3A8AB6F6-E193-4519-B2F3-F3485285489F}" destId="{BEE01878-394A-4333-9732-697C7AA1A1FA}" srcOrd="1" destOrd="0" parTransId="{C5EF9807-BC68-441A-8348-6138C185B420}" sibTransId="{BFEDCA75-7681-4963-A565-4E7855C16600}"/>
    <dgm:cxn modelId="{E27D6FD0-4355-45B6-89F2-BF2041F4C840}" type="presOf" srcId="{3A8AB6F6-E193-4519-B2F3-F3485285489F}" destId="{3714DF79-CD67-4316-954D-CBDFC2BBC167}" srcOrd="0" destOrd="0" presId="urn:microsoft.com/office/officeart/2018/2/layout/IconVerticalSolidList"/>
    <dgm:cxn modelId="{22B3D6FB-204B-4822-B069-64B6E4DA7002}" srcId="{3A8AB6F6-E193-4519-B2F3-F3485285489F}" destId="{2740020E-2123-4E6F-81D3-807A3A249DB8}" srcOrd="0" destOrd="0" parTransId="{AA996893-44B8-4252-98F0-0CC00FD46AE3}" sibTransId="{792D8CBE-DB1E-4EEB-9227-8034C7A8D5EA}"/>
    <dgm:cxn modelId="{1B8AEFC5-7098-462F-9992-2937172939C6}" type="presParOf" srcId="{3714DF79-CD67-4316-954D-CBDFC2BBC167}" destId="{64DE7E48-F4AF-4B66-9844-6DDD0A6D45AD}" srcOrd="0" destOrd="0" presId="urn:microsoft.com/office/officeart/2018/2/layout/IconVerticalSolidList"/>
    <dgm:cxn modelId="{4AD6EBEC-4FEF-40BB-B29D-EB7D4481DE33}" type="presParOf" srcId="{64DE7E48-F4AF-4B66-9844-6DDD0A6D45AD}" destId="{1422D9BA-F7BD-4109-90E2-FA8665AF5BC7}" srcOrd="0" destOrd="0" presId="urn:microsoft.com/office/officeart/2018/2/layout/IconVerticalSolidList"/>
    <dgm:cxn modelId="{9CE89CB8-A913-4EA2-907C-E6C51CB1CE80}" type="presParOf" srcId="{64DE7E48-F4AF-4B66-9844-6DDD0A6D45AD}" destId="{A8A61E51-61B1-472C-BA26-1006B9541EA7}" srcOrd="1" destOrd="0" presId="urn:microsoft.com/office/officeart/2018/2/layout/IconVerticalSolidList"/>
    <dgm:cxn modelId="{F5185F70-9EDD-40B1-98F9-50BD62B31BF4}" type="presParOf" srcId="{64DE7E48-F4AF-4B66-9844-6DDD0A6D45AD}" destId="{DE767DC7-DCDD-426A-BA46-E7F0369C74D0}" srcOrd="2" destOrd="0" presId="urn:microsoft.com/office/officeart/2018/2/layout/IconVerticalSolidList"/>
    <dgm:cxn modelId="{E3E45DF1-B718-4FD1-A717-EB74D132C011}" type="presParOf" srcId="{64DE7E48-F4AF-4B66-9844-6DDD0A6D45AD}" destId="{D6B967FA-24DA-4F4D-ACFE-E2D0E9A0541E}" srcOrd="3" destOrd="0" presId="urn:microsoft.com/office/officeart/2018/2/layout/IconVerticalSolidList"/>
    <dgm:cxn modelId="{2515E240-54DF-42F7-8D95-99E466569274}" type="presParOf" srcId="{3714DF79-CD67-4316-954D-CBDFC2BBC167}" destId="{C104A599-3289-4C3A-A07B-BEF3C4B60BE2}" srcOrd="1" destOrd="0" presId="urn:microsoft.com/office/officeart/2018/2/layout/IconVerticalSolidList"/>
    <dgm:cxn modelId="{B6333A0A-0ECB-4210-A348-E6BC09413BB4}" type="presParOf" srcId="{3714DF79-CD67-4316-954D-CBDFC2BBC167}" destId="{DCF1E05C-EE55-4327-839A-A44CC7AD1C54}" srcOrd="2" destOrd="0" presId="urn:microsoft.com/office/officeart/2018/2/layout/IconVerticalSolidList"/>
    <dgm:cxn modelId="{F2043EA1-DA6D-4B5A-B2C2-C2CDF603D7B6}" type="presParOf" srcId="{DCF1E05C-EE55-4327-839A-A44CC7AD1C54}" destId="{C89A3FEF-1118-4891-A4EF-2431945CABE0}" srcOrd="0" destOrd="0" presId="urn:microsoft.com/office/officeart/2018/2/layout/IconVerticalSolidList"/>
    <dgm:cxn modelId="{EFB05319-AC83-4BC7-B4A8-C22CD89987CC}" type="presParOf" srcId="{DCF1E05C-EE55-4327-839A-A44CC7AD1C54}" destId="{B5F8F31B-B832-47CE-9C23-03B2502A5539}" srcOrd="1" destOrd="0" presId="urn:microsoft.com/office/officeart/2018/2/layout/IconVerticalSolidList"/>
    <dgm:cxn modelId="{9503A559-06AB-4465-950C-4FA9E5D32095}" type="presParOf" srcId="{DCF1E05C-EE55-4327-839A-A44CC7AD1C54}" destId="{E2D91747-E1DC-4B8E-BD4B-84032B6BB5D2}" srcOrd="2" destOrd="0" presId="urn:microsoft.com/office/officeart/2018/2/layout/IconVerticalSolidList"/>
    <dgm:cxn modelId="{3D027932-E248-41EA-957E-7E14A50FDCFC}" type="presParOf" srcId="{DCF1E05C-EE55-4327-839A-A44CC7AD1C54}" destId="{64449676-9C6F-4E9C-9055-5579906CABC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C304675-D20B-4ACC-8777-FF1908E4D890}"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853FF2F5-CFF3-4812-BDF9-189E2A970892}">
      <dgm:prSet/>
      <dgm:spPr/>
      <dgm:t>
        <a:bodyPr/>
        <a:lstStyle/>
        <a:p>
          <a:r>
            <a:rPr lang="en-US" b="1"/>
            <a:t>Modify the Thread in week 2 to create 4 threads. Using thread priority, give thread 4 the highest priority. Adjust the program to make Thread 4 exit first.</a:t>
          </a:r>
          <a:endParaRPr lang="en-US"/>
        </a:p>
      </dgm:t>
    </dgm:pt>
    <dgm:pt modelId="{DD5125AC-0CDD-4C16-9A04-4653AB50BB6D}" type="parTrans" cxnId="{B69CA955-3D91-444A-8673-D8A816C2962A}">
      <dgm:prSet/>
      <dgm:spPr/>
      <dgm:t>
        <a:bodyPr/>
        <a:lstStyle/>
        <a:p>
          <a:endParaRPr lang="en-US"/>
        </a:p>
      </dgm:t>
    </dgm:pt>
    <dgm:pt modelId="{12FFF04E-2E7A-4E3A-AFFD-741CE8D94A84}" type="sibTrans" cxnId="{B69CA955-3D91-444A-8673-D8A816C2962A}">
      <dgm:prSet/>
      <dgm:spPr/>
      <dgm:t>
        <a:bodyPr/>
        <a:lstStyle/>
        <a:p>
          <a:endParaRPr lang="en-US"/>
        </a:p>
      </dgm:t>
    </dgm:pt>
    <dgm:pt modelId="{081A4E46-951C-4219-A966-91BD91E13100}">
      <dgm:prSet/>
      <dgm:spPr/>
      <dgm:t>
        <a:bodyPr/>
        <a:lstStyle/>
        <a:p>
          <a:r>
            <a:rPr lang="en-US" b="1"/>
            <a:t>Week 2 – RunnableThread  </a:t>
          </a:r>
          <a:r>
            <a:rPr lang="en-US" b="1" u="sng"/>
            <a:t>OR</a:t>
          </a:r>
          <a:r>
            <a:rPr lang="en-US" b="1"/>
            <a:t> ThreadExtend</a:t>
          </a:r>
          <a:endParaRPr lang="en-US"/>
        </a:p>
      </dgm:t>
    </dgm:pt>
    <dgm:pt modelId="{5E31CC22-ADAB-4116-B461-D831E1BFFE54}" type="parTrans" cxnId="{7493601F-85D9-4A04-8AB5-F2A8595C0F7F}">
      <dgm:prSet/>
      <dgm:spPr/>
      <dgm:t>
        <a:bodyPr/>
        <a:lstStyle/>
        <a:p>
          <a:endParaRPr lang="en-US"/>
        </a:p>
      </dgm:t>
    </dgm:pt>
    <dgm:pt modelId="{08D5033F-006D-4B84-BCBC-63C7D5A9C340}" type="sibTrans" cxnId="{7493601F-85D9-4A04-8AB5-F2A8595C0F7F}">
      <dgm:prSet/>
      <dgm:spPr/>
      <dgm:t>
        <a:bodyPr/>
        <a:lstStyle/>
        <a:p>
          <a:endParaRPr lang="en-US"/>
        </a:p>
      </dgm:t>
    </dgm:pt>
    <dgm:pt modelId="{52ACCA12-E3CB-4D31-9D17-C1C864676BAF}" type="pres">
      <dgm:prSet presAssocID="{DC304675-D20B-4ACC-8777-FF1908E4D890}" presName="root" presStyleCnt="0">
        <dgm:presLayoutVars>
          <dgm:dir/>
          <dgm:resizeHandles val="exact"/>
        </dgm:presLayoutVars>
      </dgm:prSet>
      <dgm:spPr/>
    </dgm:pt>
    <dgm:pt modelId="{80ABBFA0-9B41-47DB-8245-910502B502C2}" type="pres">
      <dgm:prSet presAssocID="{853FF2F5-CFF3-4812-BDF9-189E2A970892}" presName="compNode" presStyleCnt="0"/>
      <dgm:spPr/>
    </dgm:pt>
    <dgm:pt modelId="{100D11DF-4DAC-4E9D-A60C-F693EE0A4AC7}" type="pres">
      <dgm:prSet presAssocID="{853FF2F5-CFF3-4812-BDF9-189E2A970892}" presName="bgRect" presStyleLbl="bgShp" presStyleIdx="0" presStyleCnt="2"/>
      <dgm:spPr/>
    </dgm:pt>
    <dgm:pt modelId="{D758B968-9164-4CA1-834E-43059FBFE155}" type="pres">
      <dgm:prSet presAssocID="{853FF2F5-CFF3-4812-BDF9-189E2A97089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ync"/>
        </a:ext>
      </dgm:extLst>
    </dgm:pt>
    <dgm:pt modelId="{1272C657-853B-48AE-97BD-87AC8C02F52C}" type="pres">
      <dgm:prSet presAssocID="{853FF2F5-CFF3-4812-BDF9-189E2A970892}" presName="spaceRect" presStyleCnt="0"/>
      <dgm:spPr/>
    </dgm:pt>
    <dgm:pt modelId="{81C08474-907B-42A0-BDE1-E7B96D9A3A62}" type="pres">
      <dgm:prSet presAssocID="{853FF2F5-CFF3-4812-BDF9-189E2A970892}" presName="parTx" presStyleLbl="revTx" presStyleIdx="0" presStyleCnt="2">
        <dgm:presLayoutVars>
          <dgm:chMax val="0"/>
          <dgm:chPref val="0"/>
        </dgm:presLayoutVars>
      </dgm:prSet>
      <dgm:spPr/>
    </dgm:pt>
    <dgm:pt modelId="{2BA52253-D86E-43B8-87C9-A173787C93A3}" type="pres">
      <dgm:prSet presAssocID="{12FFF04E-2E7A-4E3A-AFFD-741CE8D94A84}" presName="sibTrans" presStyleCnt="0"/>
      <dgm:spPr/>
    </dgm:pt>
    <dgm:pt modelId="{5A26A02E-61C7-495C-BE9D-27494F728053}" type="pres">
      <dgm:prSet presAssocID="{081A4E46-951C-4219-A966-91BD91E13100}" presName="compNode" presStyleCnt="0"/>
      <dgm:spPr/>
    </dgm:pt>
    <dgm:pt modelId="{626A11EC-9C9D-440E-9176-B9B16C3D7580}" type="pres">
      <dgm:prSet presAssocID="{081A4E46-951C-4219-A966-91BD91E13100}" presName="bgRect" presStyleLbl="bgShp" presStyleIdx="1" presStyleCnt="2"/>
      <dgm:spPr/>
    </dgm:pt>
    <dgm:pt modelId="{B3255D7D-0025-49A8-A349-877C502467F9}" type="pres">
      <dgm:prSet presAssocID="{081A4E46-951C-4219-A966-91BD91E1310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alendar Week"/>
        </a:ext>
      </dgm:extLst>
    </dgm:pt>
    <dgm:pt modelId="{560E2D2E-4A59-4499-B0F8-245110B4E528}" type="pres">
      <dgm:prSet presAssocID="{081A4E46-951C-4219-A966-91BD91E13100}" presName="spaceRect" presStyleCnt="0"/>
      <dgm:spPr/>
    </dgm:pt>
    <dgm:pt modelId="{9D049628-F51A-4487-96D5-04B236A44EB7}" type="pres">
      <dgm:prSet presAssocID="{081A4E46-951C-4219-A966-91BD91E13100}" presName="parTx" presStyleLbl="revTx" presStyleIdx="1" presStyleCnt="2">
        <dgm:presLayoutVars>
          <dgm:chMax val="0"/>
          <dgm:chPref val="0"/>
        </dgm:presLayoutVars>
      </dgm:prSet>
      <dgm:spPr/>
    </dgm:pt>
  </dgm:ptLst>
  <dgm:cxnLst>
    <dgm:cxn modelId="{27E50E12-B13F-4521-A67C-46D7F69CD45E}" type="presOf" srcId="{081A4E46-951C-4219-A966-91BD91E13100}" destId="{9D049628-F51A-4487-96D5-04B236A44EB7}" srcOrd="0" destOrd="0" presId="urn:microsoft.com/office/officeart/2018/2/layout/IconVerticalSolidList"/>
    <dgm:cxn modelId="{7493601F-85D9-4A04-8AB5-F2A8595C0F7F}" srcId="{DC304675-D20B-4ACC-8777-FF1908E4D890}" destId="{081A4E46-951C-4219-A966-91BD91E13100}" srcOrd="1" destOrd="0" parTransId="{5E31CC22-ADAB-4116-B461-D831E1BFFE54}" sibTransId="{08D5033F-006D-4B84-BCBC-63C7D5A9C340}"/>
    <dgm:cxn modelId="{B69CA955-3D91-444A-8673-D8A816C2962A}" srcId="{DC304675-D20B-4ACC-8777-FF1908E4D890}" destId="{853FF2F5-CFF3-4812-BDF9-189E2A970892}" srcOrd="0" destOrd="0" parTransId="{DD5125AC-0CDD-4C16-9A04-4653AB50BB6D}" sibTransId="{12FFF04E-2E7A-4E3A-AFFD-741CE8D94A84}"/>
    <dgm:cxn modelId="{171AF4CF-4E7A-4ED0-BCE6-942A4CE446B0}" type="presOf" srcId="{DC304675-D20B-4ACC-8777-FF1908E4D890}" destId="{52ACCA12-E3CB-4D31-9D17-C1C864676BAF}" srcOrd="0" destOrd="0" presId="urn:microsoft.com/office/officeart/2018/2/layout/IconVerticalSolidList"/>
    <dgm:cxn modelId="{BA5E07EC-553B-4B42-AF21-9DCEE1362DAA}" type="presOf" srcId="{853FF2F5-CFF3-4812-BDF9-189E2A970892}" destId="{81C08474-907B-42A0-BDE1-E7B96D9A3A62}" srcOrd="0" destOrd="0" presId="urn:microsoft.com/office/officeart/2018/2/layout/IconVerticalSolidList"/>
    <dgm:cxn modelId="{DDC98DA7-F69E-4D5C-8AD3-D01F3C1627CA}" type="presParOf" srcId="{52ACCA12-E3CB-4D31-9D17-C1C864676BAF}" destId="{80ABBFA0-9B41-47DB-8245-910502B502C2}" srcOrd="0" destOrd="0" presId="urn:microsoft.com/office/officeart/2018/2/layout/IconVerticalSolidList"/>
    <dgm:cxn modelId="{5DCEDDA6-6C3B-4C35-B0D1-5E3D0372AEAC}" type="presParOf" srcId="{80ABBFA0-9B41-47DB-8245-910502B502C2}" destId="{100D11DF-4DAC-4E9D-A60C-F693EE0A4AC7}" srcOrd="0" destOrd="0" presId="urn:microsoft.com/office/officeart/2018/2/layout/IconVerticalSolidList"/>
    <dgm:cxn modelId="{C4CCCDB5-C268-4E4D-B703-50513355ABB6}" type="presParOf" srcId="{80ABBFA0-9B41-47DB-8245-910502B502C2}" destId="{D758B968-9164-4CA1-834E-43059FBFE155}" srcOrd="1" destOrd="0" presId="urn:microsoft.com/office/officeart/2018/2/layout/IconVerticalSolidList"/>
    <dgm:cxn modelId="{9179155A-7C5B-43AB-B4E7-BBE066C7E621}" type="presParOf" srcId="{80ABBFA0-9B41-47DB-8245-910502B502C2}" destId="{1272C657-853B-48AE-97BD-87AC8C02F52C}" srcOrd="2" destOrd="0" presId="urn:microsoft.com/office/officeart/2018/2/layout/IconVerticalSolidList"/>
    <dgm:cxn modelId="{C8A68E33-DCB5-4FCD-B9ED-1249FFD8CDD3}" type="presParOf" srcId="{80ABBFA0-9B41-47DB-8245-910502B502C2}" destId="{81C08474-907B-42A0-BDE1-E7B96D9A3A62}" srcOrd="3" destOrd="0" presId="urn:microsoft.com/office/officeart/2018/2/layout/IconVerticalSolidList"/>
    <dgm:cxn modelId="{B3C9F788-1C42-4930-9D04-298BBE059557}" type="presParOf" srcId="{52ACCA12-E3CB-4D31-9D17-C1C864676BAF}" destId="{2BA52253-D86E-43B8-87C9-A173787C93A3}" srcOrd="1" destOrd="0" presId="urn:microsoft.com/office/officeart/2018/2/layout/IconVerticalSolidList"/>
    <dgm:cxn modelId="{CF2A64D7-FE95-4029-817C-2D4594AD8645}" type="presParOf" srcId="{52ACCA12-E3CB-4D31-9D17-C1C864676BAF}" destId="{5A26A02E-61C7-495C-BE9D-27494F728053}" srcOrd="2" destOrd="0" presId="urn:microsoft.com/office/officeart/2018/2/layout/IconVerticalSolidList"/>
    <dgm:cxn modelId="{C67EB915-5EAF-4D96-9CF5-48924951DEF1}" type="presParOf" srcId="{5A26A02E-61C7-495C-BE9D-27494F728053}" destId="{626A11EC-9C9D-440E-9176-B9B16C3D7580}" srcOrd="0" destOrd="0" presId="urn:microsoft.com/office/officeart/2018/2/layout/IconVerticalSolidList"/>
    <dgm:cxn modelId="{DD062AC0-53FB-4E4E-B0EA-8B1E349589EF}" type="presParOf" srcId="{5A26A02E-61C7-495C-BE9D-27494F728053}" destId="{B3255D7D-0025-49A8-A349-877C502467F9}" srcOrd="1" destOrd="0" presId="urn:microsoft.com/office/officeart/2018/2/layout/IconVerticalSolidList"/>
    <dgm:cxn modelId="{7FB9CE0E-F9BD-4976-87FE-897AF15455A0}" type="presParOf" srcId="{5A26A02E-61C7-495C-BE9D-27494F728053}" destId="{560E2D2E-4A59-4499-B0F8-245110B4E528}" srcOrd="2" destOrd="0" presId="urn:microsoft.com/office/officeart/2018/2/layout/IconVerticalSolidList"/>
    <dgm:cxn modelId="{9673A64C-D25F-4585-976E-84C549FEDE47}" type="presParOf" srcId="{5A26A02E-61C7-495C-BE9D-27494F728053}" destId="{9D049628-F51A-4487-96D5-04B236A44EB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CAD015-83A0-46E7-A337-9F0F1DE27DB6}">
      <dsp:nvSpPr>
        <dsp:cNvPr id="0" name=""/>
        <dsp:cNvSpPr/>
      </dsp:nvSpPr>
      <dsp:spPr>
        <a:xfrm>
          <a:off x="535049" y="935481"/>
          <a:ext cx="1475437" cy="1475437"/>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F11BB3-C051-40BA-BF2A-20A7335588AB}">
      <dsp:nvSpPr>
        <dsp:cNvPr id="0" name=""/>
        <dsp:cNvSpPr/>
      </dsp:nvSpPr>
      <dsp:spPr>
        <a:xfrm>
          <a:off x="849487" y="1249918"/>
          <a:ext cx="846562" cy="8465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D5D74DE-254A-4FF1-BD4B-30B90FED4E81}">
      <dsp:nvSpPr>
        <dsp:cNvPr id="0" name=""/>
        <dsp:cNvSpPr/>
      </dsp:nvSpPr>
      <dsp:spPr>
        <a:xfrm>
          <a:off x="63393" y="2870481"/>
          <a:ext cx="241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90000"/>
            </a:lnSpc>
            <a:spcBef>
              <a:spcPct val="0"/>
            </a:spcBef>
            <a:spcAft>
              <a:spcPct val="35000"/>
            </a:spcAft>
            <a:buNone/>
            <a:defRPr cap="all"/>
          </a:pPr>
          <a:r>
            <a:rPr lang="en-US" sz="2700" kern="1200"/>
            <a:t>Round robin</a:t>
          </a:r>
        </a:p>
      </dsp:txBody>
      <dsp:txXfrm>
        <a:off x="63393" y="2870481"/>
        <a:ext cx="2418750" cy="720000"/>
      </dsp:txXfrm>
    </dsp:sp>
    <dsp:sp modelId="{637A3B9A-C22E-4AC9-96FA-1E2AF7250145}">
      <dsp:nvSpPr>
        <dsp:cNvPr id="0" name=""/>
        <dsp:cNvSpPr/>
      </dsp:nvSpPr>
      <dsp:spPr>
        <a:xfrm>
          <a:off x="3377081" y="935481"/>
          <a:ext cx="1475437" cy="1475437"/>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24C5CB-F19B-4DB9-9F16-37E7E17A7D3B}">
      <dsp:nvSpPr>
        <dsp:cNvPr id="0" name=""/>
        <dsp:cNvSpPr/>
      </dsp:nvSpPr>
      <dsp:spPr>
        <a:xfrm>
          <a:off x="3691518" y="1249918"/>
          <a:ext cx="846562" cy="8465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3E04478-B19E-4C47-BC20-D6F4232A14D4}">
      <dsp:nvSpPr>
        <dsp:cNvPr id="0" name=""/>
        <dsp:cNvSpPr/>
      </dsp:nvSpPr>
      <dsp:spPr>
        <a:xfrm>
          <a:off x="2905425" y="2870481"/>
          <a:ext cx="241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90000"/>
            </a:lnSpc>
            <a:spcBef>
              <a:spcPct val="0"/>
            </a:spcBef>
            <a:spcAft>
              <a:spcPct val="35000"/>
            </a:spcAft>
            <a:buNone/>
            <a:defRPr cap="all"/>
          </a:pPr>
          <a:r>
            <a:rPr lang="en-US" sz="2700" kern="1200"/>
            <a:t>Scheduler</a:t>
          </a:r>
        </a:p>
      </dsp:txBody>
      <dsp:txXfrm>
        <a:off x="2905425" y="2870481"/>
        <a:ext cx="2418750" cy="720000"/>
      </dsp:txXfrm>
    </dsp:sp>
    <dsp:sp modelId="{D33B8631-3713-4BB5-9B72-B35AFEA29AFD}">
      <dsp:nvSpPr>
        <dsp:cNvPr id="0" name=""/>
        <dsp:cNvSpPr/>
      </dsp:nvSpPr>
      <dsp:spPr>
        <a:xfrm>
          <a:off x="6219112" y="935481"/>
          <a:ext cx="1475437" cy="1475437"/>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20A7B5-0233-4DDF-875D-F3F0AB08F953}">
      <dsp:nvSpPr>
        <dsp:cNvPr id="0" name=""/>
        <dsp:cNvSpPr/>
      </dsp:nvSpPr>
      <dsp:spPr>
        <a:xfrm>
          <a:off x="6533550" y="1249918"/>
          <a:ext cx="846562" cy="84656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56A9B88-7230-4567-89BE-6014F9623B96}">
      <dsp:nvSpPr>
        <dsp:cNvPr id="0" name=""/>
        <dsp:cNvSpPr/>
      </dsp:nvSpPr>
      <dsp:spPr>
        <a:xfrm>
          <a:off x="5747456" y="2870481"/>
          <a:ext cx="241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90000"/>
            </a:lnSpc>
            <a:spcBef>
              <a:spcPct val="0"/>
            </a:spcBef>
            <a:spcAft>
              <a:spcPct val="35000"/>
            </a:spcAft>
            <a:buNone/>
            <a:defRPr cap="all"/>
          </a:pPr>
          <a:r>
            <a:rPr lang="en-US" sz="2700" kern="1200"/>
            <a:t>Priority</a:t>
          </a:r>
        </a:p>
      </dsp:txBody>
      <dsp:txXfrm>
        <a:off x="5747456" y="2870481"/>
        <a:ext cx="241875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F58F33-766F-4A4B-806C-2644C8BF2C12}">
      <dsp:nvSpPr>
        <dsp:cNvPr id="0" name=""/>
        <dsp:cNvSpPr/>
      </dsp:nvSpPr>
      <dsp:spPr>
        <a:xfrm>
          <a:off x="1004" y="957340"/>
          <a:ext cx="3526110" cy="2239080"/>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623CDAD2-1C10-418E-B7BF-EA45AB7C9C4C}">
      <dsp:nvSpPr>
        <dsp:cNvPr id="0" name=""/>
        <dsp:cNvSpPr/>
      </dsp:nvSpPr>
      <dsp:spPr>
        <a:xfrm>
          <a:off x="392794" y="1329541"/>
          <a:ext cx="3526110" cy="2239080"/>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A small unit of time also known as time slice or quantum is set/defined . The ready queue works like circular queue.</a:t>
          </a:r>
        </a:p>
      </dsp:txBody>
      <dsp:txXfrm>
        <a:off x="458374" y="1395121"/>
        <a:ext cx="3394950" cy="2107920"/>
      </dsp:txXfrm>
    </dsp:sp>
    <dsp:sp modelId="{82E5F4A0-6538-4F24-A84D-7FC9A339401B}">
      <dsp:nvSpPr>
        <dsp:cNvPr id="0" name=""/>
        <dsp:cNvSpPr/>
      </dsp:nvSpPr>
      <dsp:spPr>
        <a:xfrm>
          <a:off x="4310695" y="957340"/>
          <a:ext cx="3526110" cy="2239080"/>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218CF30B-A4F4-4647-B5B1-545D1121AF21}">
      <dsp:nvSpPr>
        <dsp:cNvPr id="0" name=""/>
        <dsp:cNvSpPr/>
      </dsp:nvSpPr>
      <dsp:spPr>
        <a:xfrm>
          <a:off x="4702485" y="1329541"/>
          <a:ext cx="3526110" cy="2239080"/>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All processes in this algorithm are kept in the circular queue also known as ready queue.</a:t>
          </a:r>
        </a:p>
      </dsp:txBody>
      <dsp:txXfrm>
        <a:off x="4768065" y="1395121"/>
        <a:ext cx="3394950" cy="210792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C46555-3C5E-4063-BF7A-3E00A5017D34}">
      <dsp:nvSpPr>
        <dsp:cNvPr id="0" name=""/>
        <dsp:cNvSpPr/>
      </dsp:nvSpPr>
      <dsp:spPr>
        <a:xfrm>
          <a:off x="0" y="552"/>
          <a:ext cx="82296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FEA4E5-C354-45AC-9E5B-E0A691F3BB94}">
      <dsp:nvSpPr>
        <dsp:cNvPr id="0" name=""/>
        <dsp:cNvSpPr/>
      </dsp:nvSpPr>
      <dsp:spPr>
        <a:xfrm>
          <a:off x="391076" y="291436"/>
          <a:ext cx="711048" cy="71104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BA557EF-3DE7-438D-9018-A7592265D697}">
      <dsp:nvSpPr>
        <dsp:cNvPr id="0" name=""/>
        <dsp:cNvSpPr/>
      </dsp:nvSpPr>
      <dsp:spPr>
        <a:xfrm>
          <a:off x="1493202" y="552"/>
          <a:ext cx="6736397"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90000"/>
            </a:lnSpc>
            <a:spcBef>
              <a:spcPct val="0"/>
            </a:spcBef>
            <a:spcAft>
              <a:spcPct val="35000"/>
            </a:spcAft>
            <a:buNone/>
          </a:pPr>
          <a:r>
            <a:rPr lang="en-US" sz="2500" kern="1200"/>
            <a:t>New processes placed ahead of queue</a:t>
          </a:r>
        </a:p>
      </dsp:txBody>
      <dsp:txXfrm>
        <a:off x="1493202" y="552"/>
        <a:ext cx="6736397" cy="1292816"/>
      </dsp:txXfrm>
    </dsp:sp>
    <dsp:sp modelId="{DA2477F4-207A-4EAA-BFB4-752CC5C5D475}">
      <dsp:nvSpPr>
        <dsp:cNvPr id="0" name=""/>
        <dsp:cNvSpPr/>
      </dsp:nvSpPr>
      <dsp:spPr>
        <a:xfrm>
          <a:off x="0" y="1616572"/>
          <a:ext cx="82296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59613C-3D92-43BA-B7E4-A928AAA7514E}">
      <dsp:nvSpPr>
        <dsp:cNvPr id="0" name=""/>
        <dsp:cNvSpPr/>
      </dsp:nvSpPr>
      <dsp:spPr>
        <a:xfrm>
          <a:off x="391076" y="1907456"/>
          <a:ext cx="711048" cy="71104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798F779-8324-4312-83E4-72DB3AFCCDE2}">
      <dsp:nvSpPr>
        <dsp:cNvPr id="0" name=""/>
        <dsp:cNvSpPr/>
      </dsp:nvSpPr>
      <dsp:spPr>
        <a:xfrm>
          <a:off x="1493202" y="1616572"/>
          <a:ext cx="6736397"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90000"/>
            </a:lnSpc>
            <a:spcBef>
              <a:spcPct val="0"/>
            </a:spcBef>
            <a:spcAft>
              <a:spcPct val="35000"/>
            </a:spcAft>
            <a:buNone/>
          </a:pPr>
          <a:r>
            <a:rPr lang="en-US" sz="2500" kern="1200" dirty="0"/>
            <a:t>Improves response time for newly created processes</a:t>
          </a:r>
        </a:p>
      </dsp:txBody>
      <dsp:txXfrm>
        <a:off x="1493202" y="1616572"/>
        <a:ext cx="6736397" cy="1292816"/>
      </dsp:txXfrm>
    </dsp:sp>
    <dsp:sp modelId="{3279709D-6173-4E3A-8585-9D4B884391DE}">
      <dsp:nvSpPr>
        <dsp:cNvPr id="0" name=""/>
        <dsp:cNvSpPr/>
      </dsp:nvSpPr>
      <dsp:spPr>
        <a:xfrm>
          <a:off x="0" y="3232593"/>
          <a:ext cx="82296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2DB964D-4F63-4F4D-9ECC-4B13AD2F4F74}">
      <dsp:nvSpPr>
        <dsp:cNvPr id="0" name=""/>
        <dsp:cNvSpPr/>
      </dsp:nvSpPr>
      <dsp:spPr>
        <a:xfrm>
          <a:off x="391076" y="3523476"/>
          <a:ext cx="711048" cy="71104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410457D-87E9-4B29-91CB-73DF957DDA5E}">
      <dsp:nvSpPr>
        <dsp:cNvPr id="0" name=""/>
        <dsp:cNvSpPr/>
      </dsp:nvSpPr>
      <dsp:spPr>
        <a:xfrm>
          <a:off x="1493202" y="3232593"/>
          <a:ext cx="6736397"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90000"/>
            </a:lnSpc>
            <a:spcBef>
              <a:spcPct val="0"/>
            </a:spcBef>
            <a:spcAft>
              <a:spcPct val="35000"/>
            </a:spcAft>
            <a:buNone/>
          </a:pPr>
          <a:r>
            <a:rPr lang="en-US" sz="2500" kern="1200" dirty="0"/>
            <a:t>Problem?</a:t>
          </a:r>
        </a:p>
      </dsp:txBody>
      <dsp:txXfrm>
        <a:off x="1493202" y="3232593"/>
        <a:ext cx="6736397" cy="129281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7597FC-842B-4839-8DA8-C36A1B20A097}">
      <dsp:nvSpPr>
        <dsp:cNvPr id="0" name=""/>
        <dsp:cNvSpPr/>
      </dsp:nvSpPr>
      <dsp:spPr>
        <a:xfrm>
          <a:off x="0" y="552"/>
          <a:ext cx="82296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3D705E-C981-4B85-AFD8-431C4057722F}">
      <dsp:nvSpPr>
        <dsp:cNvPr id="0" name=""/>
        <dsp:cNvSpPr/>
      </dsp:nvSpPr>
      <dsp:spPr>
        <a:xfrm>
          <a:off x="391076" y="291436"/>
          <a:ext cx="711048" cy="71104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4B032EB-01DE-4535-85C4-EB4CC87EDED8}">
      <dsp:nvSpPr>
        <dsp:cNvPr id="0" name=""/>
        <dsp:cNvSpPr/>
      </dsp:nvSpPr>
      <dsp:spPr>
        <a:xfrm>
          <a:off x="1493202" y="552"/>
          <a:ext cx="6736397"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90000"/>
            </a:lnSpc>
            <a:spcBef>
              <a:spcPct val="0"/>
            </a:spcBef>
            <a:spcAft>
              <a:spcPct val="35000"/>
            </a:spcAft>
            <a:buNone/>
          </a:pPr>
          <a:r>
            <a:rPr lang="en-US" sz="2500" kern="1200"/>
            <a:t>A process is an executing instance of an application. </a:t>
          </a:r>
        </a:p>
      </dsp:txBody>
      <dsp:txXfrm>
        <a:off x="1493202" y="552"/>
        <a:ext cx="6736397" cy="1292816"/>
      </dsp:txXfrm>
    </dsp:sp>
    <dsp:sp modelId="{59CF0A4E-1E4E-4213-A085-60251B78EAE1}">
      <dsp:nvSpPr>
        <dsp:cNvPr id="0" name=""/>
        <dsp:cNvSpPr/>
      </dsp:nvSpPr>
      <dsp:spPr>
        <a:xfrm>
          <a:off x="0" y="1616572"/>
          <a:ext cx="82296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7B9D2F-F769-44EE-B2D2-D310552EAEF7}">
      <dsp:nvSpPr>
        <dsp:cNvPr id="0" name=""/>
        <dsp:cNvSpPr/>
      </dsp:nvSpPr>
      <dsp:spPr>
        <a:xfrm>
          <a:off x="391076" y="1907456"/>
          <a:ext cx="711048" cy="71104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BB502AC-6920-47F2-A861-A81496BC6CDC}">
      <dsp:nvSpPr>
        <dsp:cNvPr id="0" name=""/>
        <dsp:cNvSpPr/>
      </dsp:nvSpPr>
      <dsp:spPr>
        <a:xfrm>
          <a:off x="1493202" y="1616572"/>
          <a:ext cx="6736397"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90000"/>
            </a:lnSpc>
            <a:spcBef>
              <a:spcPct val="0"/>
            </a:spcBef>
            <a:spcAft>
              <a:spcPct val="35000"/>
            </a:spcAft>
            <a:buNone/>
          </a:pPr>
          <a:r>
            <a:rPr lang="en-US" sz="2500" kern="1200"/>
            <a:t>What does that mean? </a:t>
          </a:r>
        </a:p>
      </dsp:txBody>
      <dsp:txXfrm>
        <a:off x="1493202" y="1616572"/>
        <a:ext cx="6736397" cy="1292816"/>
      </dsp:txXfrm>
    </dsp:sp>
    <dsp:sp modelId="{3E8B38CF-E055-4D79-B227-35CD1B190256}">
      <dsp:nvSpPr>
        <dsp:cNvPr id="0" name=""/>
        <dsp:cNvSpPr/>
      </dsp:nvSpPr>
      <dsp:spPr>
        <a:xfrm>
          <a:off x="0" y="3232593"/>
          <a:ext cx="82296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4EBBA7-137B-4481-8251-FBDB8999EBCF}">
      <dsp:nvSpPr>
        <dsp:cNvPr id="0" name=""/>
        <dsp:cNvSpPr/>
      </dsp:nvSpPr>
      <dsp:spPr>
        <a:xfrm>
          <a:off x="391076" y="3523476"/>
          <a:ext cx="711048" cy="71104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4503760-DE82-428F-8D69-F09DB83F8E60}">
      <dsp:nvSpPr>
        <dsp:cNvPr id="0" name=""/>
        <dsp:cNvSpPr/>
      </dsp:nvSpPr>
      <dsp:spPr>
        <a:xfrm>
          <a:off x="1493202" y="3232593"/>
          <a:ext cx="6736397"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90000"/>
            </a:lnSpc>
            <a:spcBef>
              <a:spcPct val="0"/>
            </a:spcBef>
            <a:spcAft>
              <a:spcPct val="35000"/>
            </a:spcAft>
            <a:buNone/>
          </a:pPr>
          <a:r>
            <a:rPr lang="en-US" sz="2500" kern="1200"/>
            <a:t>For example, when you double-click the Microsoft Word icon, you start a process that runs MS Word. </a:t>
          </a:r>
        </a:p>
      </dsp:txBody>
      <dsp:txXfrm>
        <a:off x="1493202" y="3232593"/>
        <a:ext cx="6736397" cy="129281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22D9BA-F7BD-4109-90E2-FA8665AF5BC7}">
      <dsp:nvSpPr>
        <dsp:cNvPr id="0" name=""/>
        <dsp:cNvSpPr/>
      </dsp:nvSpPr>
      <dsp:spPr>
        <a:xfrm>
          <a:off x="0" y="735468"/>
          <a:ext cx="8229600" cy="135778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8A61E51-61B1-472C-BA26-1006B9541EA7}">
      <dsp:nvSpPr>
        <dsp:cNvPr id="0" name=""/>
        <dsp:cNvSpPr/>
      </dsp:nvSpPr>
      <dsp:spPr>
        <a:xfrm>
          <a:off x="410731" y="1040971"/>
          <a:ext cx="746783" cy="74678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6B967FA-24DA-4F4D-ACFE-E2D0E9A0541E}">
      <dsp:nvSpPr>
        <dsp:cNvPr id="0" name=""/>
        <dsp:cNvSpPr/>
      </dsp:nvSpPr>
      <dsp:spPr>
        <a:xfrm>
          <a:off x="1568245" y="735468"/>
          <a:ext cx="6661354"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889000">
            <a:lnSpc>
              <a:spcPct val="90000"/>
            </a:lnSpc>
            <a:spcBef>
              <a:spcPct val="0"/>
            </a:spcBef>
            <a:spcAft>
              <a:spcPct val="35000"/>
            </a:spcAft>
            <a:buNone/>
          </a:pPr>
          <a:r>
            <a:rPr lang="en-US" sz="2000" kern="1200" dirty="0"/>
            <a:t>So, there is a need to synchronize the action of multiple threads and make sure that only one thread can access the resource at a given point in time. This is implemented using a concept called </a:t>
          </a:r>
          <a:r>
            <a:rPr lang="en-US" sz="2000" b="1" kern="1200" dirty="0"/>
            <a:t>monitors</a:t>
          </a:r>
          <a:r>
            <a:rPr lang="en-US" sz="2000" kern="1200" dirty="0"/>
            <a:t>. </a:t>
          </a:r>
        </a:p>
      </dsp:txBody>
      <dsp:txXfrm>
        <a:off x="1568245" y="735468"/>
        <a:ext cx="6661354" cy="1357788"/>
      </dsp:txXfrm>
    </dsp:sp>
    <dsp:sp modelId="{C89A3FEF-1118-4891-A4EF-2431945CABE0}">
      <dsp:nvSpPr>
        <dsp:cNvPr id="0" name=""/>
        <dsp:cNvSpPr/>
      </dsp:nvSpPr>
      <dsp:spPr>
        <a:xfrm>
          <a:off x="0" y="2432704"/>
          <a:ext cx="8229600" cy="135778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F8F31B-B832-47CE-9C23-03B2502A5539}">
      <dsp:nvSpPr>
        <dsp:cNvPr id="0" name=""/>
        <dsp:cNvSpPr/>
      </dsp:nvSpPr>
      <dsp:spPr>
        <a:xfrm>
          <a:off x="410731" y="2738207"/>
          <a:ext cx="746783" cy="74678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4449676-9C6F-4E9C-9055-5579906CABC4}">
      <dsp:nvSpPr>
        <dsp:cNvPr id="0" name=""/>
        <dsp:cNvSpPr/>
      </dsp:nvSpPr>
      <dsp:spPr>
        <a:xfrm>
          <a:off x="1568245" y="2432704"/>
          <a:ext cx="6661354"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889000">
            <a:lnSpc>
              <a:spcPct val="90000"/>
            </a:lnSpc>
            <a:spcBef>
              <a:spcPct val="0"/>
            </a:spcBef>
            <a:spcAft>
              <a:spcPct val="35000"/>
            </a:spcAft>
            <a:buNone/>
          </a:pPr>
          <a:r>
            <a:rPr lang="en-US" sz="2000" kern="1200"/>
            <a:t>Each object in Java is associated with a monitor, which a thread can lock or unlock. Only one thread at a time may hold a lock on a monitor.</a:t>
          </a:r>
        </a:p>
      </dsp:txBody>
      <dsp:txXfrm>
        <a:off x="1568245" y="2432704"/>
        <a:ext cx="6661354" cy="135778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0D11DF-4DAC-4E9D-A60C-F693EE0A4AC7}">
      <dsp:nvSpPr>
        <dsp:cNvPr id="0" name=""/>
        <dsp:cNvSpPr/>
      </dsp:nvSpPr>
      <dsp:spPr>
        <a:xfrm>
          <a:off x="0" y="735468"/>
          <a:ext cx="8229600" cy="135778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58B968-9164-4CA1-834E-43059FBFE155}">
      <dsp:nvSpPr>
        <dsp:cNvPr id="0" name=""/>
        <dsp:cNvSpPr/>
      </dsp:nvSpPr>
      <dsp:spPr>
        <a:xfrm>
          <a:off x="410731" y="1040971"/>
          <a:ext cx="746783" cy="74678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1C08474-907B-42A0-BDE1-E7B96D9A3A62}">
      <dsp:nvSpPr>
        <dsp:cNvPr id="0" name=""/>
        <dsp:cNvSpPr/>
      </dsp:nvSpPr>
      <dsp:spPr>
        <a:xfrm>
          <a:off x="1568245" y="735468"/>
          <a:ext cx="6661354"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889000">
            <a:lnSpc>
              <a:spcPct val="90000"/>
            </a:lnSpc>
            <a:spcBef>
              <a:spcPct val="0"/>
            </a:spcBef>
            <a:spcAft>
              <a:spcPct val="35000"/>
            </a:spcAft>
            <a:buNone/>
          </a:pPr>
          <a:r>
            <a:rPr lang="en-US" sz="2000" b="1" kern="1200"/>
            <a:t>Modify the Thread in week 2 to create 4 threads. Using thread priority, give thread 4 the highest priority. Adjust the program to make Thread 4 exit first.</a:t>
          </a:r>
          <a:endParaRPr lang="en-US" sz="2000" kern="1200"/>
        </a:p>
      </dsp:txBody>
      <dsp:txXfrm>
        <a:off x="1568245" y="735468"/>
        <a:ext cx="6661354" cy="1357788"/>
      </dsp:txXfrm>
    </dsp:sp>
    <dsp:sp modelId="{626A11EC-9C9D-440E-9176-B9B16C3D7580}">
      <dsp:nvSpPr>
        <dsp:cNvPr id="0" name=""/>
        <dsp:cNvSpPr/>
      </dsp:nvSpPr>
      <dsp:spPr>
        <a:xfrm>
          <a:off x="0" y="2432704"/>
          <a:ext cx="8229600" cy="135778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3255D7D-0025-49A8-A349-877C502467F9}">
      <dsp:nvSpPr>
        <dsp:cNvPr id="0" name=""/>
        <dsp:cNvSpPr/>
      </dsp:nvSpPr>
      <dsp:spPr>
        <a:xfrm>
          <a:off x="410731" y="2738207"/>
          <a:ext cx="746783" cy="74678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D049628-F51A-4487-96D5-04B236A44EB7}">
      <dsp:nvSpPr>
        <dsp:cNvPr id="0" name=""/>
        <dsp:cNvSpPr/>
      </dsp:nvSpPr>
      <dsp:spPr>
        <a:xfrm>
          <a:off x="1568245" y="2432704"/>
          <a:ext cx="6661354"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889000">
            <a:lnSpc>
              <a:spcPct val="90000"/>
            </a:lnSpc>
            <a:spcBef>
              <a:spcPct val="0"/>
            </a:spcBef>
            <a:spcAft>
              <a:spcPct val="35000"/>
            </a:spcAft>
            <a:buNone/>
          </a:pPr>
          <a:r>
            <a:rPr lang="en-US" sz="2000" b="1" kern="1200"/>
            <a:t>Week 2 – RunnableThread  </a:t>
          </a:r>
          <a:r>
            <a:rPr lang="en-US" sz="2000" b="1" u="sng" kern="1200"/>
            <a:t>OR</a:t>
          </a:r>
          <a:r>
            <a:rPr lang="en-US" sz="2000" b="1" kern="1200"/>
            <a:t> ThreadExtend</a:t>
          </a:r>
          <a:endParaRPr lang="en-US" sz="2000" kern="1200"/>
        </a:p>
      </dsp:txBody>
      <dsp:txXfrm>
        <a:off x="1568245" y="2432704"/>
        <a:ext cx="6661354" cy="1357788"/>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4DAC38E3-5144-412F-83AC-38A5B9DE52C7}"/>
              </a:ext>
            </a:extLst>
          </p:cNvPr>
          <p:cNvSpPr>
            <a:spLocks noChangeArrowheads="1"/>
          </p:cNvSpPr>
          <p:nvPr/>
        </p:nvSpPr>
        <p:spPr bwMode="auto">
          <a:xfrm>
            <a:off x="67734" y="103053"/>
            <a:ext cx="7247466"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GB" altLang="en-US" sz="1400">
                <a:latin typeface="Calibri" panose="020F0502020204030204" pitchFamily="34" charset="0"/>
                <a:cs typeface="Calibri" panose="020F0502020204030204" pitchFamily="34" charset="0"/>
              </a:rPr>
              <a:t>Asia Pacific University of Technology and Innovation</a:t>
            </a:r>
          </a:p>
        </p:txBody>
      </p:sp>
      <p:sp>
        <p:nvSpPr>
          <p:cNvPr id="3075" name="Rectangle 3">
            <a:extLst>
              <a:ext uri="{FF2B5EF4-FFF2-40B4-BE49-F238E27FC236}">
                <a16:creationId xmlns:a16="http://schemas.microsoft.com/office/drawing/2014/main" id="{608D27AB-67B4-4693-A97B-2BDB09DB8D75}"/>
              </a:ext>
            </a:extLst>
          </p:cNvPr>
          <p:cNvSpPr>
            <a:spLocks noChangeArrowheads="1"/>
          </p:cNvSpPr>
          <p:nvPr/>
        </p:nvSpPr>
        <p:spPr bwMode="auto">
          <a:xfrm>
            <a:off x="6853127" y="9192936"/>
            <a:ext cx="394340" cy="305212"/>
          </a:xfrm>
          <a:prstGeom prst="rect">
            <a:avLst/>
          </a:prstGeom>
          <a:noFill/>
          <a:ln w="12700">
            <a:noFill/>
            <a:miter lim="800000"/>
            <a:headEnd/>
            <a:tailEnd/>
          </a:ln>
          <a:effectLst/>
        </p:spPr>
        <p:txBody>
          <a:bodyPr wrap="none" lIns="90488" tIns="44450" rIns="90488" bIns="4445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defRPr/>
            </a:pPr>
            <a:fld id="{A20BED86-76BB-4410-9008-061BF87713AB}" type="slidenum">
              <a:rPr lang="en-GB" altLang="en-US" sz="1400" smtClean="0">
                <a:latin typeface="Calibri" panose="020F0502020204030204" pitchFamily="34" charset="0"/>
                <a:cs typeface="Calibri" panose="020F0502020204030204" pitchFamily="34" charset="0"/>
              </a:rPr>
              <a:pPr algn="r">
                <a:defRPr/>
              </a:pPr>
              <a:t>‹#›</a:t>
            </a:fld>
            <a:endParaRPr lang="en-GB" altLang="en-US" sz="14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1999.5116" units="1/in"/>
          <inkml:channelProperty channel="T" name="resolution" value="1" units="1/dev"/>
        </inkml:channelProperties>
      </inkml:inkSource>
      <inkml:timestamp xml:id="ts0" timeString="2021-12-02T08:56:48.351"/>
    </inkml:context>
    <inkml:brush xml:id="br0">
      <inkml:brushProperty name="width" value="0.05292" units="cm"/>
      <inkml:brushProperty name="height" value="0.05292" units="cm"/>
      <inkml:brushProperty name="color" value="#FF0000"/>
    </inkml:brush>
  </inkml:definitions>
  <inkml:trace contextRef="#ctx0" brushRef="#br0">3474 13316 24 0,'0'0'433'0,"-6"0"-40"0,6 0-78 0,0 0-69 0,6-4-45 16,-6 4-25-16,0 0-11 0,0 0-7 0,0-3 0 0,0 3 3 15,7 0-5-15,-7 0-11 0,0-4-11 0,0 4-11 16,0 0-12-16,6 0-5 0,-6-3-7 0,0 3-8 0,0 0-10 16,0 0-12-16,7-5-1 0,-7 5 7 0,0 0-3 15,0 0-5-15,6 0-2 0,-6 0-1 0,0 0 1 0,7 0-3 16,-7 0-8-16,0 0-12 0,6-2 0 0,-6 2 0 0,6 0-6 15,-6-4-5-15,8 0-1 0,-2 0-4 0,-6 4 0 16,6-3-4-16,-6-1-7 0,7 0-3 0,-1 0-4 0,-6 4-4 16,7-2 1-16,-7-3 5 0,7 2-4 0,-7 3-1 15,6-4 2-15,0 4-5 0,-6 0 3 0,0-3 4 0,7 3 5 16,-7 0-4-16,0 0 1 0,7 0 1 0,-7 0-3 0,6 0 1 16,-6 3-4-16,6-3-3 0,-6 0-7 0,0 4 3 15,7-4 0-15,-7 3-3 0,7-3 3 0,-7 5 7 0,6-3 4 16,-6 2 1-16,0 0 0 0,7 0-1 0,-7 3 3 15,0-3 2-15,6 0-3 0,-6 3-3 0,0 0-5 0,0 0 2 16,0 1-2-16,0-1 1 0,0 1-3 0,-6-1 2 0,6 0-1 16,0 0-1-16,0 1 4 0,-7-1-3 0,7 5 3 15,0-6 3-15,-6 2 0 0,6 3-3 0,-7-5 3 16,7 6 2-16,-7-5-2 0,7 1-2 0,-6 2-3 0,6-3-1 16,-6 5-2-16,-1-5-1 0,7 1-1 0,-7-1-1 0,1 0-2 15,0 8 6-15,-1-8-2 0,0-3 0 0,7 4 6 16,-6-6 0-16,6 3-5 0,-7-2 6 0,7 1-2 15,-6-4 2-15,6 3-3 0,0-3-1 0,0 0-3 16,6 0 2-16,-6 0 9 0,0 0-5 0,0-3 3 0,7 3 3 16,-7-4 1-16,6 4 2 0,-6 0 1 0,7 0 3 0,0 0 4 15,-1 0 4-15,0 0 3 0,1 0-1 0,0 0 1 0,-1 0 2 16,7 4 3-16,-6-4-2 0,-1 0-11 0,7 3-2 16,-7-3-2-16,1 0-1 0,6 4-4 0,-7-4-5 0,2 0 0 15,-2-4-5-15,0 4-6 0,1 0-14 0,-1-3-15 0,1 3-19 16,-7 0-26-16,6-4-40 0,1 4-80 0,-7-3-95 15,6 3-86-15,0-7-90 0,2 3-129 0,4-4-94 0,-5 1-45 16,6-3 7-16,0 2 53 0</inkml:trace>
  <inkml:trace contextRef="#ctx0" brushRef="#br0" timeOffset="3337.97">8985 12250 94 0,'0'0'209'0,"0"-3"-29"0,0 3-29 0,0 0-22 15,0-4-18-15,0 0-15 0,0 0-10 0,0 4-8 0,0-2-4 16,0 2-1-16,0-5-2 0,0 5-1 0,0-3 0 16,0 3 4-16,0-4-2 0,0 4 3 0,0 0-5 0,0-3-5 15,0 3-4-15,9 0-3 0,-9-4-4 0,0 4-11 0,0 0-9 16,0-4-10-16,0 4-4 0,0 0-6 0,-9 0-5 16,9 0-8-16,0 0-18 0,0 0-25 0,0 0-31 0,0 0-47 15,0 0-64-15,0 0-95 0,0 0-101 0,0 0-54 16,0 0-19-16</inkml:trace>
  <inkml:trace contextRef="#ctx0" brushRef="#br0" timeOffset="4081.85">8980 13232 7 0,'0'-3'348'0,"0"3"-51"0,0-4-47 0,5 4-46 0,-5-3-33 16,0 3-25-16,0 0-14 0,0 0-7 0,0-4-3 0,9 4-4 15,-9 0 0-15,0 0 2 0,0 0 4 0,0 0 4 16,0 0 1-16,6 0 4 0,-6 0 2 0,0 0 7 0,0 0 0 15,5 0 1-15,-5 0-5 0,0 0-3 0,0 0 4 16,0 0-9-16,0 0-6 0,0 4-8 0,0-4-9 0,0 3-16 16,0-3-5-16,0 4-12 0,0-4-10 0,0 3-3 0,0 1-6 15,0-1 5-15,0 1 5 0,0 4 4 0,0-1-4 16,0 3-2-16,0 2-5 0,7 3-6 0,-7-5-2 0,0 5-11 16,0-1-10-16,0 2-6 0,0 2 1 0,0-4-5 0,-7 5-4 15,7-4-2-15,0 2-3 0,0-2-3 0,0-1-3 16,0 1-2-16,0-1-1 0,0 3 1 0,0-3 3 0,0-3-1 15,0 0-2-15,0-4 2 0,0 4-2 0,0-4 3 16,0-3-3-16,0 3 0 0,0-4-2 0,7-3 0 0,-7 0 0 16,0 4 0-16,0-4 0 0,0-4-1 0,0 4-9 0,0 0 3 15,0-3-6-15,0-1 0 0,0 1-12 0,0-4-5 16,-7-1-13-16,7-3-8 0,-5 3-16 0,5-2-33 0,-6-5-54 16,6 4-76-16,-9-3-76 0,9 2-85 0,-5-3-88 15,5 1-139-15,0-1-72 0,5 5-30 0,-5-1 25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6" name="Rectangle 4">
            <a:extLst>
              <a:ext uri="{FF2B5EF4-FFF2-40B4-BE49-F238E27FC236}">
                <a16:creationId xmlns:a16="http://schemas.microsoft.com/office/drawing/2014/main" id="{71953E81-BBEF-44F9-89AF-8D785172E06E}"/>
              </a:ext>
            </a:extLst>
          </p:cNvPr>
          <p:cNvSpPr>
            <a:spLocks noChangeArrowheads="1"/>
          </p:cNvSpPr>
          <p:nvPr/>
        </p:nvSpPr>
        <p:spPr bwMode="auto">
          <a:xfrm>
            <a:off x="67734" y="103053"/>
            <a:ext cx="7247466"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GB" altLang="en-US" sz="1400">
                <a:latin typeface="Calibri" panose="020F0502020204030204" pitchFamily="34" charset="0"/>
                <a:cs typeface="Calibri" panose="020F0502020204030204" pitchFamily="34" charset="0"/>
              </a:rPr>
              <a:t>Asia Pacific University of Technology and Innovation</a:t>
            </a:r>
          </a:p>
        </p:txBody>
      </p:sp>
      <p:sp>
        <p:nvSpPr>
          <p:cNvPr id="9" name="Slide Image Placeholder 8">
            <a:extLst>
              <a:ext uri="{FF2B5EF4-FFF2-40B4-BE49-F238E27FC236}">
                <a16:creationId xmlns:a16="http://schemas.microsoft.com/office/drawing/2014/main" id="{7839FB2E-0CEB-4E99-ABDC-42A6B27BD2DE}"/>
              </a:ext>
            </a:extLst>
          </p:cNvPr>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1440" tIns="45720" rIns="91440" bIns="45720" rtlCol="0" anchor="ctr"/>
          <a:lstStyle/>
          <a:p>
            <a:endParaRPr lang="en-US"/>
          </a:p>
        </p:txBody>
      </p:sp>
      <p:sp>
        <p:nvSpPr>
          <p:cNvPr id="10" name="Notes Placeholder 9">
            <a:extLst>
              <a:ext uri="{FF2B5EF4-FFF2-40B4-BE49-F238E27FC236}">
                <a16:creationId xmlns:a16="http://schemas.microsoft.com/office/drawing/2014/main" id="{4B6ACB56-54E0-4171-9443-B2E55073FB8A}"/>
              </a:ext>
            </a:extLst>
          </p:cNvPr>
          <p:cNvSpPr>
            <a:spLocks noGrp="1"/>
          </p:cNvSpPr>
          <p:nvPr>
            <p:ph type="body" sz="quarter" idx="3"/>
          </p:nvPr>
        </p:nvSpPr>
        <p:spPr>
          <a:xfrm>
            <a:off x="731520" y="4620549"/>
            <a:ext cx="5852160" cy="378030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10">
            <a:extLst>
              <a:ext uri="{FF2B5EF4-FFF2-40B4-BE49-F238E27FC236}">
                <a16:creationId xmlns:a16="http://schemas.microsoft.com/office/drawing/2014/main" id="{C1DBCDF8-B37C-47C2-B6B1-4B2635759598}"/>
              </a:ext>
            </a:extLst>
          </p:cNvPr>
          <p:cNvSpPr>
            <a:spLocks noGrp="1"/>
          </p:cNvSpPr>
          <p:nvPr>
            <p:ph type="sldNum" sz="quarter" idx="5"/>
          </p:nvPr>
        </p:nvSpPr>
        <p:spPr>
          <a:xfrm>
            <a:off x="4143588" y="9119503"/>
            <a:ext cx="3169920" cy="481697"/>
          </a:xfrm>
          <a:prstGeom prst="rect">
            <a:avLst/>
          </a:prstGeom>
        </p:spPr>
        <p:txBody>
          <a:bodyPr vert="horz" lIns="91440" tIns="45720" rIns="91440" bIns="45720" rtlCol="0" anchor="b"/>
          <a:lstStyle>
            <a:lvl1pPr algn="r">
              <a:defRPr sz="1200"/>
            </a:lvl1pPr>
          </a:lstStyle>
          <a:p>
            <a:fld id="{6630D94D-E1CF-4942-9670-7567F4F44871}"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1pPr>
    <a:lvl2pPr marL="4572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2pPr>
    <a:lvl3pPr marL="9144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3pPr>
    <a:lvl4pPr marL="13716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4pPr>
    <a:lvl5pPr marL="18288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F561C00D-4F0C-4F2B-8A7A-4AB604E1B93F}"/>
              </a:ext>
            </a:extLst>
          </p:cNvPr>
          <p:cNvSpPr>
            <a:spLocks noGrp="1" noRot="1" noChangeAspect="1" noChangeArrowheads="1" noTextEdit="1"/>
          </p:cNvSpPr>
          <p:nvPr>
            <p:ph type="sldImg"/>
          </p:nvPr>
        </p:nvSpPr>
        <p:spPr>
          <a:ln/>
        </p:spPr>
      </p:sp>
      <p:sp>
        <p:nvSpPr>
          <p:cNvPr id="15363" name="Rectangle 3">
            <a:extLst>
              <a:ext uri="{FF2B5EF4-FFF2-40B4-BE49-F238E27FC236}">
                <a16:creationId xmlns:a16="http://schemas.microsoft.com/office/drawing/2014/main" id="{2459E9D7-05D0-4739-A9B2-F457B2DE0290}"/>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a:extLst>
              <a:ext uri="{FF2B5EF4-FFF2-40B4-BE49-F238E27FC236}">
                <a16:creationId xmlns:a16="http://schemas.microsoft.com/office/drawing/2014/main" id="{4247C133-C3BF-4149-8B1E-6D5234E838B2}"/>
              </a:ext>
            </a:extLst>
          </p:cNvPr>
          <p:cNvSpPr>
            <a:spLocks noGrp="1" noRot="1" noChangeAspect="1" noChangeArrowheads="1" noTextEdit="1"/>
          </p:cNvSpPr>
          <p:nvPr>
            <p:ph type="sldImg"/>
          </p:nvPr>
        </p:nvSpPr>
        <p:spPr>
          <a:ln/>
        </p:spPr>
      </p:sp>
      <p:sp>
        <p:nvSpPr>
          <p:cNvPr id="18435" name="Notes Placeholder 2">
            <a:extLst>
              <a:ext uri="{FF2B5EF4-FFF2-40B4-BE49-F238E27FC236}">
                <a16:creationId xmlns:a16="http://schemas.microsoft.com/office/drawing/2014/main" id="{DA446084-2FF7-46FA-9586-6CB378B329D4}"/>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782039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6D0BC7D1-6E27-4BA7-8DE2-23E176F7B859}"/>
              </a:ext>
            </a:extLst>
          </p:cNvPr>
          <p:cNvSpPr>
            <a:spLocks noGrp="1" noRot="1" noChangeAspect="1" noChangeArrowheads="1" noTextEdit="1"/>
          </p:cNvSpPr>
          <p:nvPr>
            <p:ph type="sldImg"/>
          </p:nvPr>
        </p:nvSpPr>
        <p:spPr>
          <a:xfrm>
            <a:off x="919163" y="746125"/>
            <a:ext cx="4968875" cy="3727450"/>
          </a:xfrm>
          <a:ln/>
        </p:spPr>
      </p:sp>
      <p:sp>
        <p:nvSpPr>
          <p:cNvPr id="34819" name="Rectangle 3">
            <a:extLst>
              <a:ext uri="{FF2B5EF4-FFF2-40B4-BE49-F238E27FC236}">
                <a16:creationId xmlns:a16="http://schemas.microsoft.com/office/drawing/2014/main" id="{BAAC59DC-7FFD-475D-952A-A3083C933FA5}"/>
              </a:ext>
            </a:extLst>
          </p:cNvPr>
          <p:cNvSpPr>
            <a:spLocks noGrp="1" noChangeArrowheads="1"/>
          </p:cNvSpPr>
          <p:nvPr>
            <p:ph type="body" idx="1"/>
          </p:nvPr>
        </p:nvSpPr>
        <p:spPr>
          <a:xfrm>
            <a:off x="681038" y="4721225"/>
            <a:ext cx="5445125" cy="4471988"/>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C11FC3E6-5211-4E1B-BC7E-4C318184D40C}"/>
              </a:ext>
            </a:extLst>
          </p:cNvPr>
          <p:cNvSpPr>
            <a:spLocks noGrp="1" noRot="1" noChangeAspect="1" noChangeArrowheads="1" noTextEdit="1"/>
          </p:cNvSpPr>
          <p:nvPr>
            <p:ph type="sldImg"/>
          </p:nvPr>
        </p:nvSpPr>
        <p:spPr>
          <a:ln/>
        </p:spPr>
      </p:sp>
      <p:sp>
        <p:nvSpPr>
          <p:cNvPr id="37891" name="Notes Placeholder 2">
            <a:extLst>
              <a:ext uri="{FF2B5EF4-FFF2-40B4-BE49-F238E27FC236}">
                <a16:creationId xmlns:a16="http://schemas.microsoft.com/office/drawing/2014/main" id="{0F6314B3-462E-4945-BDA2-DEEB484303DC}"/>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C3EF1150-7569-4512-8B50-935896CDDD7A}"/>
              </a:ext>
            </a:extLst>
          </p:cNvPr>
          <p:cNvSpPr>
            <a:spLocks noGrp="1" noRot="1" noChangeAspect="1" noChangeArrowheads="1" noTextEdit="1"/>
          </p:cNvSpPr>
          <p:nvPr>
            <p:ph type="sldImg"/>
          </p:nvPr>
        </p:nvSpPr>
        <p:spPr>
          <a:xfrm>
            <a:off x="1079500" y="865188"/>
            <a:ext cx="4648200" cy="3487737"/>
          </a:xfrm>
          <a:ln/>
        </p:spPr>
      </p:sp>
      <p:sp>
        <p:nvSpPr>
          <p:cNvPr id="45059" name="Rectangle 3">
            <a:extLst>
              <a:ext uri="{FF2B5EF4-FFF2-40B4-BE49-F238E27FC236}">
                <a16:creationId xmlns:a16="http://schemas.microsoft.com/office/drawing/2014/main" id="{8CC34ED0-C075-4D42-ADEC-B79CEDC6D771}"/>
              </a:ext>
            </a:extLst>
          </p:cNvPr>
          <p:cNvSpPr>
            <a:spLocks noGrp="1" noChangeArrowheads="1"/>
          </p:cNvSpPr>
          <p:nvPr>
            <p:ph type="body" idx="1"/>
          </p:nvPr>
        </p:nvSpPr>
        <p:spPr>
          <a:xfrm>
            <a:off x="717550" y="4510088"/>
            <a:ext cx="5448300" cy="46831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5747436D-33B9-41D8-9944-B02F574E63C2}"/>
              </a:ext>
            </a:extLst>
          </p:cNvPr>
          <p:cNvSpPr>
            <a:spLocks noGrp="1" noRot="1" noChangeAspect="1" noChangeArrowheads="1" noTextEdit="1"/>
          </p:cNvSpPr>
          <p:nvPr>
            <p:ph type="sldImg"/>
          </p:nvPr>
        </p:nvSpPr>
        <p:spPr>
          <a:xfrm>
            <a:off x="919163" y="746125"/>
            <a:ext cx="4968875" cy="3727450"/>
          </a:xfrm>
          <a:ln/>
        </p:spPr>
      </p:sp>
      <p:sp>
        <p:nvSpPr>
          <p:cNvPr id="57347" name="Rectangle 3">
            <a:extLst>
              <a:ext uri="{FF2B5EF4-FFF2-40B4-BE49-F238E27FC236}">
                <a16:creationId xmlns:a16="http://schemas.microsoft.com/office/drawing/2014/main" id="{F172F89D-B72C-4B0B-B018-8B3F026FCAE9}"/>
              </a:ext>
            </a:extLst>
          </p:cNvPr>
          <p:cNvSpPr>
            <a:spLocks noGrp="1" noChangeArrowheads="1"/>
          </p:cNvSpPr>
          <p:nvPr>
            <p:ph type="body" idx="1"/>
          </p:nvPr>
        </p:nvSpPr>
        <p:spPr>
          <a:xfrm>
            <a:off x="681038" y="4721225"/>
            <a:ext cx="5445125" cy="4471988"/>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6E87F31-FA75-006F-00CD-B701AA25BEB8}"/>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r="5567" b="5568"/>
          <a:stretch/>
        </p:blipFill>
        <p:spPr>
          <a:xfrm flipH="1" flipV="1">
            <a:off x="-2" y="1"/>
            <a:ext cx="12191999" cy="6858000"/>
          </a:xfrm>
          <a:prstGeom prst="rect">
            <a:avLst/>
          </a:prstGeom>
        </p:spPr>
      </p:pic>
      <p:sp>
        <p:nvSpPr>
          <p:cNvPr id="87042" name="Rectangle 2"/>
          <p:cNvSpPr>
            <a:spLocks noGrp="1" noChangeArrowheads="1"/>
          </p:cNvSpPr>
          <p:nvPr>
            <p:ph type="ctrTitle"/>
          </p:nvPr>
        </p:nvSpPr>
        <p:spPr>
          <a:xfrm>
            <a:off x="2896608" y="2200276"/>
            <a:ext cx="9006416" cy="1470025"/>
          </a:xfrm>
        </p:spPr>
        <p:txBody>
          <a:bodyPr/>
          <a:lstStyle>
            <a:lvl1pPr algn="r">
              <a:defRPr>
                <a:solidFill>
                  <a:schemeClr val="accent5"/>
                </a:solidFill>
                <a:latin typeface="Montserrat" panose="00000500000000000000" pitchFamily="2" charset="0"/>
              </a:defRPr>
            </a:lvl1pPr>
          </a:lstStyle>
          <a:p>
            <a:r>
              <a:rPr lang="en-GB" dirty="0"/>
              <a:t>Click to edit Master title style</a:t>
            </a:r>
          </a:p>
        </p:txBody>
      </p:sp>
      <p:sp>
        <p:nvSpPr>
          <p:cNvPr id="87043" name="Rectangle 3"/>
          <p:cNvSpPr>
            <a:spLocks noGrp="1" noChangeArrowheads="1"/>
          </p:cNvSpPr>
          <p:nvPr>
            <p:ph type="subTitle" idx="1"/>
          </p:nvPr>
        </p:nvSpPr>
        <p:spPr>
          <a:xfrm>
            <a:off x="4970206" y="3879851"/>
            <a:ext cx="6913767" cy="1752600"/>
          </a:xfrm>
        </p:spPr>
        <p:txBody>
          <a:bodyPr/>
          <a:lstStyle>
            <a:lvl1pPr marL="0" indent="0" algn="r">
              <a:buFontTx/>
              <a:buNone/>
              <a:defRPr b="0">
                <a:solidFill>
                  <a:schemeClr val="bg1"/>
                </a:solidFill>
                <a:latin typeface="+mj-lt"/>
              </a:defRPr>
            </a:lvl1pPr>
          </a:lstStyle>
          <a:p>
            <a:r>
              <a:rPr lang="en-GB" dirty="0"/>
              <a:t>Click to edit Master subtitle style</a:t>
            </a:r>
          </a:p>
        </p:txBody>
      </p:sp>
      <p:pic>
        <p:nvPicPr>
          <p:cNvPr id="7" name="Picture 6" descr="Logo, company name&#10;&#10;Description automatically generated">
            <a:extLst>
              <a:ext uri="{FF2B5EF4-FFF2-40B4-BE49-F238E27FC236}">
                <a16:creationId xmlns:a16="http://schemas.microsoft.com/office/drawing/2014/main" id="{A01C7C8E-F6F3-0FA5-D100-E4D22106013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28910971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2_Section Header">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5900D48-6E21-4217-3CC3-BFF1E0D9186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r="5567" b="5568"/>
          <a:stretch/>
        </p:blipFill>
        <p:spPr>
          <a:xfrm flipH="1" flipV="1">
            <a:off x="-2" y="1"/>
            <a:ext cx="12191999" cy="6858000"/>
          </a:xfrm>
          <a:prstGeom prst="rect">
            <a:avLst/>
          </a:prstGeom>
        </p:spPr>
      </p:pic>
      <p:sp>
        <p:nvSpPr>
          <p:cNvPr id="2" name="Title 1"/>
          <p:cNvSpPr>
            <a:spLocks noGrp="1"/>
          </p:cNvSpPr>
          <p:nvPr>
            <p:ph type="title"/>
          </p:nvPr>
        </p:nvSpPr>
        <p:spPr>
          <a:xfrm>
            <a:off x="963084" y="4406901"/>
            <a:ext cx="10363200" cy="1362075"/>
          </a:xfrm>
        </p:spPr>
        <p:txBody>
          <a:bodyPr anchor="t"/>
          <a:lstStyle>
            <a:lvl1pPr algn="r">
              <a:defRPr sz="300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963084" y="2906713"/>
            <a:ext cx="10363200" cy="1500187"/>
          </a:xfrm>
        </p:spPr>
        <p:txBody>
          <a:bodyPr anchor="b"/>
          <a:lstStyle>
            <a:lvl1pPr marL="0" indent="0" algn="r">
              <a:buNone/>
              <a:defRPr sz="2500">
                <a:solidFill>
                  <a:schemeClr val="bg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3613987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4" name="Picture 3" descr="A picture containing outdoor object, honeycomb&#10;&#10;Description automatically generated">
            <a:extLst>
              <a:ext uri="{FF2B5EF4-FFF2-40B4-BE49-F238E27FC236}">
                <a16:creationId xmlns:a16="http://schemas.microsoft.com/office/drawing/2014/main" id="{E2BECE40-B9F8-5238-73EB-2221EFFF7056}"/>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rcRect b="14734"/>
          <a:stretch/>
        </p:blipFill>
        <p:spPr>
          <a:xfrm>
            <a:off x="0" y="-87085"/>
            <a:ext cx="12192000" cy="6618514"/>
          </a:xfrm>
          <a:prstGeom prst="rect">
            <a:avLst/>
          </a:prstGeom>
        </p:spPr>
      </p:pic>
      <p:sp>
        <p:nvSpPr>
          <p:cNvPr id="2" name="Title 1"/>
          <p:cNvSpPr>
            <a:spLocks noGrp="1"/>
          </p:cNvSpPr>
          <p:nvPr>
            <p:ph type="title"/>
          </p:nvPr>
        </p:nvSpPr>
        <p:spPr>
          <a:xfrm>
            <a:off x="556684" y="127002"/>
            <a:ext cx="9821030" cy="1362075"/>
          </a:xfrm>
        </p:spPr>
        <p:txBody>
          <a:bodyPr anchor="b"/>
          <a:lstStyle>
            <a:lvl1pPr algn="l">
              <a:defRPr sz="300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556684" y="1589575"/>
            <a:ext cx="9821030" cy="1500187"/>
          </a:xfrm>
        </p:spPr>
        <p:txBody>
          <a:bodyPr anchor="t"/>
          <a:lstStyle>
            <a:lvl1pPr marL="0" indent="0" algn="l">
              <a:buNone/>
              <a:defRPr sz="2000">
                <a:solidFill>
                  <a:schemeClr val="bg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3092959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Section Header">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08C35BC7-E310-108C-B8C4-672091E1D31D}"/>
              </a:ext>
            </a:extLst>
          </p:cNvPr>
          <p:cNvSpPr>
            <a:spLocks noGrp="1"/>
          </p:cNvSpPr>
          <p:nvPr>
            <p:ph type="pic" sz="quarter" idx="10"/>
          </p:nvPr>
        </p:nvSpPr>
        <p:spPr>
          <a:xfrm>
            <a:off x="0" y="1589575"/>
            <a:ext cx="12192000" cy="2824162"/>
          </a:xfrm>
          <a:solidFill>
            <a:schemeClr val="bg1">
              <a:lumMod val="95000"/>
            </a:schemeClr>
          </a:solidFill>
        </p:spPr>
        <p:txBody>
          <a:bodyPr/>
          <a:lstStyle>
            <a:lvl1pPr>
              <a:defRPr sz="2000"/>
            </a:lvl1pPr>
          </a:lstStyle>
          <a:p>
            <a:endParaRPr lang="en-MY" dirty="0"/>
          </a:p>
        </p:txBody>
      </p:sp>
      <p:sp>
        <p:nvSpPr>
          <p:cNvPr id="2" name="Title 1"/>
          <p:cNvSpPr>
            <a:spLocks noGrp="1"/>
          </p:cNvSpPr>
          <p:nvPr>
            <p:ph type="title"/>
          </p:nvPr>
        </p:nvSpPr>
        <p:spPr>
          <a:xfrm>
            <a:off x="556684" y="3685880"/>
            <a:ext cx="9821030" cy="1362075"/>
          </a:xfrm>
        </p:spPr>
        <p:txBody>
          <a:bodyPr anchor="b"/>
          <a:lstStyle>
            <a:lvl1pPr algn="l">
              <a:defRPr sz="3000" b="1" cap="all">
                <a:solidFill>
                  <a:schemeClr val="tx2"/>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556684" y="5148453"/>
            <a:ext cx="9821030" cy="1500187"/>
          </a:xfrm>
        </p:spPr>
        <p:txBody>
          <a:bodyPr anchor="t"/>
          <a:lstStyle>
            <a:lvl1pPr marL="0" indent="0" algn="l">
              <a:buNone/>
              <a:defRPr sz="2000">
                <a:solidFill>
                  <a:schemeClr val="tx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11601133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Section Header">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6684" y="3685880"/>
            <a:ext cx="9821030" cy="1362075"/>
          </a:xfrm>
        </p:spPr>
        <p:txBody>
          <a:bodyPr anchor="b"/>
          <a:lstStyle>
            <a:lvl1pPr algn="l">
              <a:defRPr sz="300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556684" y="5148453"/>
            <a:ext cx="9821030" cy="1500187"/>
          </a:xfrm>
        </p:spPr>
        <p:txBody>
          <a:bodyPr anchor="t"/>
          <a:lstStyle>
            <a:lvl1pPr marL="0" indent="0" algn="l">
              <a:buNone/>
              <a:defRPr sz="2000">
                <a:solidFill>
                  <a:schemeClr val="bg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
        <p:nvSpPr>
          <p:cNvPr id="4" name="Picture Placeholder 6">
            <a:extLst>
              <a:ext uri="{FF2B5EF4-FFF2-40B4-BE49-F238E27FC236}">
                <a16:creationId xmlns:a16="http://schemas.microsoft.com/office/drawing/2014/main" id="{782A26D2-4216-FF76-6392-C88F8808F07F}"/>
              </a:ext>
            </a:extLst>
          </p:cNvPr>
          <p:cNvSpPr>
            <a:spLocks noGrp="1"/>
          </p:cNvSpPr>
          <p:nvPr>
            <p:ph type="pic" sz="quarter" idx="10"/>
          </p:nvPr>
        </p:nvSpPr>
        <p:spPr>
          <a:xfrm>
            <a:off x="0" y="1589575"/>
            <a:ext cx="12192000" cy="2824162"/>
          </a:xfrm>
          <a:solidFill>
            <a:schemeClr val="bg1">
              <a:lumMod val="95000"/>
            </a:schemeClr>
          </a:solidFill>
        </p:spPr>
        <p:txBody>
          <a:bodyPr/>
          <a:lstStyle>
            <a:lvl1pPr>
              <a:defRPr sz="2000"/>
            </a:lvl1pPr>
          </a:lstStyle>
          <a:p>
            <a:endParaRPr lang="en-MY" dirty="0"/>
          </a:p>
        </p:txBody>
      </p:sp>
    </p:spTree>
    <p:extLst>
      <p:ext uri="{BB962C8B-B14F-4D97-AF65-F5344CB8AC3E}">
        <p14:creationId xmlns:p14="http://schemas.microsoft.com/office/powerpoint/2010/main" val="41322069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10B0135-B9A4-80F3-C5A0-025E6765426D}"/>
              </a:ext>
            </a:extLst>
          </p:cNvPr>
          <p:cNvSpPr>
            <a:spLocks noGrp="1"/>
          </p:cNvSpPr>
          <p:nvPr>
            <p:ph type="pic" sz="quarter" idx="10"/>
          </p:nvPr>
        </p:nvSpPr>
        <p:spPr>
          <a:xfrm>
            <a:off x="0" y="0"/>
            <a:ext cx="12192000" cy="6858000"/>
          </a:xfrm>
          <a:prstGeom prst="rect">
            <a:avLst/>
          </a:prstGeom>
          <a:solidFill>
            <a:schemeClr val="bg1">
              <a:lumMod val="95000"/>
            </a:schemeClr>
          </a:solidFill>
        </p:spPr>
        <p:txBody>
          <a:bodyPr/>
          <a:lstStyle>
            <a:lvl1pPr>
              <a:defRPr sz="2000"/>
            </a:lvl1pPr>
          </a:lstStyle>
          <a:p>
            <a:endParaRPr lang="en-US"/>
          </a:p>
        </p:txBody>
      </p:sp>
      <p:sp>
        <p:nvSpPr>
          <p:cNvPr id="2" name="Title 1"/>
          <p:cNvSpPr>
            <a:spLocks noGrp="1"/>
          </p:cNvSpPr>
          <p:nvPr>
            <p:ph type="title"/>
          </p:nvPr>
        </p:nvSpPr>
        <p:spPr>
          <a:xfrm>
            <a:off x="963084" y="4406901"/>
            <a:ext cx="10363200" cy="1362075"/>
          </a:xfrm>
        </p:spPr>
        <p:txBody>
          <a:bodyPr anchor="t"/>
          <a:lstStyle>
            <a:lvl1pPr algn="ctr">
              <a:defRPr sz="300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963084" y="2906713"/>
            <a:ext cx="10363200" cy="1500187"/>
          </a:xfrm>
        </p:spPr>
        <p:txBody>
          <a:bodyPr anchor="b"/>
          <a:lstStyle>
            <a:lvl1pPr marL="0" indent="0" algn="ctr">
              <a:buNone/>
              <a:defRPr sz="2500">
                <a:solidFill>
                  <a:schemeClr val="bg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1688213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Section Header">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10B0135-B9A4-80F3-C5A0-025E6765426D}"/>
              </a:ext>
            </a:extLst>
          </p:cNvPr>
          <p:cNvSpPr>
            <a:spLocks noGrp="1"/>
          </p:cNvSpPr>
          <p:nvPr>
            <p:ph type="pic" sz="quarter" idx="10"/>
          </p:nvPr>
        </p:nvSpPr>
        <p:spPr>
          <a:xfrm>
            <a:off x="0" y="0"/>
            <a:ext cx="12192000" cy="6858000"/>
          </a:xfrm>
          <a:prstGeom prst="rect">
            <a:avLst/>
          </a:prstGeom>
          <a:solidFill>
            <a:schemeClr val="bg1">
              <a:lumMod val="95000"/>
            </a:schemeClr>
          </a:solidFill>
        </p:spPr>
        <p:txBody>
          <a:bodyPr/>
          <a:lstStyle>
            <a:lvl1pPr>
              <a:defRPr sz="2000">
                <a:solidFill>
                  <a:schemeClr val="bg1"/>
                </a:solidFill>
              </a:defRPr>
            </a:lvl1pPr>
          </a:lstStyle>
          <a:p>
            <a:endParaRPr lang="en-US"/>
          </a:p>
        </p:txBody>
      </p:sp>
      <p:sp>
        <p:nvSpPr>
          <p:cNvPr id="5" name="Title 1">
            <a:extLst>
              <a:ext uri="{FF2B5EF4-FFF2-40B4-BE49-F238E27FC236}">
                <a16:creationId xmlns:a16="http://schemas.microsoft.com/office/drawing/2014/main" id="{2CF2E1CC-7F1D-6CF8-6A38-2EE36FC97117}"/>
              </a:ext>
            </a:extLst>
          </p:cNvPr>
          <p:cNvSpPr>
            <a:spLocks noGrp="1"/>
          </p:cNvSpPr>
          <p:nvPr>
            <p:ph type="title"/>
          </p:nvPr>
        </p:nvSpPr>
        <p:spPr>
          <a:xfrm>
            <a:off x="556684" y="127002"/>
            <a:ext cx="9349316" cy="1362075"/>
          </a:xfrm>
        </p:spPr>
        <p:txBody>
          <a:bodyPr anchor="b"/>
          <a:lstStyle>
            <a:lvl1pPr algn="l">
              <a:defRPr sz="3000" b="1" cap="all">
                <a:solidFill>
                  <a:schemeClr val="tx2"/>
                </a:solidFill>
              </a:defRPr>
            </a:lvl1pPr>
          </a:lstStyle>
          <a:p>
            <a:r>
              <a:rPr lang="en-US" dirty="0"/>
              <a:t>Click to edit Master title style</a:t>
            </a:r>
            <a:endParaRPr lang="en-GB" dirty="0"/>
          </a:p>
        </p:txBody>
      </p:sp>
      <p:sp>
        <p:nvSpPr>
          <p:cNvPr id="6" name="Text Placeholder 2">
            <a:extLst>
              <a:ext uri="{FF2B5EF4-FFF2-40B4-BE49-F238E27FC236}">
                <a16:creationId xmlns:a16="http://schemas.microsoft.com/office/drawing/2014/main" id="{7C71BCF8-2B27-BEA0-B962-D2EE1DB6519F}"/>
              </a:ext>
            </a:extLst>
          </p:cNvPr>
          <p:cNvSpPr>
            <a:spLocks noGrp="1"/>
          </p:cNvSpPr>
          <p:nvPr>
            <p:ph type="body" idx="1"/>
          </p:nvPr>
        </p:nvSpPr>
        <p:spPr>
          <a:xfrm>
            <a:off x="556684" y="1589575"/>
            <a:ext cx="9349316" cy="1500187"/>
          </a:xfrm>
        </p:spPr>
        <p:txBody>
          <a:bodyPr anchor="t"/>
          <a:lstStyle>
            <a:lvl1pPr marL="0" indent="0" algn="l">
              <a:buNone/>
              <a:defRPr sz="2000">
                <a:solidFill>
                  <a:schemeClr val="accent6"/>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7" name="Picture 6" descr="Logo, company name&#10;&#10;Description automatically generated">
            <a:extLst>
              <a:ext uri="{FF2B5EF4-FFF2-40B4-BE49-F238E27FC236}">
                <a16:creationId xmlns:a16="http://schemas.microsoft.com/office/drawing/2014/main" id="{FCDEFE03-E507-9264-8C2B-2E78DD2EA1A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2224617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2" name="Picture 10" descr="APU Logo Final-medium.jpg">
            <a:extLst>
              <a:ext uri="{FF2B5EF4-FFF2-40B4-BE49-F238E27FC236}">
                <a16:creationId xmlns:a16="http://schemas.microsoft.com/office/drawing/2014/main" id="{383451EB-63F4-DFF6-8522-1522FB643F03}"/>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6">
            <a:extLst>
              <a:ext uri="{FF2B5EF4-FFF2-40B4-BE49-F238E27FC236}">
                <a16:creationId xmlns:a16="http://schemas.microsoft.com/office/drawing/2014/main" id="{98F54A5F-F810-96A4-5910-A7F80EDAE683}"/>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Tree>
    <p:extLst>
      <p:ext uri="{BB962C8B-B14F-4D97-AF65-F5344CB8AC3E}">
        <p14:creationId xmlns:p14="http://schemas.microsoft.com/office/powerpoint/2010/main" val="2844417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a:extLst>
              <a:ext uri="{FF2B5EF4-FFF2-40B4-BE49-F238E27FC236}">
                <a16:creationId xmlns:a16="http://schemas.microsoft.com/office/drawing/2014/main" id="{98F54A5F-F810-96A4-5910-A7F80EDAE683}"/>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5" name="Picture 4" descr="Logo, company name&#10;&#10;Description automatically generated">
            <a:extLst>
              <a:ext uri="{FF2B5EF4-FFF2-40B4-BE49-F238E27FC236}">
                <a16:creationId xmlns:a16="http://schemas.microsoft.com/office/drawing/2014/main" id="{8F68BB6B-7571-DB8A-80FB-F7C3AD26106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1829978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3" name="Picture 10" descr="APU Logo Final-medium.jpg">
            <a:extLst>
              <a:ext uri="{FF2B5EF4-FFF2-40B4-BE49-F238E27FC236}">
                <a16:creationId xmlns:a16="http://schemas.microsoft.com/office/drawing/2014/main" id="{D43B7469-696D-D5B3-7497-03AB7CFB3F90}"/>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6">
            <a:extLst>
              <a:ext uri="{FF2B5EF4-FFF2-40B4-BE49-F238E27FC236}">
                <a16:creationId xmlns:a16="http://schemas.microsoft.com/office/drawing/2014/main" id="{BBB11AA0-4CFB-DDD2-980D-D195C9DD8A43}"/>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Tree>
    <p:extLst>
      <p:ext uri="{BB962C8B-B14F-4D97-AF65-F5344CB8AC3E}">
        <p14:creationId xmlns:p14="http://schemas.microsoft.com/office/powerpoint/2010/main" val="4115350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rgbClr val="001B4D"/>
        </a:solidFill>
        <a:effectLst/>
      </p:bgPr>
    </p:bg>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BBB11AA0-4CFB-DDD2-980D-D195C9DD8A43}"/>
              </a:ext>
            </a:extLst>
          </p:cNvPr>
          <p:cNvSpPr>
            <a:spLocks noGrp="1" noChangeArrowheads="1"/>
          </p:cNvSpPr>
          <p:nvPr>
            <p:ph type="title"/>
          </p:nvPr>
        </p:nvSpPr>
        <p:spPr bwMode="auto">
          <a:xfrm>
            <a:off x="295352" y="274638"/>
            <a:ext cx="10457373" cy="1143000"/>
          </a:xfrm>
          <a:prstGeom prst="rect">
            <a:avLst/>
          </a:prstGeom>
          <a:noFill/>
          <a:ln>
            <a:noFill/>
          </a:ln>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163C07D3-0112-1601-B752-FDBF091DDEC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12798380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95352" y="1697038"/>
            <a:ext cx="53848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237817" y="1697038"/>
            <a:ext cx="53848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6" name="Picture 10" descr="APU Logo Final-medium.jpg">
            <a:extLst>
              <a:ext uri="{FF2B5EF4-FFF2-40B4-BE49-F238E27FC236}">
                <a16:creationId xmlns:a16="http://schemas.microsoft.com/office/drawing/2014/main" id="{0802BECB-EBD7-EAF2-F449-AA70E280397A}"/>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6">
            <a:extLst>
              <a:ext uri="{FF2B5EF4-FFF2-40B4-BE49-F238E27FC236}">
                <a16:creationId xmlns:a16="http://schemas.microsoft.com/office/drawing/2014/main" id="{4980A499-972D-DEC1-0CDD-C8C7AF006334}"/>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Tree>
    <p:extLst>
      <p:ext uri="{BB962C8B-B14F-4D97-AF65-F5344CB8AC3E}">
        <p14:creationId xmlns:p14="http://schemas.microsoft.com/office/powerpoint/2010/main" val="21763119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wo Content">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95352" y="1697038"/>
            <a:ext cx="5384800" cy="4525962"/>
          </a:xfrm>
        </p:spPr>
        <p:txBody>
          <a:bodyPr/>
          <a:lstStyle>
            <a:lvl1pPr>
              <a:defRPr sz="28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237817" y="1697038"/>
            <a:ext cx="5384800" cy="4525962"/>
          </a:xfrm>
        </p:spPr>
        <p:txBody>
          <a:bodyPr/>
          <a:lstStyle>
            <a:lvl1pPr>
              <a:defRPr sz="28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Rectangle 6">
            <a:extLst>
              <a:ext uri="{FF2B5EF4-FFF2-40B4-BE49-F238E27FC236}">
                <a16:creationId xmlns:a16="http://schemas.microsoft.com/office/drawing/2014/main" id="{4980A499-972D-DEC1-0CDD-C8C7AF006334}"/>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9CBCAFAD-0874-A920-E7D5-68A99F50902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213207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95352" y="1535113"/>
            <a:ext cx="5701165" cy="63976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295352" y="2174875"/>
            <a:ext cx="5701165" cy="3951288"/>
          </a:xfrm>
        </p:spPr>
        <p:txBody>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Rectangle 6">
            <a:extLst>
              <a:ext uri="{FF2B5EF4-FFF2-40B4-BE49-F238E27FC236}">
                <a16:creationId xmlns:a16="http://schemas.microsoft.com/office/drawing/2014/main" id="{212DAC53-88F1-5536-6538-48E550FD8C78}"/>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pic>
        <p:nvPicPr>
          <p:cNvPr id="2" name="Picture 10" descr="APU Logo Final-medium.jpg">
            <a:extLst>
              <a:ext uri="{FF2B5EF4-FFF2-40B4-BE49-F238E27FC236}">
                <a16:creationId xmlns:a16="http://schemas.microsoft.com/office/drawing/2014/main" id="{59460E12-C28F-6F47-C8AD-1B01DC7DB16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771721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omparison">
    <p:bg>
      <p:bgPr>
        <a:solidFill>
          <a:srgbClr val="001B4D"/>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95352" y="1535113"/>
            <a:ext cx="5701165"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295352" y="2174875"/>
            <a:ext cx="5701165" cy="3951288"/>
          </a:xfrm>
        </p:spPr>
        <p:txBody>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Rectangle 6">
            <a:extLst>
              <a:ext uri="{FF2B5EF4-FFF2-40B4-BE49-F238E27FC236}">
                <a16:creationId xmlns:a16="http://schemas.microsoft.com/office/drawing/2014/main" id="{212DAC53-88F1-5536-6538-48E550FD8C78}"/>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C7C10021-D30B-49A3-9775-E4B0180588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17295984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2_Blank">
    <p:bg>
      <p:bgPr>
        <a:solidFill>
          <a:srgbClr val="001B4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80677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2581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pic>
        <p:nvPicPr>
          <p:cNvPr id="2" name="Picture 10" descr="APU Logo Final-medium.jpg">
            <a:extLst>
              <a:ext uri="{FF2B5EF4-FFF2-40B4-BE49-F238E27FC236}">
                <a16:creationId xmlns:a16="http://schemas.microsoft.com/office/drawing/2014/main" id="{131C5456-E521-C7D4-FB88-68A63787FD4F}"/>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129999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3_Blank">
    <p:bg>
      <p:bgPr>
        <a:solidFill>
          <a:srgbClr val="001B4D"/>
        </a:solidFill>
        <a:effectLst/>
      </p:bgPr>
    </p:bg>
    <p:spTree>
      <p:nvGrpSpPr>
        <p:cNvPr id="1" name=""/>
        <p:cNvGrpSpPr/>
        <p:nvPr/>
      </p:nvGrpSpPr>
      <p:grpSpPr>
        <a:xfrm>
          <a:off x="0" y="0"/>
          <a:ext cx="0" cy="0"/>
          <a:chOff x="0" y="0"/>
          <a:chExt cx="0" cy="0"/>
        </a:xfrm>
      </p:grpSpPr>
      <p:pic>
        <p:nvPicPr>
          <p:cNvPr id="3" name="Picture 2" descr="Logo, company name&#10;&#10;Description automatically generated">
            <a:extLst>
              <a:ext uri="{FF2B5EF4-FFF2-40B4-BE49-F238E27FC236}">
                <a16:creationId xmlns:a16="http://schemas.microsoft.com/office/drawing/2014/main" id="{04DC0352-F5ED-1918-1F8A-8B80BB6E8C9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8159544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6733" y="273051"/>
            <a:ext cx="6815667" cy="5853113"/>
          </a:xfrm>
        </p:spPr>
        <p:txBody>
          <a:bodyPr/>
          <a:lstStyle>
            <a:lvl1pPr>
              <a:defRPr sz="3200">
                <a:solidFill>
                  <a:schemeClr val="tx2"/>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2" name="Picture 10" descr="APU Logo Final-medium.jpg">
            <a:extLst>
              <a:ext uri="{FF2B5EF4-FFF2-40B4-BE49-F238E27FC236}">
                <a16:creationId xmlns:a16="http://schemas.microsoft.com/office/drawing/2014/main" id="{AA1C13FB-D1A7-194E-A332-391C492A0CF5}"/>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626897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Content with Caption">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6733" y="273051"/>
            <a:ext cx="6815667" cy="5853113"/>
          </a:xfrm>
        </p:spPr>
        <p:txBody>
          <a:bodyPr/>
          <a:lstStyle>
            <a:lvl1pPr>
              <a:defRPr sz="3200">
                <a:solidFill>
                  <a:schemeClr val="accent5"/>
                </a:solidFill>
              </a:defRPr>
            </a:lvl1pPr>
            <a:lvl2pPr>
              <a:defRPr sz="2800">
                <a:solidFill>
                  <a:schemeClr val="bg1"/>
                </a:solidFill>
              </a:defRPr>
            </a:lvl2pPr>
            <a:lvl3pPr>
              <a:defRPr sz="2400">
                <a:solidFill>
                  <a:schemeClr val="bg1"/>
                </a:solidFill>
              </a:defRPr>
            </a:lvl3pPr>
            <a:lvl4pPr>
              <a:defRPr sz="2000">
                <a:solidFill>
                  <a:schemeClr val="bg1"/>
                </a:solidFill>
              </a:defRPr>
            </a:lvl4pPr>
            <a:lvl5pPr>
              <a:defRPr sz="2000">
                <a:solidFill>
                  <a:schemeClr val="bg1"/>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solidFill>
                  <a:schemeClr val="bg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pic>
        <p:nvPicPr>
          <p:cNvPr id="2" name="Picture 1" descr="Logo, company name&#10;&#10;Description automatically generated">
            <a:extLst>
              <a:ext uri="{FF2B5EF4-FFF2-40B4-BE49-F238E27FC236}">
                <a16:creationId xmlns:a16="http://schemas.microsoft.com/office/drawing/2014/main" id="{C3D40C30-8297-E054-688C-7A1636F331C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411" y="27044"/>
            <a:ext cx="977178" cy="981307"/>
          </a:xfrm>
          <a:prstGeom prst="rect">
            <a:avLst/>
          </a:prstGeom>
        </p:spPr>
      </p:pic>
    </p:spTree>
    <p:extLst>
      <p:ext uri="{BB962C8B-B14F-4D97-AF65-F5344CB8AC3E}">
        <p14:creationId xmlns:p14="http://schemas.microsoft.com/office/powerpoint/2010/main" val="38149247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a:solidFill>
            <a:schemeClr val="bg1">
              <a:lumMod val="95000"/>
            </a:schemeClr>
          </a:solidFill>
        </p:spPr>
        <p:txBody>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5" name="Picture 10" descr="APU Logo Final-medium.jpg">
            <a:extLst>
              <a:ext uri="{FF2B5EF4-FFF2-40B4-BE49-F238E27FC236}">
                <a16:creationId xmlns:a16="http://schemas.microsoft.com/office/drawing/2014/main" id="{53C3B966-D4E4-30D5-4A13-103486C2EBAD}"/>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64623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5_Picture with Caption">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solidFill>
                  <a:schemeClr val="accent5"/>
                </a:solidFill>
              </a:defRPr>
            </a:lvl1pPr>
          </a:lstStyle>
          <a:p>
            <a:r>
              <a:rPr lang="en-US" dirty="0"/>
              <a:t>Click to edit Master title style</a:t>
            </a:r>
            <a:endParaRPr lang="en-GB" dirty="0"/>
          </a:p>
        </p:txBody>
      </p:sp>
      <p:sp>
        <p:nvSpPr>
          <p:cNvPr id="3" name="Picture Placeholder 2"/>
          <p:cNvSpPr>
            <a:spLocks noGrp="1"/>
          </p:cNvSpPr>
          <p:nvPr>
            <p:ph type="pic" idx="1"/>
          </p:nvPr>
        </p:nvSpPr>
        <p:spPr>
          <a:xfrm>
            <a:off x="2389717" y="612775"/>
            <a:ext cx="7315200" cy="4114800"/>
          </a:xfrm>
          <a:solidFill>
            <a:schemeClr val="bg1">
              <a:lumMod val="95000"/>
            </a:schemeClr>
          </a:solidFill>
        </p:spPr>
        <p:txBody>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5" name="Picture 4" descr="Logo, company name&#10;&#10;Description automatically generated">
            <a:extLst>
              <a:ext uri="{FF2B5EF4-FFF2-40B4-BE49-F238E27FC236}">
                <a16:creationId xmlns:a16="http://schemas.microsoft.com/office/drawing/2014/main" id="{88157A30-7FA7-829E-6D9C-4DCC0CDCA7A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526447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Picture with Caption">
    <p:bg>
      <p:bgPr>
        <a:solidFill>
          <a:schemeClr val="bg1"/>
        </a:solidFill>
        <a:effectLst/>
      </p:bgPr>
    </p:bg>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AED5BC53-2816-4210-4970-4FC239BFDB5F}"/>
              </a:ext>
            </a:extLst>
          </p:cNvPr>
          <p:cNvSpPr>
            <a:spLocks noGrp="1"/>
          </p:cNvSpPr>
          <p:nvPr>
            <p:ph type="pic" sz="quarter" idx="10"/>
          </p:nvPr>
        </p:nvSpPr>
        <p:spPr>
          <a:xfrm>
            <a:off x="0" y="1192213"/>
            <a:ext cx="12192000" cy="2824162"/>
          </a:xfrm>
          <a:solidFill>
            <a:schemeClr val="bg1">
              <a:lumMod val="95000"/>
            </a:schemeClr>
          </a:solidFill>
        </p:spPr>
        <p:txBody>
          <a:bodyPr/>
          <a:lstStyle>
            <a:lvl1pPr>
              <a:defRPr sz="2000"/>
            </a:lvl1pPr>
          </a:lstStyle>
          <a:p>
            <a:endParaRPr lang="en-MY" dirty="0"/>
          </a:p>
        </p:txBody>
      </p:sp>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73377" y="4213781"/>
            <a:ext cx="11623250" cy="1958419"/>
          </a:xfrm>
        </p:spPr>
        <p:txBody>
          <a:bodyPr/>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3" name="Picture 10" descr="APU Logo Final-medium.jpg">
            <a:extLst>
              <a:ext uri="{FF2B5EF4-FFF2-40B4-BE49-F238E27FC236}">
                <a16:creationId xmlns:a16="http://schemas.microsoft.com/office/drawing/2014/main" id="{82C331B9-CEE5-20AD-DD62-DCC7F9E2436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299797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7_Picture with Caption">
    <p:bg>
      <p:bgPr>
        <a:solidFill>
          <a:srgbClr val="001B4D"/>
        </a:solidFill>
        <a:effectLst/>
      </p:bgPr>
    </p:bg>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AED5BC53-2816-4210-4970-4FC239BFDB5F}"/>
              </a:ext>
            </a:extLst>
          </p:cNvPr>
          <p:cNvSpPr>
            <a:spLocks noGrp="1"/>
          </p:cNvSpPr>
          <p:nvPr>
            <p:ph type="pic" sz="quarter" idx="10"/>
          </p:nvPr>
        </p:nvSpPr>
        <p:spPr>
          <a:xfrm>
            <a:off x="0" y="1192213"/>
            <a:ext cx="12192000" cy="2824162"/>
          </a:xfrm>
          <a:solidFill>
            <a:schemeClr val="bg1">
              <a:lumMod val="95000"/>
            </a:schemeClr>
          </a:solidFill>
        </p:spPr>
        <p:txBody>
          <a:bodyPr/>
          <a:lstStyle>
            <a:lvl1pPr>
              <a:defRPr sz="2000"/>
            </a:lvl1pPr>
          </a:lstStyle>
          <a:p>
            <a:endParaRPr lang="en-MY" dirty="0"/>
          </a:p>
        </p:txBody>
      </p:sp>
      <p:sp>
        <p:nvSpPr>
          <p:cNvPr id="2" name="Text Placeholder 3">
            <a:extLst>
              <a:ext uri="{FF2B5EF4-FFF2-40B4-BE49-F238E27FC236}">
                <a16:creationId xmlns:a16="http://schemas.microsoft.com/office/drawing/2014/main" id="{40F80C67-7C47-1046-B1B1-5649F52F2ADD}"/>
              </a:ext>
            </a:extLst>
          </p:cNvPr>
          <p:cNvSpPr>
            <a:spLocks noGrp="1"/>
          </p:cNvSpPr>
          <p:nvPr>
            <p:ph type="body" sz="half" idx="2"/>
          </p:nvPr>
        </p:nvSpPr>
        <p:spPr>
          <a:xfrm>
            <a:off x="273377" y="4213781"/>
            <a:ext cx="11623250" cy="1958419"/>
          </a:xfrm>
        </p:spPr>
        <p:txBody>
          <a:bodyPr/>
          <a:lstStyle>
            <a:lvl1pPr marL="0" indent="0">
              <a:buNone/>
              <a:defRPr sz="1400">
                <a:solidFill>
                  <a:schemeClr val="bg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3" name="Picture 2" descr="Logo, company name&#10;&#10;Description automatically generated">
            <a:extLst>
              <a:ext uri="{FF2B5EF4-FFF2-40B4-BE49-F238E27FC236}">
                <a16:creationId xmlns:a16="http://schemas.microsoft.com/office/drawing/2014/main" id="{ED178921-E6EB-89FB-1721-8D340F832C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155481814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0_Picture with Caption">
    <p:bg>
      <p:bgPr>
        <a:solidFill>
          <a:schemeClr val="bg1"/>
        </a:solidFill>
        <a:effectLst/>
      </p:bgPr>
    </p:bg>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73377" y="1132114"/>
            <a:ext cx="11623250" cy="1654629"/>
          </a:xfrm>
        </p:spPr>
        <p:txBody>
          <a:bodyPr/>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Picture Placeholder 13">
            <a:extLst>
              <a:ext uri="{FF2B5EF4-FFF2-40B4-BE49-F238E27FC236}">
                <a16:creationId xmlns:a16="http://schemas.microsoft.com/office/drawing/2014/main" id="{0E2C0782-CF15-D587-F209-76A369475B0A}"/>
              </a:ext>
            </a:extLst>
          </p:cNvPr>
          <p:cNvSpPr>
            <a:spLocks noGrp="1"/>
          </p:cNvSpPr>
          <p:nvPr>
            <p:ph type="pic" sz="quarter" idx="16"/>
          </p:nvPr>
        </p:nvSpPr>
        <p:spPr>
          <a:xfrm>
            <a:off x="0" y="3091543"/>
            <a:ext cx="6096000" cy="3413665"/>
          </a:xfrm>
          <a:prstGeom prst="rect">
            <a:avLst/>
          </a:prstGeom>
          <a:effectLst/>
        </p:spPr>
        <p:txBody>
          <a:bodyPr>
            <a:normAutofit/>
          </a:bodyPr>
          <a:lstStyle>
            <a:lvl1pPr marL="0" indent="0">
              <a:buNone/>
              <a:defRPr sz="2000" b="0" i="0">
                <a:ln>
                  <a:noFill/>
                </a:ln>
                <a:solidFill>
                  <a:schemeClr val="bg1">
                    <a:lumMod val="85000"/>
                  </a:schemeClr>
                </a:solidFill>
                <a:latin typeface="+mj-lt"/>
                <a:ea typeface="Poppins Light" charset="0"/>
                <a:cs typeface="Poppins Light" charset="0"/>
              </a:defRPr>
            </a:lvl1pPr>
          </a:lstStyle>
          <a:p>
            <a:endParaRPr lang="en-US" dirty="0"/>
          </a:p>
        </p:txBody>
      </p:sp>
      <p:sp>
        <p:nvSpPr>
          <p:cNvPr id="7" name="Picture Placeholder 13">
            <a:extLst>
              <a:ext uri="{FF2B5EF4-FFF2-40B4-BE49-F238E27FC236}">
                <a16:creationId xmlns:a16="http://schemas.microsoft.com/office/drawing/2014/main" id="{117C0E03-AD57-26BD-EFAD-135B4185F34C}"/>
              </a:ext>
            </a:extLst>
          </p:cNvPr>
          <p:cNvSpPr>
            <a:spLocks noGrp="1"/>
          </p:cNvSpPr>
          <p:nvPr>
            <p:ph type="pic" sz="quarter" idx="17"/>
          </p:nvPr>
        </p:nvSpPr>
        <p:spPr>
          <a:xfrm>
            <a:off x="6096000" y="3091543"/>
            <a:ext cx="6096000" cy="3413665"/>
          </a:xfrm>
          <a:prstGeom prst="rect">
            <a:avLst/>
          </a:prstGeom>
          <a:effectLst/>
        </p:spPr>
        <p:txBody>
          <a:bodyPr>
            <a:normAutofit/>
          </a:bodyPr>
          <a:lstStyle>
            <a:lvl1pPr marL="0" indent="0">
              <a:buNone/>
              <a:defRPr sz="2000" b="0" i="0">
                <a:ln>
                  <a:noFill/>
                </a:ln>
                <a:solidFill>
                  <a:schemeClr val="bg1">
                    <a:lumMod val="85000"/>
                  </a:schemeClr>
                </a:solidFill>
                <a:latin typeface="+mj-lt"/>
                <a:ea typeface="Poppins Light" charset="0"/>
                <a:cs typeface="Poppins Light" charset="0"/>
              </a:defRPr>
            </a:lvl1pPr>
          </a:lstStyle>
          <a:p>
            <a:endParaRPr lang="en-US" dirty="0"/>
          </a:p>
        </p:txBody>
      </p:sp>
      <p:pic>
        <p:nvPicPr>
          <p:cNvPr id="8" name="Picture 10" descr="APU Logo Final-medium.jpg">
            <a:extLst>
              <a:ext uri="{FF2B5EF4-FFF2-40B4-BE49-F238E27FC236}">
                <a16:creationId xmlns:a16="http://schemas.microsoft.com/office/drawing/2014/main" id="{9186F32B-2E23-EAE7-28F5-E2FCF5E3DFC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84194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1_Picture with Caption">
    <p:bg>
      <p:bgPr>
        <a:solidFill>
          <a:srgbClr val="001B4D"/>
        </a:solidFill>
        <a:effectLst/>
      </p:bgPr>
    </p:bg>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73377" y="1132114"/>
            <a:ext cx="11623250" cy="1654629"/>
          </a:xfrm>
        </p:spPr>
        <p:txBody>
          <a:bodyPr/>
          <a:lstStyle>
            <a:lvl1pPr marL="0" indent="0">
              <a:buNone/>
              <a:defRPr sz="1400">
                <a:solidFill>
                  <a:schemeClr val="bg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Picture Placeholder 13">
            <a:extLst>
              <a:ext uri="{FF2B5EF4-FFF2-40B4-BE49-F238E27FC236}">
                <a16:creationId xmlns:a16="http://schemas.microsoft.com/office/drawing/2014/main" id="{0E2C0782-CF15-D587-F209-76A369475B0A}"/>
              </a:ext>
            </a:extLst>
          </p:cNvPr>
          <p:cNvSpPr>
            <a:spLocks noGrp="1"/>
          </p:cNvSpPr>
          <p:nvPr>
            <p:ph type="pic" sz="quarter" idx="16"/>
          </p:nvPr>
        </p:nvSpPr>
        <p:spPr>
          <a:xfrm>
            <a:off x="0" y="3091543"/>
            <a:ext cx="6096000" cy="3413665"/>
          </a:xfrm>
          <a:prstGeom prst="rect">
            <a:avLst/>
          </a:prstGeom>
          <a:effectLst/>
        </p:spPr>
        <p:txBody>
          <a:bodyPr>
            <a:normAutofit/>
          </a:bodyPr>
          <a:lstStyle>
            <a:lvl1pPr marL="0" indent="0">
              <a:buNone/>
              <a:defRPr sz="2000" b="0" i="0">
                <a:ln>
                  <a:noFill/>
                </a:ln>
                <a:solidFill>
                  <a:schemeClr val="bg1">
                    <a:lumMod val="85000"/>
                  </a:schemeClr>
                </a:solidFill>
                <a:latin typeface="+mj-lt"/>
                <a:ea typeface="Poppins Light" charset="0"/>
                <a:cs typeface="Poppins Light" charset="0"/>
              </a:defRPr>
            </a:lvl1pPr>
          </a:lstStyle>
          <a:p>
            <a:endParaRPr lang="en-US" dirty="0"/>
          </a:p>
        </p:txBody>
      </p:sp>
      <p:sp>
        <p:nvSpPr>
          <p:cNvPr id="7" name="Picture Placeholder 13">
            <a:extLst>
              <a:ext uri="{FF2B5EF4-FFF2-40B4-BE49-F238E27FC236}">
                <a16:creationId xmlns:a16="http://schemas.microsoft.com/office/drawing/2014/main" id="{117C0E03-AD57-26BD-EFAD-135B4185F34C}"/>
              </a:ext>
            </a:extLst>
          </p:cNvPr>
          <p:cNvSpPr>
            <a:spLocks noGrp="1"/>
          </p:cNvSpPr>
          <p:nvPr>
            <p:ph type="pic" sz="quarter" idx="17"/>
          </p:nvPr>
        </p:nvSpPr>
        <p:spPr>
          <a:xfrm>
            <a:off x="6096000" y="3091543"/>
            <a:ext cx="6096000" cy="3413665"/>
          </a:xfrm>
          <a:prstGeom prst="rect">
            <a:avLst/>
          </a:prstGeom>
          <a:effectLst/>
        </p:spPr>
        <p:txBody>
          <a:bodyPr>
            <a:normAutofit/>
          </a:bodyPr>
          <a:lstStyle>
            <a:lvl1pPr marL="0" indent="0">
              <a:buNone/>
              <a:defRPr sz="2000" b="0" i="0">
                <a:ln>
                  <a:noFill/>
                </a:ln>
                <a:solidFill>
                  <a:schemeClr val="bg1">
                    <a:lumMod val="85000"/>
                  </a:schemeClr>
                </a:solidFill>
                <a:latin typeface="+mj-lt"/>
                <a:ea typeface="Poppins Light" charset="0"/>
                <a:cs typeface="Poppins Light" charset="0"/>
              </a:defRPr>
            </a:lvl1pPr>
          </a:lstStyle>
          <a:p>
            <a:endParaRPr lang="en-US" dirty="0"/>
          </a:p>
        </p:txBody>
      </p:sp>
      <p:pic>
        <p:nvPicPr>
          <p:cNvPr id="3" name="Picture 2" descr="Logo, company name&#10;&#10;Description automatically generated">
            <a:extLst>
              <a:ext uri="{FF2B5EF4-FFF2-40B4-BE49-F238E27FC236}">
                <a16:creationId xmlns:a16="http://schemas.microsoft.com/office/drawing/2014/main" id="{10178BF3-0C44-7F6F-9A93-FAD4F3ED2C4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3065249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6_Picture with Caption">
    <p:bg>
      <p:bgPr>
        <a:solidFill>
          <a:schemeClr val="bg1"/>
        </a:solidFill>
        <a:effectLst/>
      </p:bgPr>
    </p:bg>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90AFE7E0-13D0-FC56-5802-BC4E161A01B7}"/>
              </a:ext>
            </a:extLst>
          </p:cNvPr>
          <p:cNvSpPr>
            <a:spLocks noGrp="1"/>
          </p:cNvSpPr>
          <p:nvPr>
            <p:ph type="pic" sz="quarter" idx="10"/>
          </p:nvPr>
        </p:nvSpPr>
        <p:spPr>
          <a:xfrm>
            <a:off x="622300" y="1600200"/>
            <a:ext cx="1828801" cy="1828800"/>
          </a:xfrm>
          <a:solidFill>
            <a:schemeClr val="bg1">
              <a:lumMod val="95000"/>
            </a:schemeClr>
          </a:solidFill>
        </p:spPr>
        <p:txBody>
          <a:bodyPr/>
          <a:lstStyle>
            <a:lvl1pPr>
              <a:defRPr sz="1500"/>
            </a:lvl1pPr>
          </a:lstStyle>
          <a:p>
            <a:endParaRPr lang="en-US"/>
          </a:p>
        </p:txBody>
      </p:sp>
      <p:sp>
        <p:nvSpPr>
          <p:cNvPr id="14" name="Picture Placeholder 2">
            <a:extLst>
              <a:ext uri="{FF2B5EF4-FFF2-40B4-BE49-F238E27FC236}">
                <a16:creationId xmlns:a16="http://schemas.microsoft.com/office/drawing/2014/main" id="{85E21580-F245-B670-F787-BF63FAB4B46D}"/>
              </a:ext>
            </a:extLst>
          </p:cNvPr>
          <p:cNvSpPr>
            <a:spLocks noGrp="1"/>
          </p:cNvSpPr>
          <p:nvPr>
            <p:ph type="pic" sz="quarter" idx="11"/>
          </p:nvPr>
        </p:nvSpPr>
        <p:spPr>
          <a:xfrm>
            <a:off x="2890838" y="1600200"/>
            <a:ext cx="1828801" cy="1828800"/>
          </a:xfrm>
          <a:solidFill>
            <a:schemeClr val="bg1">
              <a:lumMod val="95000"/>
            </a:schemeClr>
          </a:solidFill>
        </p:spPr>
        <p:txBody>
          <a:bodyPr/>
          <a:lstStyle>
            <a:lvl1pPr>
              <a:defRPr sz="1500"/>
            </a:lvl1pPr>
          </a:lstStyle>
          <a:p>
            <a:endParaRPr lang="en-US"/>
          </a:p>
        </p:txBody>
      </p:sp>
      <p:sp>
        <p:nvSpPr>
          <p:cNvPr id="15" name="Picture Placeholder 2">
            <a:extLst>
              <a:ext uri="{FF2B5EF4-FFF2-40B4-BE49-F238E27FC236}">
                <a16:creationId xmlns:a16="http://schemas.microsoft.com/office/drawing/2014/main" id="{7B93E3A1-F86B-5848-E0D8-9B910D2CF8DA}"/>
              </a:ext>
            </a:extLst>
          </p:cNvPr>
          <p:cNvSpPr>
            <a:spLocks noGrp="1"/>
          </p:cNvSpPr>
          <p:nvPr>
            <p:ph type="pic" sz="quarter" idx="12"/>
          </p:nvPr>
        </p:nvSpPr>
        <p:spPr>
          <a:xfrm>
            <a:off x="5159376" y="1600200"/>
            <a:ext cx="1828801" cy="1828800"/>
          </a:xfrm>
          <a:solidFill>
            <a:schemeClr val="bg1">
              <a:lumMod val="95000"/>
            </a:schemeClr>
          </a:solidFill>
        </p:spPr>
        <p:txBody>
          <a:bodyPr/>
          <a:lstStyle>
            <a:lvl1pPr>
              <a:defRPr sz="1500"/>
            </a:lvl1pPr>
          </a:lstStyle>
          <a:p>
            <a:endParaRPr lang="en-US"/>
          </a:p>
        </p:txBody>
      </p:sp>
      <p:sp>
        <p:nvSpPr>
          <p:cNvPr id="16" name="Picture Placeholder 2">
            <a:extLst>
              <a:ext uri="{FF2B5EF4-FFF2-40B4-BE49-F238E27FC236}">
                <a16:creationId xmlns:a16="http://schemas.microsoft.com/office/drawing/2014/main" id="{E1A60634-D380-05B9-A200-4BC09F63215A}"/>
              </a:ext>
            </a:extLst>
          </p:cNvPr>
          <p:cNvSpPr>
            <a:spLocks noGrp="1"/>
          </p:cNvSpPr>
          <p:nvPr>
            <p:ph type="pic" sz="quarter" idx="13"/>
          </p:nvPr>
        </p:nvSpPr>
        <p:spPr>
          <a:xfrm>
            <a:off x="7427914" y="1600200"/>
            <a:ext cx="1828801" cy="1828800"/>
          </a:xfrm>
          <a:solidFill>
            <a:schemeClr val="bg1">
              <a:lumMod val="95000"/>
            </a:schemeClr>
          </a:solidFill>
        </p:spPr>
        <p:txBody>
          <a:bodyPr/>
          <a:lstStyle>
            <a:lvl1pPr>
              <a:defRPr sz="1500"/>
            </a:lvl1pPr>
          </a:lstStyle>
          <a:p>
            <a:endParaRPr lang="en-US" dirty="0"/>
          </a:p>
        </p:txBody>
      </p:sp>
      <p:sp>
        <p:nvSpPr>
          <p:cNvPr id="17" name="Picture Placeholder 2">
            <a:extLst>
              <a:ext uri="{FF2B5EF4-FFF2-40B4-BE49-F238E27FC236}">
                <a16:creationId xmlns:a16="http://schemas.microsoft.com/office/drawing/2014/main" id="{FB27992A-9435-FF68-91D5-AB177C86FC73}"/>
              </a:ext>
            </a:extLst>
          </p:cNvPr>
          <p:cNvSpPr>
            <a:spLocks noGrp="1"/>
          </p:cNvSpPr>
          <p:nvPr>
            <p:ph type="pic" sz="quarter" idx="14"/>
          </p:nvPr>
        </p:nvSpPr>
        <p:spPr>
          <a:xfrm>
            <a:off x="9696452" y="1600200"/>
            <a:ext cx="1828801" cy="1828800"/>
          </a:xfrm>
          <a:solidFill>
            <a:schemeClr val="bg1">
              <a:lumMod val="95000"/>
            </a:schemeClr>
          </a:solidFill>
        </p:spPr>
        <p:txBody>
          <a:bodyPr/>
          <a:lstStyle>
            <a:lvl1pPr>
              <a:defRPr sz="1500"/>
            </a:lvl1pPr>
          </a:lstStyle>
          <a:p>
            <a:endParaRPr lang="en-US"/>
          </a:p>
        </p:txBody>
      </p:sp>
      <p:sp>
        <p:nvSpPr>
          <p:cNvPr id="23" name="Picture Placeholder 2">
            <a:extLst>
              <a:ext uri="{FF2B5EF4-FFF2-40B4-BE49-F238E27FC236}">
                <a16:creationId xmlns:a16="http://schemas.microsoft.com/office/drawing/2014/main" id="{F1E11ABA-2F6F-AD00-6622-96402AE8B6A8}"/>
              </a:ext>
            </a:extLst>
          </p:cNvPr>
          <p:cNvSpPr>
            <a:spLocks noGrp="1"/>
          </p:cNvSpPr>
          <p:nvPr>
            <p:ph type="pic" sz="quarter" idx="15"/>
          </p:nvPr>
        </p:nvSpPr>
        <p:spPr>
          <a:xfrm>
            <a:off x="622300" y="3752850"/>
            <a:ext cx="1828801" cy="1828800"/>
          </a:xfrm>
          <a:solidFill>
            <a:schemeClr val="bg1">
              <a:lumMod val="95000"/>
            </a:schemeClr>
          </a:solidFill>
        </p:spPr>
        <p:txBody>
          <a:bodyPr/>
          <a:lstStyle>
            <a:lvl1pPr>
              <a:defRPr sz="1500"/>
            </a:lvl1pPr>
          </a:lstStyle>
          <a:p>
            <a:endParaRPr lang="en-US"/>
          </a:p>
        </p:txBody>
      </p:sp>
      <p:sp>
        <p:nvSpPr>
          <p:cNvPr id="24" name="Picture Placeholder 2">
            <a:extLst>
              <a:ext uri="{FF2B5EF4-FFF2-40B4-BE49-F238E27FC236}">
                <a16:creationId xmlns:a16="http://schemas.microsoft.com/office/drawing/2014/main" id="{E9A3798F-F75E-B413-49AE-B6F4D96322FF}"/>
              </a:ext>
            </a:extLst>
          </p:cNvPr>
          <p:cNvSpPr>
            <a:spLocks noGrp="1"/>
          </p:cNvSpPr>
          <p:nvPr>
            <p:ph type="pic" sz="quarter" idx="16"/>
          </p:nvPr>
        </p:nvSpPr>
        <p:spPr>
          <a:xfrm>
            <a:off x="2890838" y="3752850"/>
            <a:ext cx="1828801" cy="1828800"/>
          </a:xfrm>
          <a:solidFill>
            <a:schemeClr val="bg1">
              <a:lumMod val="95000"/>
            </a:schemeClr>
          </a:solidFill>
        </p:spPr>
        <p:txBody>
          <a:bodyPr/>
          <a:lstStyle>
            <a:lvl1pPr>
              <a:defRPr sz="1500"/>
            </a:lvl1pPr>
          </a:lstStyle>
          <a:p>
            <a:endParaRPr lang="en-US"/>
          </a:p>
        </p:txBody>
      </p:sp>
      <p:sp>
        <p:nvSpPr>
          <p:cNvPr id="25" name="Picture Placeholder 2">
            <a:extLst>
              <a:ext uri="{FF2B5EF4-FFF2-40B4-BE49-F238E27FC236}">
                <a16:creationId xmlns:a16="http://schemas.microsoft.com/office/drawing/2014/main" id="{614A16FD-3307-D7FB-6483-52A5C31098D0}"/>
              </a:ext>
            </a:extLst>
          </p:cNvPr>
          <p:cNvSpPr>
            <a:spLocks noGrp="1"/>
          </p:cNvSpPr>
          <p:nvPr>
            <p:ph type="pic" sz="quarter" idx="17"/>
          </p:nvPr>
        </p:nvSpPr>
        <p:spPr>
          <a:xfrm>
            <a:off x="5159376" y="3752850"/>
            <a:ext cx="1828801" cy="1828800"/>
          </a:xfrm>
          <a:solidFill>
            <a:schemeClr val="bg1">
              <a:lumMod val="95000"/>
            </a:schemeClr>
          </a:solidFill>
        </p:spPr>
        <p:txBody>
          <a:bodyPr/>
          <a:lstStyle>
            <a:lvl1pPr>
              <a:defRPr sz="1500"/>
            </a:lvl1pPr>
          </a:lstStyle>
          <a:p>
            <a:endParaRPr lang="en-US"/>
          </a:p>
        </p:txBody>
      </p:sp>
      <p:sp>
        <p:nvSpPr>
          <p:cNvPr id="26" name="Picture Placeholder 2">
            <a:extLst>
              <a:ext uri="{FF2B5EF4-FFF2-40B4-BE49-F238E27FC236}">
                <a16:creationId xmlns:a16="http://schemas.microsoft.com/office/drawing/2014/main" id="{EEA5B065-0239-646D-0C09-0596844EF55C}"/>
              </a:ext>
            </a:extLst>
          </p:cNvPr>
          <p:cNvSpPr>
            <a:spLocks noGrp="1"/>
          </p:cNvSpPr>
          <p:nvPr>
            <p:ph type="pic" sz="quarter" idx="18"/>
          </p:nvPr>
        </p:nvSpPr>
        <p:spPr>
          <a:xfrm>
            <a:off x="7427914" y="3752850"/>
            <a:ext cx="1828801" cy="1828800"/>
          </a:xfrm>
          <a:solidFill>
            <a:schemeClr val="bg1">
              <a:lumMod val="95000"/>
            </a:schemeClr>
          </a:solidFill>
        </p:spPr>
        <p:txBody>
          <a:bodyPr/>
          <a:lstStyle>
            <a:lvl1pPr>
              <a:defRPr sz="1500"/>
            </a:lvl1pPr>
          </a:lstStyle>
          <a:p>
            <a:endParaRPr lang="en-US"/>
          </a:p>
        </p:txBody>
      </p:sp>
      <p:sp>
        <p:nvSpPr>
          <p:cNvPr id="27" name="Picture Placeholder 2">
            <a:extLst>
              <a:ext uri="{FF2B5EF4-FFF2-40B4-BE49-F238E27FC236}">
                <a16:creationId xmlns:a16="http://schemas.microsoft.com/office/drawing/2014/main" id="{9972B1E5-9F94-B5C2-796B-D18122CA922A}"/>
              </a:ext>
            </a:extLst>
          </p:cNvPr>
          <p:cNvSpPr>
            <a:spLocks noGrp="1"/>
          </p:cNvSpPr>
          <p:nvPr>
            <p:ph type="pic" sz="quarter" idx="19"/>
          </p:nvPr>
        </p:nvSpPr>
        <p:spPr>
          <a:xfrm>
            <a:off x="9696452" y="3752850"/>
            <a:ext cx="1828801" cy="1828800"/>
          </a:xfrm>
          <a:solidFill>
            <a:schemeClr val="bg1">
              <a:lumMod val="95000"/>
            </a:schemeClr>
          </a:solidFill>
        </p:spPr>
        <p:txBody>
          <a:bodyPr/>
          <a:lstStyle>
            <a:lvl1pPr>
              <a:defRPr sz="1500"/>
            </a:lvl1pPr>
          </a:lstStyle>
          <a:p>
            <a:endParaRPr lang="en-US"/>
          </a:p>
        </p:txBody>
      </p:sp>
      <p:pic>
        <p:nvPicPr>
          <p:cNvPr id="2" name="Picture 10" descr="APU Logo Final-medium.jpg">
            <a:extLst>
              <a:ext uri="{FF2B5EF4-FFF2-40B4-BE49-F238E27FC236}">
                <a16:creationId xmlns:a16="http://schemas.microsoft.com/office/drawing/2014/main" id="{60D7C342-4D59-30CD-6ECC-0731D5E44748}"/>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6">
            <a:extLst>
              <a:ext uri="{FF2B5EF4-FFF2-40B4-BE49-F238E27FC236}">
                <a16:creationId xmlns:a16="http://schemas.microsoft.com/office/drawing/2014/main" id="{C6F56718-5153-BA4C-1652-9EFB47DA6CB5}"/>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tx2"/>
                </a:solidFill>
              </a:defRPr>
            </a:lvl1pPr>
          </a:lstStyle>
          <a:p>
            <a:pPr lvl="0"/>
            <a:r>
              <a:rPr lang="en-GB" altLang="en-US" dirty="0"/>
              <a:t>Click to edit Master title style</a:t>
            </a:r>
          </a:p>
        </p:txBody>
      </p:sp>
    </p:spTree>
    <p:extLst>
      <p:ext uri="{BB962C8B-B14F-4D97-AF65-F5344CB8AC3E}">
        <p14:creationId xmlns:p14="http://schemas.microsoft.com/office/powerpoint/2010/main" val="10675778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Picture with Caption">
    <p:bg>
      <p:bgPr>
        <a:solidFill>
          <a:srgbClr val="001B4D"/>
        </a:solidFill>
        <a:effectLst/>
      </p:bgPr>
    </p:bg>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90AFE7E0-13D0-FC56-5802-BC4E161A01B7}"/>
              </a:ext>
            </a:extLst>
          </p:cNvPr>
          <p:cNvSpPr>
            <a:spLocks noGrp="1"/>
          </p:cNvSpPr>
          <p:nvPr>
            <p:ph type="pic" sz="quarter" idx="10"/>
          </p:nvPr>
        </p:nvSpPr>
        <p:spPr>
          <a:xfrm>
            <a:off x="622300" y="1600200"/>
            <a:ext cx="1828801" cy="1828800"/>
          </a:xfrm>
          <a:solidFill>
            <a:schemeClr val="bg1">
              <a:lumMod val="95000"/>
            </a:schemeClr>
          </a:solidFill>
        </p:spPr>
        <p:txBody>
          <a:bodyPr/>
          <a:lstStyle>
            <a:lvl1pPr>
              <a:defRPr sz="1500"/>
            </a:lvl1pPr>
          </a:lstStyle>
          <a:p>
            <a:endParaRPr lang="en-US"/>
          </a:p>
        </p:txBody>
      </p:sp>
      <p:sp>
        <p:nvSpPr>
          <p:cNvPr id="14" name="Picture Placeholder 2">
            <a:extLst>
              <a:ext uri="{FF2B5EF4-FFF2-40B4-BE49-F238E27FC236}">
                <a16:creationId xmlns:a16="http://schemas.microsoft.com/office/drawing/2014/main" id="{85E21580-F245-B670-F787-BF63FAB4B46D}"/>
              </a:ext>
            </a:extLst>
          </p:cNvPr>
          <p:cNvSpPr>
            <a:spLocks noGrp="1"/>
          </p:cNvSpPr>
          <p:nvPr>
            <p:ph type="pic" sz="quarter" idx="11"/>
          </p:nvPr>
        </p:nvSpPr>
        <p:spPr>
          <a:xfrm>
            <a:off x="2890838" y="1600200"/>
            <a:ext cx="1828801" cy="1828800"/>
          </a:xfrm>
          <a:solidFill>
            <a:schemeClr val="bg1">
              <a:lumMod val="95000"/>
            </a:schemeClr>
          </a:solidFill>
        </p:spPr>
        <p:txBody>
          <a:bodyPr/>
          <a:lstStyle>
            <a:lvl1pPr>
              <a:defRPr sz="1500"/>
            </a:lvl1pPr>
          </a:lstStyle>
          <a:p>
            <a:endParaRPr lang="en-US"/>
          </a:p>
        </p:txBody>
      </p:sp>
      <p:sp>
        <p:nvSpPr>
          <p:cNvPr id="15" name="Picture Placeholder 2">
            <a:extLst>
              <a:ext uri="{FF2B5EF4-FFF2-40B4-BE49-F238E27FC236}">
                <a16:creationId xmlns:a16="http://schemas.microsoft.com/office/drawing/2014/main" id="{7B93E3A1-F86B-5848-E0D8-9B910D2CF8DA}"/>
              </a:ext>
            </a:extLst>
          </p:cNvPr>
          <p:cNvSpPr>
            <a:spLocks noGrp="1"/>
          </p:cNvSpPr>
          <p:nvPr>
            <p:ph type="pic" sz="quarter" idx="12"/>
          </p:nvPr>
        </p:nvSpPr>
        <p:spPr>
          <a:xfrm>
            <a:off x="5159376" y="1600200"/>
            <a:ext cx="1828801" cy="1828800"/>
          </a:xfrm>
          <a:solidFill>
            <a:schemeClr val="bg1">
              <a:lumMod val="95000"/>
            </a:schemeClr>
          </a:solidFill>
        </p:spPr>
        <p:txBody>
          <a:bodyPr/>
          <a:lstStyle>
            <a:lvl1pPr>
              <a:defRPr sz="1500"/>
            </a:lvl1pPr>
          </a:lstStyle>
          <a:p>
            <a:endParaRPr lang="en-US"/>
          </a:p>
        </p:txBody>
      </p:sp>
      <p:sp>
        <p:nvSpPr>
          <p:cNvPr id="16" name="Picture Placeholder 2">
            <a:extLst>
              <a:ext uri="{FF2B5EF4-FFF2-40B4-BE49-F238E27FC236}">
                <a16:creationId xmlns:a16="http://schemas.microsoft.com/office/drawing/2014/main" id="{E1A60634-D380-05B9-A200-4BC09F63215A}"/>
              </a:ext>
            </a:extLst>
          </p:cNvPr>
          <p:cNvSpPr>
            <a:spLocks noGrp="1"/>
          </p:cNvSpPr>
          <p:nvPr>
            <p:ph type="pic" sz="quarter" idx="13"/>
          </p:nvPr>
        </p:nvSpPr>
        <p:spPr>
          <a:xfrm>
            <a:off x="7427914" y="1600200"/>
            <a:ext cx="1828801" cy="1828800"/>
          </a:xfrm>
          <a:solidFill>
            <a:schemeClr val="bg1">
              <a:lumMod val="95000"/>
            </a:schemeClr>
          </a:solidFill>
        </p:spPr>
        <p:txBody>
          <a:bodyPr/>
          <a:lstStyle>
            <a:lvl1pPr>
              <a:defRPr sz="1500"/>
            </a:lvl1pPr>
          </a:lstStyle>
          <a:p>
            <a:endParaRPr lang="en-US" dirty="0"/>
          </a:p>
        </p:txBody>
      </p:sp>
      <p:sp>
        <p:nvSpPr>
          <p:cNvPr id="17" name="Picture Placeholder 2">
            <a:extLst>
              <a:ext uri="{FF2B5EF4-FFF2-40B4-BE49-F238E27FC236}">
                <a16:creationId xmlns:a16="http://schemas.microsoft.com/office/drawing/2014/main" id="{FB27992A-9435-FF68-91D5-AB177C86FC73}"/>
              </a:ext>
            </a:extLst>
          </p:cNvPr>
          <p:cNvSpPr>
            <a:spLocks noGrp="1"/>
          </p:cNvSpPr>
          <p:nvPr>
            <p:ph type="pic" sz="quarter" idx="14"/>
          </p:nvPr>
        </p:nvSpPr>
        <p:spPr>
          <a:xfrm>
            <a:off x="9696452" y="1600200"/>
            <a:ext cx="1828801" cy="1828800"/>
          </a:xfrm>
          <a:solidFill>
            <a:schemeClr val="bg1">
              <a:lumMod val="95000"/>
            </a:schemeClr>
          </a:solidFill>
        </p:spPr>
        <p:txBody>
          <a:bodyPr/>
          <a:lstStyle>
            <a:lvl1pPr>
              <a:defRPr sz="1500"/>
            </a:lvl1pPr>
          </a:lstStyle>
          <a:p>
            <a:endParaRPr lang="en-US"/>
          </a:p>
        </p:txBody>
      </p:sp>
      <p:sp>
        <p:nvSpPr>
          <p:cNvPr id="23" name="Picture Placeholder 2">
            <a:extLst>
              <a:ext uri="{FF2B5EF4-FFF2-40B4-BE49-F238E27FC236}">
                <a16:creationId xmlns:a16="http://schemas.microsoft.com/office/drawing/2014/main" id="{F1E11ABA-2F6F-AD00-6622-96402AE8B6A8}"/>
              </a:ext>
            </a:extLst>
          </p:cNvPr>
          <p:cNvSpPr>
            <a:spLocks noGrp="1"/>
          </p:cNvSpPr>
          <p:nvPr>
            <p:ph type="pic" sz="quarter" idx="15"/>
          </p:nvPr>
        </p:nvSpPr>
        <p:spPr>
          <a:xfrm>
            <a:off x="622300" y="3752850"/>
            <a:ext cx="1828801" cy="1828800"/>
          </a:xfrm>
          <a:solidFill>
            <a:schemeClr val="bg1">
              <a:lumMod val="95000"/>
            </a:schemeClr>
          </a:solidFill>
        </p:spPr>
        <p:txBody>
          <a:bodyPr/>
          <a:lstStyle>
            <a:lvl1pPr>
              <a:defRPr sz="1500"/>
            </a:lvl1pPr>
          </a:lstStyle>
          <a:p>
            <a:endParaRPr lang="en-US"/>
          </a:p>
        </p:txBody>
      </p:sp>
      <p:sp>
        <p:nvSpPr>
          <p:cNvPr id="24" name="Picture Placeholder 2">
            <a:extLst>
              <a:ext uri="{FF2B5EF4-FFF2-40B4-BE49-F238E27FC236}">
                <a16:creationId xmlns:a16="http://schemas.microsoft.com/office/drawing/2014/main" id="{E9A3798F-F75E-B413-49AE-B6F4D96322FF}"/>
              </a:ext>
            </a:extLst>
          </p:cNvPr>
          <p:cNvSpPr>
            <a:spLocks noGrp="1"/>
          </p:cNvSpPr>
          <p:nvPr>
            <p:ph type="pic" sz="quarter" idx="16"/>
          </p:nvPr>
        </p:nvSpPr>
        <p:spPr>
          <a:xfrm>
            <a:off x="2890838" y="3752850"/>
            <a:ext cx="1828801" cy="1828800"/>
          </a:xfrm>
          <a:solidFill>
            <a:schemeClr val="bg1">
              <a:lumMod val="95000"/>
            </a:schemeClr>
          </a:solidFill>
        </p:spPr>
        <p:txBody>
          <a:bodyPr/>
          <a:lstStyle>
            <a:lvl1pPr>
              <a:defRPr sz="1500"/>
            </a:lvl1pPr>
          </a:lstStyle>
          <a:p>
            <a:endParaRPr lang="en-US"/>
          </a:p>
        </p:txBody>
      </p:sp>
      <p:sp>
        <p:nvSpPr>
          <p:cNvPr id="25" name="Picture Placeholder 2">
            <a:extLst>
              <a:ext uri="{FF2B5EF4-FFF2-40B4-BE49-F238E27FC236}">
                <a16:creationId xmlns:a16="http://schemas.microsoft.com/office/drawing/2014/main" id="{614A16FD-3307-D7FB-6483-52A5C31098D0}"/>
              </a:ext>
            </a:extLst>
          </p:cNvPr>
          <p:cNvSpPr>
            <a:spLocks noGrp="1"/>
          </p:cNvSpPr>
          <p:nvPr>
            <p:ph type="pic" sz="quarter" idx="17"/>
          </p:nvPr>
        </p:nvSpPr>
        <p:spPr>
          <a:xfrm>
            <a:off x="5159376" y="3752850"/>
            <a:ext cx="1828801" cy="1828800"/>
          </a:xfrm>
          <a:solidFill>
            <a:schemeClr val="bg1">
              <a:lumMod val="95000"/>
            </a:schemeClr>
          </a:solidFill>
        </p:spPr>
        <p:txBody>
          <a:bodyPr/>
          <a:lstStyle>
            <a:lvl1pPr>
              <a:defRPr sz="1500"/>
            </a:lvl1pPr>
          </a:lstStyle>
          <a:p>
            <a:endParaRPr lang="en-US"/>
          </a:p>
        </p:txBody>
      </p:sp>
      <p:sp>
        <p:nvSpPr>
          <p:cNvPr id="26" name="Picture Placeholder 2">
            <a:extLst>
              <a:ext uri="{FF2B5EF4-FFF2-40B4-BE49-F238E27FC236}">
                <a16:creationId xmlns:a16="http://schemas.microsoft.com/office/drawing/2014/main" id="{EEA5B065-0239-646D-0C09-0596844EF55C}"/>
              </a:ext>
            </a:extLst>
          </p:cNvPr>
          <p:cNvSpPr>
            <a:spLocks noGrp="1"/>
          </p:cNvSpPr>
          <p:nvPr>
            <p:ph type="pic" sz="quarter" idx="18"/>
          </p:nvPr>
        </p:nvSpPr>
        <p:spPr>
          <a:xfrm>
            <a:off x="7427914" y="3752850"/>
            <a:ext cx="1828801" cy="1828800"/>
          </a:xfrm>
          <a:solidFill>
            <a:schemeClr val="bg1">
              <a:lumMod val="95000"/>
            </a:schemeClr>
          </a:solidFill>
        </p:spPr>
        <p:txBody>
          <a:bodyPr/>
          <a:lstStyle>
            <a:lvl1pPr>
              <a:defRPr sz="1500"/>
            </a:lvl1pPr>
          </a:lstStyle>
          <a:p>
            <a:endParaRPr lang="en-US"/>
          </a:p>
        </p:txBody>
      </p:sp>
      <p:sp>
        <p:nvSpPr>
          <p:cNvPr id="27" name="Picture Placeholder 2">
            <a:extLst>
              <a:ext uri="{FF2B5EF4-FFF2-40B4-BE49-F238E27FC236}">
                <a16:creationId xmlns:a16="http://schemas.microsoft.com/office/drawing/2014/main" id="{9972B1E5-9F94-B5C2-796B-D18122CA922A}"/>
              </a:ext>
            </a:extLst>
          </p:cNvPr>
          <p:cNvSpPr>
            <a:spLocks noGrp="1"/>
          </p:cNvSpPr>
          <p:nvPr>
            <p:ph type="pic" sz="quarter" idx="19"/>
          </p:nvPr>
        </p:nvSpPr>
        <p:spPr>
          <a:xfrm>
            <a:off x="9696452" y="3752850"/>
            <a:ext cx="1828801" cy="1828800"/>
          </a:xfrm>
          <a:solidFill>
            <a:schemeClr val="bg1">
              <a:lumMod val="95000"/>
            </a:schemeClr>
          </a:solidFill>
        </p:spPr>
        <p:txBody>
          <a:bodyPr/>
          <a:lstStyle>
            <a:lvl1pPr>
              <a:defRPr sz="1500"/>
            </a:lvl1pPr>
          </a:lstStyle>
          <a:p>
            <a:endParaRPr lang="en-US"/>
          </a:p>
        </p:txBody>
      </p:sp>
      <p:pic>
        <p:nvPicPr>
          <p:cNvPr id="2" name="Picture 1" descr="Logo, company name&#10;&#10;Description automatically generated">
            <a:extLst>
              <a:ext uri="{FF2B5EF4-FFF2-40B4-BE49-F238E27FC236}">
                <a16:creationId xmlns:a16="http://schemas.microsoft.com/office/drawing/2014/main" id="{6E97445D-AA3E-4FF1-5C3D-A2CF07C45D6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17943" y="27044"/>
            <a:ext cx="1045812" cy="981307"/>
          </a:xfrm>
          <a:prstGeom prst="rect">
            <a:avLst/>
          </a:prstGeom>
        </p:spPr>
      </p:pic>
      <p:sp>
        <p:nvSpPr>
          <p:cNvPr id="3" name="Rectangle 6">
            <a:extLst>
              <a:ext uri="{FF2B5EF4-FFF2-40B4-BE49-F238E27FC236}">
                <a16:creationId xmlns:a16="http://schemas.microsoft.com/office/drawing/2014/main" id="{D4643407-354C-EF13-0031-A2AB96E23A43}"/>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spTree>
    <p:extLst>
      <p:ext uri="{BB962C8B-B14F-4D97-AF65-F5344CB8AC3E}">
        <p14:creationId xmlns:p14="http://schemas.microsoft.com/office/powerpoint/2010/main" val="38009964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254000" y="1206631"/>
            <a:ext cx="5842000" cy="5016369"/>
          </a:xfrm>
          <a:solidFill>
            <a:schemeClr val="bg1">
              <a:lumMod val="95000"/>
            </a:schemeClr>
          </a:solidFill>
        </p:spPr>
        <p:txBody>
          <a:bodyPr/>
          <a:lstStyle>
            <a:lvl1pPr>
              <a:defRPr>
                <a:solidFill>
                  <a:schemeClr val="tx2"/>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5" name="Picture 10" descr="APU Logo Final-medium.jpg">
            <a:extLst>
              <a:ext uri="{FF2B5EF4-FFF2-40B4-BE49-F238E27FC236}">
                <a16:creationId xmlns:a16="http://schemas.microsoft.com/office/drawing/2014/main" id="{1CD8D465-41A1-E0A8-A8B4-C64FB4642DA6}"/>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Picture Placeholder 13">
            <a:extLst>
              <a:ext uri="{FF2B5EF4-FFF2-40B4-BE49-F238E27FC236}">
                <a16:creationId xmlns:a16="http://schemas.microsoft.com/office/drawing/2014/main" id="{8F4BC8B8-56DE-CC45-EB9C-7BE8295CB9FF}"/>
              </a:ext>
            </a:extLst>
          </p:cNvPr>
          <p:cNvSpPr>
            <a:spLocks noGrp="1"/>
          </p:cNvSpPr>
          <p:nvPr>
            <p:ph type="pic" sz="quarter" idx="13"/>
          </p:nvPr>
        </p:nvSpPr>
        <p:spPr>
          <a:xfrm>
            <a:off x="6408564" y="1"/>
            <a:ext cx="5783436" cy="6223000"/>
          </a:xfrm>
          <a:prstGeom prst="rect">
            <a:avLst/>
          </a:prstGeom>
          <a:solidFill>
            <a:schemeClr val="bg1">
              <a:lumMod val="95000"/>
            </a:schemeClr>
          </a:solidFill>
          <a:effectLst/>
        </p:spPr>
        <p:txBody>
          <a:bodyPr>
            <a:normAutofit/>
          </a:bodyPr>
          <a:lstStyle>
            <a:lvl1pPr marL="0" indent="0">
              <a:buNone/>
              <a:defRPr sz="2000">
                <a:ln>
                  <a:noFill/>
                </a:ln>
                <a:solidFill>
                  <a:schemeClr val="bg1">
                    <a:lumMod val="85000"/>
                  </a:schemeClr>
                </a:solidFill>
                <a:latin typeface="+mj-lt"/>
                <a:ea typeface="Lato Light" charset="0"/>
                <a:cs typeface="Lato Light" charset="0"/>
              </a:defRPr>
            </a:lvl1pPr>
          </a:lstStyle>
          <a:p>
            <a:endParaRPr lang="en-US" dirty="0"/>
          </a:p>
        </p:txBody>
      </p:sp>
    </p:spTree>
    <p:extLst>
      <p:ext uri="{BB962C8B-B14F-4D97-AF65-F5344CB8AC3E}">
        <p14:creationId xmlns:p14="http://schemas.microsoft.com/office/powerpoint/2010/main" val="65314510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3_Picture with Caption">
    <p:bg>
      <p:bgPr>
        <a:solidFill>
          <a:srgbClr val="001B4D"/>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254000" y="1206631"/>
            <a:ext cx="5842000" cy="5016369"/>
          </a:xfrm>
          <a:solidFill>
            <a:schemeClr val="tx1">
              <a:lumMod val="95000"/>
            </a:schemeClr>
          </a:solidFill>
        </p:spPr>
        <p:txBody>
          <a:bodyPr/>
          <a:lstStyle>
            <a:lvl1pPr>
              <a:defRPr>
                <a:solidFill>
                  <a:schemeClr val="accent5"/>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Picture Placeholder 13">
            <a:extLst>
              <a:ext uri="{FF2B5EF4-FFF2-40B4-BE49-F238E27FC236}">
                <a16:creationId xmlns:a16="http://schemas.microsoft.com/office/drawing/2014/main" id="{8F4BC8B8-56DE-CC45-EB9C-7BE8295CB9FF}"/>
              </a:ext>
            </a:extLst>
          </p:cNvPr>
          <p:cNvSpPr>
            <a:spLocks noGrp="1"/>
          </p:cNvSpPr>
          <p:nvPr>
            <p:ph type="pic" sz="quarter" idx="13"/>
          </p:nvPr>
        </p:nvSpPr>
        <p:spPr>
          <a:xfrm>
            <a:off x="6408564" y="1"/>
            <a:ext cx="5783436" cy="6223000"/>
          </a:xfrm>
          <a:prstGeom prst="rect">
            <a:avLst/>
          </a:prstGeom>
          <a:solidFill>
            <a:schemeClr val="tx1">
              <a:lumMod val="95000"/>
            </a:schemeClr>
          </a:solidFill>
          <a:effectLst/>
        </p:spPr>
        <p:txBody>
          <a:bodyPr>
            <a:normAutofit/>
          </a:bodyPr>
          <a:lstStyle>
            <a:lvl1pPr marL="0" indent="0">
              <a:buNone/>
              <a:defRPr sz="2000">
                <a:ln>
                  <a:noFill/>
                </a:ln>
                <a:solidFill>
                  <a:schemeClr val="bg1">
                    <a:lumMod val="85000"/>
                  </a:schemeClr>
                </a:solidFill>
                <a:latin typeface="+mj-lt"/>
                <a:ea typeface="Lato Light" charset="0"/>
                <a:cs typeface="Lato Light" charset="0"/>
              </a:defRPr>
            </a:lvl1pPr>
          </a:lstStyle>
          <a:p>
            <a:endParaRPr lang="en-US" dirty="0"/>
          </a:p>
        </p:txBody>
      </p:sp>
      <p:pic>
        <p:nvPicPr>
          <p:cNvPr id="3" name="Picture 2" descr="Logo, company name&#10;&#10;Description automatically generated">
            <a:extLst>
              <a:ext uri="{FF2B5EF4-FFF2-40B4-BE49-F238E27FC236}">
                <a16:creationId xmlns:a16="http://schemas.microsoft.com/office/drawing/2014/main" id="{894E1089-2642-1F16-6D34-0AA470DAB44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411" y="27044"/>
            <a:ext cx="977178" cy="981307"/>
          </a:xfrm>
          <a:prstGeom prst="rect">
            <a:avLst/>
          </a:prstGeom>
        </p:spPr>
      </p:pic>
    </p:spTree>
    <p:extLst>
      <p:ext uri="{BB962C8B-B14F-4D97-AF65-F5344CB8AC3E}">
        <p14:creationId xmlns:p14="http://schemas.microsoft.com/office/powerpoint/2010/main" val="3054814904"/>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pic>
        <p:nvPicPr>
          <p:cNvPr id="4" name="Picture 10" descr="APU Logo Final-medium.jpg">
            <a:extLst>
              <a:ext uri="{FF2B5EF4-FFF2-40B4-BE49-F238E27FC236}">
                <a16:creationId xmlns:a16="http://schemas.microsoft.com/office/drawing/2014/main" id="{C97ADB29-0190-8E6A-A68B-AEBB217C0E8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Picture Placeholder 13">
            <a:extLst>
              <a:ext uri="{FF2B5EF4-FFF2-40B4-BE49-F238E27FC236}">
                <a16:creationId xmlns:a16="http://schemas.microsoft.com/office/drawing/2014/main" id="{EAE3BF1D-7538-D216-ADA6-8A61272CEC05}"/>
              </a:ext>
            </a:extLst>
          </p:cNvPr>
          <p:cNvSpPr>
            <a:spLocks noGrp="1"/>
          </p:cNvSpPr>
          <p:nvPr>
            <p:ph type="pic" sz="quarter" idx="22"/>
          </p:nvPr>
        </p:nvSpPr>
        <p:spPr>
          <a:xfrm>
            <a:off x="100485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6" name="Picture Placeholder 13">
            <a:extLst>
              <a:ext uri="{FF2B5EF4-FFF2-40B4-BE49-F238E27FC236}">
                <a16:creationId xmlns:a16="http://schemas.microsoft.com/office/drawing/2014/main" id="{793A658E-0EDC-3F4C-BFB3-E8CA966F34DD}"/>
              </a:ext>
            </a:extLst>
          </p:cNvPr>
          <p:cNvSpPr>
            <a:spLocks noGrp="1"/>
          </p:cNvSpPr>
          <p:nvPr>
            <p:ph type="pic" sz="quarter" idx="23"/>
          </p:nvPr>
        </p:nvSpPr>
        <p:spPr>
          <a:xfrm>
            <a:off x="76609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7" name="Picture Placeholder 13">
            <a:extLst>
              <a:ext uri="{FF2B5EF4-FFF2-40B4-BE49-F238E27FC236}">
                <a16:creationId xmlns:a16="http://schemas.microsoft.com/office/drawing/2014/main" id="{A1C42F19-22A5-A6AA-F9A6-B990F2E4BD44}"/>
              </a:ext>
            </a:extLst>
          </p:cNvPr>
          <p:cNvSpPr>
            <a:spLocks noGrp="1"/>
          </p:cNvSpPr>
          <p:nvPr>
            <p:ph type="pic" sz="quarter" idx="24"/>
          </p:nvPr>
        </p:nvSpPr>
        <p:spPr>
          <a:xfrm>
            <a:off x="52733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8" name="Content Placeholder 2">
            <a:extLst>
              <a:ext uri="{FF2B5EF4-FFF2-40B4-BE49-F238E27FC236}">
                <a16:creationId xmlns:a16="http://schemas.microsoft.com/office/drawing/2014/main" id="{63F88012-5D39-66F9-BCBC-E3DED48089D2}"/>
              </a:ext>
            </a:extLst>
          </p:cNvPr>
          <p:cNvSpPr>
            <a:spLocks noGrp="1"/>
          </p:cNvSpPr>
          <p:nvPr>
            <p:ph idx="1"/>
          </p:nvPr>
        </p:nvSpPr>
        <p:spPr>
          <a:xfrm>
            <a:off x="254001" y="1697038"/>
            <a:ext cx="4775200" cy="4525962"/>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5071734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and Vertical Text">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5"/>
                </a:solidFill>
              </a:defRPr>
            </a:lvl1pPr>
          </a:lstStyle>
          <a:p>
            <a:r>
              <a:rPr lang="en-US"/>
              <a:t>Click to edit Master title style</a:t>
            </a:r>
            <a:endParaRPr lang="en-GB"/>
          </a:p>
        </p:txBody>
      </p:sp>
      <p:sp>
        <p:nvSpPr>
          <p:cNvPr id="4" name="Picture Placeholder 13">
            <a:extLst>
              <a:ext uri="{FF2B5EF4-FFF2-40B4-BE49-F238E27FC236}">
                <a16:creationId xmlns:a16="http://schemas.microsoft.com/office/drawing/2014/main" id="{61A374B0-731A-1D13-1D15-DEB568D14EEC}"/>
              </a:ext>
            </a:extLst>
          </p:cNvPr>
          <p:cNvSpPr>
            <a:spLocks noGrp="1"/>
          </p:cNvSpPr>
          <p:nvPr>
            <p:ph type="pic" sz="quarter" idx="22"/>
          </p:nvPr>
        </p:nvSpPr>
        <p:spPr>
          <a:xfrm>
            <a:off x="100485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5" name="Picture Placeholder 13">
            <a:extLst>
              <a:ext uri="{FF2B5EF4-FFF2-40B4-BE49-F238E27FC236}">
                <a16:creationId xmlns:a16="http://schemas.microsoft.com/office/drawing/2014/main" id="{6DD384CD-5B1D-00AA-C88E-51863CE859A3}"/>
              </a:ext>
            </a:extLst>
          </p:cNvPr>
          <p:cNvSpPr>
            <a:spLocks noGrp="1"/>
          </p:cNvSpPr>
          <p:nvPr>
            <p:ph type="pic" sz="quarter" idx="23"/>
          </p:nvPr>
        </p:nvSpPr>
        <p:spPr>
          <a:xfrm>
            <a:off x="76609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6" name="Picture Placeholder 13">
            <a:extLst>
              <a:ext uri="{FF2B5EF4-FFF2-40B4-BE49-F238E27FC236}">
                <a16:creationId xmlns:a16="http://schemas.microsoft.com/office/drawing/2014/main" id="{C0E62B52-2676-DD95-FD76-B834BA0270EA}"/>
              </a:ext>
            </a:extLst>
          </p:cNvPr>
          <p:cNvSpPr>
            <a:spLocks noGrp="1"/>
          </p:cNvSpPr>
          <p:nvPr>
            <p:ph type="pic" sz="quarter" idx="24"/>
          </p:nvPr>
        </p:nvSpPr>
        <p:spPr>
          <a:xfrm>
            <a:off x="52733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7" name="Content Placeholder 2">
            <a:extLst>
              <a:ext uri="{FF2B5EF4-FFF2-40B4-BE49-F238E27FC236}">
                <a16:creationId xmlns:a16="http://schemas.microsoft.com/office/drawing/2014/main" id="{9374EF56-AF27-D8AD-DACE-E5CE66A7D32A}"/>
              </a:ext>
            </a:extLst>
          </p:cNvPr>
          <p:cNvSpPr>
            <a:spLocks noGrp="1"/>
          </p:cNvSpPr>
          <p:nvPr>
            <p:ph idx="1"/>
          </p:nvPr>
        </p:nvSpPr>
        <p:spPr>
          <a:xfrm>
            <a:off x="254001" y="1697038"/>
            <a:ext cx="4775200"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9" name="Picture 8" descr="Logo, company name&#10;&#10;Description automatically generated">
            <a:extLst>
              <a:ext uri="{FF2B5EF4-FFF2-40B4-BE49-F238E27FC236}">
                <a16:creationId xmlns:a16="http://schemas.microsoft.com/office/drawing/2014/main" id="{890E9656-A63D-02CF-0218-527AB2D41C9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17943" y="27044"/>
            <a:ext cx="1045812" cy="981307"/>
          </a:xfrm>
          <a:prstGeom prst="rect">
            <a:avLst/>
          </a:prstGeom>
        </p:spPr>
      </p:pic>
    </p:spTree>
    <p:extLst>
      <p:ext uri="{BB962C8B-B14F-4D97-AF65-F5344CB8AC3E}">
        <p14:creationId xmlns:p14="http://schemas.microsoft.com/office/powerpoint/2010/main" val="21748052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2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254000" y="1206631"/>
            <a:ext cx="5277005" cy="5016369"/>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5" name="Picture 10" descr="APU Logo Final-medium.jpg">
            <a:extLst>
              <a:ext uri="{FF2B5EF4-FFF2-40B4-BE49-F238E27FC236}">
                <a16:creationId xmlns:a16="http://schemas.microsoft.com/office/drawing/2014/main" id="{1CD8D465-41A1-E0A8-A8B4-C64FB4642DA6}"/>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0148288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8_Picture with Caption">
    <p:bg>
      <p:bgPr>
        <a:solidFill>
          <a:srgbClr val="001B4D"/>
        </a:solidFill>
        <a:effectLst/>
      </p:bgPr>
    </p:bg>
    <p:spTree>
      <p:nvGrpSpPr>
        <p:cNvPr id="1" name=""/>
        <p:cNvGrpSpPr/>
        <p:nvPr/>
      </p:nvGrpSpPr>
      <p:grpSpPr>
        <a:xfrm>
          <a:off x="0" y="0"/>
          <a:ext cx="0" cy="0"/>
          <a:chOff x="0" y="0"/>
          <a:chExt cx="0" cy="0"/>
        </a:xfrm>
      </p:grpSpPr>
      <p:pic>
        <p:nvPicPr>
          <p:cNvPr id="2" name="Picture 1" descr="Logo, company name&#10;&#10;Description automatically generated">
            <a:extLst>
              <a:ext uri="{FF2B5EF4-FFF2-40B4-BE49-F238E27FC236}">
                <a16:creationId xmlns:a16="http://schemas.microsoft.com/office/drawing/2014/main" id="{6F99F1D5-796D-B18C-4706-ECD5827DB66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411" y="27044"/>
            <a:ext cx="977178" cy="981307"/>
          </a:xfrm>
          <a:prstGeom prst="rect">
            <a:avLst/>
          </a:prstGeom>
        </p:spPr>
      </p:pic>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254000" y="1206631"/>
            <a:ext cx="5277005" cy="501636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59511888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E2CC42D-17CB-E638-B81A-110B1B3F2E94}"/>
              </a:ext>
            </a:extLst>
          </p:cNvPr>
          <p:cNvSpPr>
            <a:spLocks noGrp="1"/>
          </p:cNvSpPr>
          <p:nvPr>
            <p:ph idx="1"/>
          </p:nvPr>
        </p:nvSpPr>
        <p:spPr>
          <a:xfrm>
            <a:off x="254000" y="1697038"/>
            <a:ext cx="5277005" cy="4525962"/>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Rectangle 6">
            <a:extLst>
              <a:ext uri="{FF2B5EF4-FFF2-40B4-BE49-F238E27FC236}">
                <a16:creationId xmlns:a16="http://schemas.microsoft.com/office/drawing/2014/main" id="{6B45A787-9C75-0736-994E-7B094F400367}"/>
              </a:ext>
            </a:extLst>
          </p:cNvPr>
          <p:cNvSpPr>
            <a:spLocks noGrp="1" noChangeArrowheads="1"/>
          </p:cNvSpPr>
          <p:nvPr>
            <p:ph type="title"/>
          </p:nvPr>
        </p:nvSpPr>
        <p:spPr bwMode="auto">
          <a:xfrm>
            <a:off x="295352" y="274638"/>
            <a:ext cx="708675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tx2"/>
                </a:solidFill>
              </a:defRPr>
            </a:lvl1pPr>
          </a:lstStyle>
          <a:p>
            <a:pPr lvl="0"/>
            <a:r>
              <a:rPr lang="en-GB" altLang="en-US" dirty="0"/>
              <a:t>Click to edit Master title style</a:t>
            </a:r>
          </a:p>
        </p:txBody>
      </p:sp>
      <p:pic>
        <p:nvPicPr>
          <p:cNvPr id="2" name="Picture 10" descr="APU Logo Final-medium.jpg">
            <a:extLst>
              <a:ext uri="{FF2B5EF4-FFF2-40B4-BE49-F238E27FC236}">
                <a16:creationId xmlns:a16="http://schemas.microsoft.com/office/drawing/2014/main" id="{E3F9F65D-AB78-8571-A238-B3743684A64B}"/>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8416936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9_Picture with Caption">
    <p:bg>
      <p:bgPr>
        <a:solidFill>
          <a:srgbClr val="001B4D"/>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E2CC42D-17CB-E638-B81A-110B1B3F2E94}"/>
              </a:ext>
            </a:extLst>
          </p:cNvPr>
          <p:cNvSpPr>
            <a:spLocks noGrp="1"/>
          </p:cNvSpPr>
          <p:nvPr>
            <p:ph idx="1"/>
          </p:nvPr>
        </p:nvSpPr>
        <p:spPr>
          <a:xfrm>
            <a:off x="254000" y="1697038"/>
            <a:ext cx="5277005"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Rectangle 6">
            <a:extLst>
              <a:ext uri="{FF2B5EF4-FFF2-40B4-BE49-F238E27FC236}">
                <a16:creationId xmlns:a16="http://schemas.microsoft.com/office/drawing/2014/main" id="{6B45A787-9C75-0736-994E-7B094F400367}"/>
              </a:ext>
            </a:extLst>
          </p:cNvPr>
          <p:cNvSpPr>
            <a:spLocks noGrp="1" noChangeArrowheads="1"/>
          </p:cNvSpPr>
          <p:nvPr>
            <p:ph type="title"/>
          </p:nvPr>
        </p:nvSpPr>
        <p:spPr bwMode="auto">
          <a:xfrm>
            <a:off x="295352" y="274638"/>
            <a:ext cx="708675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EDC140F1-7C93-36F2-49E9-260DAC6B7E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17943" y="27044"/>
            <a:ext cx="1045812" cy="981307"/>
          </a:xfrm>
          <a:prstGeom prst="rect">
            <a:avLst/>
          </a:prstGeom>
        </p:spPr>
      </p:pic>
    </p:spTree>
    <p:extLst>
      <p:ext uri="{BB962C8B-B14F-4D97-AF65-F5344CB8AC3E}">
        <p14:creationId xmlns:p14="http://schemas.microsoft.com/office/powerpoint/2010/main" val="186316229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4" name="Picture Placeholder 12">
            <a:extLst>
              <a:ext uri="{FF2B5EF4-FFF2-40B4-BE49-F238E27FC236}">
                <a16:creationId xmlns:a16="http://schemas.microsoft.com/office/drawing/2014/main" id="{458D67BC-08A8-B641-2D7F-240DC17CDE3A}"/>
              </a:ext>
            </a:extLst>
          </p:cNvPr>
          <p:cNvSpPr>
            <a:spLocks noGrp="1"/>
          </p:cNvSpPr>
          <p:nvPr>
            <p:ph type="pic" sz="quarter" idx="10"/>
          </p:nvPr>
        </p:nvSpPr>
        <p:spPr>
          <a:xfrm>
            <a:off x="2752140" y="0"/>
            <a:ext cx="2066602" cy="2902857"/>
          </a:xfrm>
          <a:custGeom>
            <a:avLst/>
            <a:gdLst>
              <a:gd name="connsiteX0" fmla="*/ 0 w 2066602"/>
              <a:gd name="connsiteY0" fmla="*/ 0 h 2902857"/>
              <a:gd name="connsiteX1" fmla="*/ 2066602 w 2066602"/>
              <a:gd name="connsiteY1" fmla="*/ 0 h 2902857"/>
              <a:gd name="connsiteX2" fmla="*/ 2066602 w 2066602"/>
              <a:gd name="connsiteY2" fmla="*/ 2902857 h 2902857"/>
              <a:gd name="connsiteX3" fmla="*/ 0 w 2066602"/>
              <a:gd name="connsiteY3" fmla="*/ 2902857 h 2902857"/>
            </a:gdLst>
            <a:ahLst/>
            <a:cxnLst>
              <a:cxn ang="0">
                <a:pos x="connsiteX0" y="connsiteY0"/>
              </a:cxn>
              <a:cxn ang="0">
                <a:pos x="connsiteX1" y="connsiteY1"/>
              </a:cxn>
              <a:cxn ang="0">
                <a:pos x="connsiteX2" y="connsiteY2"/>
              </a:cxn>
              <a:cxn ang="0">
                <a:pos x="connsiteX3" y="connsiteY3"/>
              </a:cxn>
            </a:cxnLst>
            <a:rect l="l" t="t" r="r" b="b"/>
            <a:pathLst>
              <a:path w="2066602" h="2902857">
                <a:moveTo>
                  <a:pt x="0" y="0"/>
                </a:moveTo>
                <a:lnTo>
                  <a:pt x="2066602" y="0"/>
                </a:lnTo>
                <a:lnTo>
                  <a:pt x="2066602" y="2902857"/>
                </a:lnTo>
                <a:lnTo>
                  <a:pt x="0" y="2902857"/>
                </a:lnTo>
                <a:close/>
              </a:path>
            </a:pathLst>
          </a:custGeom>
          <a:solidFill>
            <a:schemeClr val="bg1">
              <a:lumMod val="95000"/>
            </a:schemeClr>
          </a:solidFill>
        </p:spPr>
        <p:txBody>
          <a:bodyPr wrap="square">
            <a:noAutofit/>
          </a:bodyPr>
          <a:lstStyle>
            <a:lvl1pPr>
              <a:defRPr sz="1200"/>
            </a:lvl1pPr>
          </a:lstStyle>
          <a:p>
            <a:endParaRPr lang="en-ID"/>
          </a:p>
        </p:txBody>
      </p:sp>
      <p:sp>
        <p:nvSpPr>
          <p:cNvPr id="5" name="Picture Placeholder 13">
            <a:extLst>
              <a:ext uri="{FF2B5EF4-FFF2-40B4-BE49-F238E27FC236}">
                <a16:creationId xmlns:a16="http://schemas.microsoft.com/office/drawing/2014/main" id="{91A76DD4-43F7-C972-85EA-CAFDE2FA0410}"/>
              </a:ext>
            </a:extLst>
          </p:cNvPr>
          <p:cNvSpPr>
            <a:spLocks noGrp="1"/>
          </p:cNvSpPr>
          <p:nvPr>
            <p:ph type="pic" sz="quarter" idx="11"/>
          </p:nvPr>
        </p:nvSpPr>
        <p:spPr>
          <a:xfrm>
            <a:off x="2752140" y="3033601"/>
            <a:ext cx="206660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1200"/>
            </a:lvl1pPr>
          </a:lstStyle>
          <a:p>
            <a:endParaRPr lang="en-ID"/>
          </a:p>
        </p:txBody>
      </p:sp>
      <p:sp>
        <p:nvSpPr>
          <p:cNvPr id="6" name="Picture Placeholder 11">
            <a:extLst>
              <a:ext uri="{FF2B5EF4-FFF2-40B4-BE49-F238E27FC236}">
                <a16:creationId xmlns:a16="http://schemas.microsoft.com/office/drawing/2014/main" id="{10D0C3E1-B2D7-E36D-87E0-ECAB470B2D28}"/>
              </a:ext>
            </a:extLst>
          </p:cNvPr>
          <p:cNvSpPr>
            <a:spLocks noGrp="1"/>
          </p:cNvSpPr>
          <p:nvPr>
            <p:ph type="pic" sz="quarter" idx="12"/>
          </p:nvPr>
        </p:nvSpPr>
        <p:spPr>
          <a:xfrm>
            <a:off x="537027" y="798286"/>
            <a:ext cx="206660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1200"/>
            </a:lvl1pPr>
          </a:lstStyle>
          <a:p>
            <a:endParaRPr lang="en-ID"/>
          </a:p>
        </p:txBody>
      </p:sp>
      <p:sp>
        <p:nvSpPr>
          <p:cNvPr id="7" name="Picture Placeholder 14">
            <a:extLst>
              <a:ext uri="{FF2B5EF4-FFF2-40B4-BE49-F238E27FC236}">
                <a16:creationId xmlns:a16="http://schemas.microsoft.com/office/drawing/2014/main" id="{62331960-A4CD-E907-ACF8-2904680BADA6}"/>
              </a:ext>
            </a:extLst>
          </p:cNvPr>
          <p:cNvSpPr>
            <a:spLocks noGrp="1"/>
          </p:cNvSpPr>
          <p:nvPr>
            <p:ph type="pic" sz="quarter" idx="13"/>
          </p:nvPr>
        </p:nvSpPr>
        <p:spPr>
          <a:xfrm>
            <a:off x="537027" y="4277251"/>
            <a:ext cx="2066602" cy="2072748"/>
          </a:xfrm>
          <a:custGeom>
            <a:avLst/>
            <a:gdLst>
              <a:gd name="connsiteX0" fmla="*/ 0 w 2066602"/>
              <a:gd name="connsiteY0" fmla="*/ 0 h 2072748"/>
              <a:gd name="connsiteX1" fmla="*/ 2066602 w 2066602"/>
              <a:gd name="connsiteY1" fmla="*/ 0 h 2072748"/>
              <a:gd name="connsiteX2" fmla="*/ 2066602 w 2066602"/>
              <a:gd name="connsiteY2" fmla="*/ 2072748 h 2072748"/>
              <a:gd name="connsiteX3" fmla="*/ 0 w 2066602"/>
              <a:gd name="connsiteY3" fmla="*/ 2072748 h 2072748"/>
            </a:gdLst>
            <a:ahLst/>
            <a:cxnLst>
              <a:cxn ang="0">
                <a:pos x="connsiteX0" y="connsiteY0"/>
              </a:cxn>
              <a:cxn ang="0">
                <a:pos x="connsiteX1" y="connsiteY1"/>
              </a:cxn>
              <a:cxn ang="0">
                <a:pos x="connsiteX2" y="connsiteY2"/>
              </a:cxn>
              <a:cxn ang="0">
                <a:pos x="connsiteX3" y="connsiteY3"/>
              </a:cxn>
            </a:cxnLst>
            <a:rect l="l" t="t" r="r" b="b"/>
            <a:pathLst>
              <a:path w="2066602" h="2072748">
                <a:moveTo>
                  <a:pt x="0" y="0"/>
                </a:moveTo>
                <a:lnTo>
                  <a:pt x="2066602" y="0"/>
                </a:lnTo>
                <a:lnTo>
                  <a:pt x="2066602" y="2072748"/>
                </a:lnTo>
                <a:lnTo>
                  <a:pt x="0" y="2072748"/>
                </a:lnTo>
                <a:close/>
              </a:path>
            </a:pathLst>
          </a:custGeom>
          <a:solidFill>
            <a:schemeClr val="bg1">
              <a:lumMod val="95000"/>
            </a:schemeClr>
          </a:solidFill>
        </p:spPr>
        <p:txBody>
          <a:bodyPr wrap="square">
            <a:noAutofit/>
          </a:bodyPr>
          <a:lstStyle>
            <a:lvl1pPr>
              <a:defRPr sz="1200"/>
            </a:lvl1pPr>
          </a:lstStyle>
          <a:p>
            <a:endParaRPr lang="en-ID" dirty="0"/>
          </a:p>
        </p:txBody>
      </p:sp>
      <p:sp>
        <p:nvSpPr>
          <p:cNvPr id="8" name="Content Placeholder 2">
            <a:extLst>
              <a:ext uri="{FF2B5EF4-FFF2-40B4-BE49-F238E27FC236}">
                <a16:creationId xmlns:a16="http://schemas.microsoft.com/office/drawing/2014/main" id="{077A9D95-A204-E92E-A5F8-1E263A7A8A30}"/>
              </a:ext>
            </a:extLst>
          </p:cNvPr>
          <p:cNvSpPr>
            <a:spLocks noGrp="1"/>
          </p:cNvSpPr>
          <p:nvPr>
            <p:ph idx="1"/>
          </p:nvPr>
        </p:nvSpPr>
        <p:spPr>
          <a:xfrm>
            <a:off x="5071533" y="273051"/>
            <a:ext cx="6815667" cy="5853113"/>
          </a:xfrm>
        </p:spPr>
        <p:txBody>
          <a:bodyPr/>
          <a:lstStyle>
            <a:lvl1pPr>
              <a:defRPr sz="3200">
                <a:solidFill>
                  <a:schemeClr val="tx2"/>
                </a:solidFill>
              </a:defRPr>
            </a:lvl1pPr>
            <a:lvl2pPr>
              <a:defRPr sz="2800">
                <a:solidFill>
                  <a:schemeClr val="accent6"/>
                </a:solidFill>
              </a:defRPr>
            </a:lvl2pPr>
            <a:lvl3pPr>
              <a:defRPr sz="2400">
                <a:solidFill>
                  <a:schemeClr val="accent6"/>
                </a:solidFill>
              </a:defRPr>
            </a:lvl3pPr>
            <a:lvl4pPr>
              <a:defRPr sz="2000">
                <a:solidFill>
                  <a:schemeClr val="accent6"/>
                </a:solidFill>
              </a:defRPr>
            </a:lvl4pPr>
            <a:lvl5pPr>
              <a:defRPr sz="2000">
                <a:solidFill>
                  <a:schemeClr val="accent6"/>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72403621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Vertical Title and Text">
    <p:bg>
      <p:bgPr>
        <a:solidFill>
          <a:srgbClr val="001B4D"/>
        </a:solidFill>
        <a:effectLst/>
      </p:bgPr>
    </p:bg>
    <p:spTree>
      <p:nvGrpSpPr>
        <p:cNvPr id="1" name=""/>
        <p:cNvGrpSpPr/>
        <p:nvPr/>
      </p:nvGrpSpPr>
      <p:grpSpPr>
        <a:xfrm>
          <a:off x="0" y="0"/>
          <a:ext cx="0" cy="0"/>
          <a:chOff x="0" y="0"/>
          <a:chExt cx="0" cy="0"/>
        </a:xfrm>
      </p:grpSpPr>
      <p:sp>
        <p:nvSpPr>
          <p:cNvPr id="4" name="Picture Placeholder 12">
            <a:extLst>
              <a:ext uri="{FF2B5EF4-FFF2-40B4-BE49-F238E27FC236}">
                <a16:creationId xmlns:a16="http://schemas.microsoft.com/office/drawing/2014/main" id="{14576114-4EE3-A4A4-76CC-B9B2275D1EE1}"/>
              </a:ext>
            </a:extLst>
          </p:cNvPr>
          <p:cNvSpPr>
            <a:spLocks noGrp="1"/>
          </p:cNvSpPr>
          <p:nvPr>
            <p:ph type="pic" sz="quarter" idx="10"/>
          </p:nvPr>
        </p:nvSpPr>
        <p:spPr>
          <a:xfrm>
            <a:off x="2752140" y="0"/>
            <a:ext cx="2066602" cy="2902857"/>
          </a:xfrm>
          <a:custGeom>
            <a:avLst/>
            <a:gdLst>
              <a:gd name="connsiteX0" fmla="*/ 0 w 2066602"/>
              <a:gd name="connsiteY0" fmla="*/ 0 h 2902857"/>
              <a:gd name="connsiteX1" fmla="*/ 2066602 w 2066602"/>
              <a:gd name="connsiteY1" fmla="*/ 0 h 2902857"/>
              <a:gd name="connsiteX2" fmla="*/ 2066602 w 2066602"/>
              <a:gd name="connsiteY2" fmla="*/ 2902857 h 2902857"/>
              <a:gd name="connsiteX3" fmla="*/ 0 w 2066602"/>
              <a:gd name="connsiteY3" fmla="*/ 2902857 h 2902857"/>
            </a:gdLst>
            <a:ahLst/>
            <a:cxnLst>
              <a:cxn ang="0">
                <a:pos x="connsiteX0" y="connsiteY0"/>
              </a:cxn>
              <a:cxn ang="0">
                <a:pos x="connsiteX1" y="connsiteY1"/>
              </a:cxn>
              <a:cxn ang="0">
                <a:pos x="connsiteX2" y="connsiteY2"/>
              </a:cxn>
              <a:cxn ang="0">
                <a:pos x="connsiteX3" y="connsiteY3"/>
              </a:cxn>
            </a:cxnLst>
            <a:rect l="l" t="t" r="r" b="b"/>
            <a:pathLst>
              <a:path w="2066602" h="2902857">
                <a:moveTo>
                  <a:pt x="0" y="0"/>
                </a:moveTo>
                <a:lnTo>
                  <a:pt x="2066602" y="0"/>
                </a:lnTo>
                <a:lnTo>
                  <a:pt x="2066602" y="2902857"/>
                </a:lnTo>
                <a:lnTo>
                  <a:pt x="0" y="2902857"/>
                </a:lnTo>
                <a:close/>
              </a:path>
            </a:pathLst>
          </a:custGeom>
          <a:solidFill>
            <a:schemeClr val="bg1">
              <a:lumMod val="95000"/>
            </a:schemeClr>
          </a:solidFill>
        </p:spPr>
        <p:txBody>
          <a:bodyPr wrap="square">
            <a:noAutofit/>
          </a:bodyPr>
          <a:lstStyle>
            <a:lvl1pPr>
              <a:defRPr sz="1200"/>
            </a:lvl1pPr>
          </a:lstStyle>
          <a:p>
            <a:endParaRPr lang="en-ID"/>
          </a:p>
        </p:txBody>
      </p:sp>
      <p:sp>
        <p:nvSpPr>
          <p:cNvPr id="5" name="Picture Placeholder 13">
            <a:extLst>
              <a:ext uri="{FF2B5EF4-FFF2-40B4-BE49-F238E27FC236}">
                <a16:creationId xmlns:a16="http://schemas.microsoft.com/office/drawing/2014/main" id="{F3B5096E-B439-B90B-5317-2550E3B65668}"/>
              </a:ext>
            </a:extLst>
          </p:cNvPr>
          <p:cNvSpPr>
            <a:spLocks noGrp="1"/>
          </p:cNvSpPr>
          <p:nvPr>
            <p:ph type="pic" sz="quarter" idx="11"/>
          </p:nvPr>
        </p:nvSpPr>
        <p:spPr>
          <a:xfrm>
            <a:off x="2752140" y="3033601"/>
            <a:ext cx="206660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1200"/>
            </a:lvl1pPr>
          </a:lstStyle>
          <a:p>
            <a:endParaRPr lang="en-ID"/>
          </a:p>
        </p:txBody>
      </p:sp>
      <p:sp>
        <p:nvSpPr>
          <p:cNvPr id="6" name="Picture Placeholder 11">
            <a:extLst>
              <a:ext uri="{FF2B5EF4-FFF2-40B4-BE49-F238E27FC236}">
                <a16:creationId xmlns:a16="http://schemas.microsoft.com/office/drawing/2014/main" id="{7E850367-FBF9-B7B1-9E76-EC2982182771}"/>
              </a:ext>
            </a:extLst>
          </p:cNvPr>
          <p:cNvSpPr>
            <a:spLocks noGrp="1"/>
          </p:cNvSpPr>
          <p:nvPr>
            <p:ph type="pic" sz="quarter" idx="12"/>
          </p:nvPr>
        </p:nvSpPr>
        <p:spPr>
          <a:xfrm>
            <a:off x="537027" y="798286"/>
            <a:ext cx="206660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1200"/>
            </a:lvl1pPr>
          </a:lstStyle>
          <a:p>
            <a:endParaRPr lang="en-ID"/>
          </a:p>
        </p:txBody>
      </p:sp>
      <p:sp>
        <p:nvSpPr>
          <p:cNvPr id="7" name="Picture Placeholder 14">
            <a:extLst>
              <a:ext uri="{FF2B5EF4-FFF2-40B4-BE49-F238E27FC236}">
                <a16:creationId xmlns:a16="http://schemas.microsoft.com/office/drawing/2014/main" id="{B7999D6D-BA9E-A93A-5AB4-A94911B24D0E}"/>
              </a:ext>
            </a:extLst>
          </p:cNvPr>
          <p:cNvSpPr>
            <a:spLocks noGrp="1"/>
          </p:cNvSpPr>
          <p:nvPr>
            <p:ph type="pic" sz="quarter" idx="13"/>
          </p:nvPr>
        </p:nvSpPr>
        <p:spPr>
          <a:xfrm>
            <a:off x="537027" y="4277251"/>
            <a:ext cx="2066602" cy="2072748"/>
          </a:xfrm>
          <a:custGeom>
            <a:avLst/>
            <a:gdLst>
              <a:gd name="connsiteX0" fmla="*/ 0 w 2066602"/>
              <a:gd name="connsiteY0" fmla="*/ 0 h 2072748"/>
              <a:gd name="connsiteX1" fmla="*/ 2066602 w 2066602"/>
              <a:gd name="connsiteY1" fmla="*/ 0 h 2072748"/>
              <a:gd name="connsiteX2" fmla="*/ 2066602 w 2066602"/>
              <a:gd name="connsiteY2" fmla="*/ 2072748 h 2072748"/>
              <a:gd name="connsiteX3" fmla="*/ 0 w 2066602"/>
              <a:gd name="connsiteY3" fmla="*/ 2072748 h 2072748"/>
            </a:gdLst>
            <a:ahLst/>
            <a:cxnLst>
              <a:cxn ang="0">
                <a:pos x="connsiteX0" y="connsiteY0"/>
              </a:cxn>
              <a:cxn ang="0">
                <a:pos x="connsiteX1" y="connsiteY1"/>
              </a:cxn>
              <a:cxn ang="0">
                <a:pos x="connsiteX2" y="connsiteY2"/>
              </a:cxn>
              <a:cxn ang="0">
                <a:pos x="connsiteX3" y="connsiteY3"/>
              </a:cxn>
            </a:cxnLst>
            <a:rect l="l" t="t" r="r" b="b"/>
            <a:pathLst>
              <a:path w="2066602" h="2072748">
                <a:moveTo>
                  <a:pt x="0" y="0"/>
                </a:moveTo>
                <a:lnTo>
                  <a:pt x="2066602" y="0"/>
                </a:lnTo>
                <a:lnTo>
                  <a:pt x="2066602" y="2072748"/>
                </a:lnTo>
                <a:lnTo>
                  <a:pt x="0" y="2072748"/>
                </a:lnTo>
                <a:close/>
              </a:path>
            </a:pathLst>
          </a:custGeom>
          <a:solidFill>
            <a:schemeClr val="bg1">
              <a:lumMod val="95000"/>
            </a:schemeClr>
          </a:solidFill>
        </p:spPr>
        <p:txBody>
          <a:bodyPr wrap="square">
            <a:noAutofit/>
          </a:bodyPr>
          <a:lstStyle>
            <a:lvl1pPr>
              <a:defRPr sz="1200"/>
            </a:lvl1pPr>
          </a:lstStyle>
          <a:p>
            <a:endParaRPr lang="en-ID" dirty="0"/>
          </a:p>
        </p:txBody>
      </p:sp>
      <p:sp>
        <p:nvSpPr>
          <p:cNvPr id="8" name="Content Placeholder 2">
            <a:extLst>
              <a:ext uri="{FF2B5EF4-FFF2-40B4-BE49-F238E27FC236}">
                <a16:creationId xmlns:a16="http://schemas.microsoft.com/office/drawing/2014/main" id="{96F213A9-305D-2AFC-FF34-19434A2D95EE}"/>
              </a:ext>
            </a:extLst>
          </p:cNvPr>
          <p:cNvSpPr>
            <a:spLocks noGrp="1"/>
          </p:cNvSpPr>
          <p:nvPr>
            <p:ph idx="1"/>
          </p:nvPr>
        </p:nvSpPr>
        <p:spPr>
          <a:xfrm>
            <a:off x="5071533" y="273051"/>
            <a:ext cx="6815667" cy="5853113"/>
          </a:xfrm>
        </p:spPr>
        <p:txBody>
          <a:bodyPr/>
          <a:lstStyle>
            <a:lvl1pPr>
              <a:defRPr sz="3200">
                <a:solidFill>
                  <a:schemeClr val="accent5"/>
                </a:solidFill>
              </a:defRPr>
            </a:lvl1pPr>
            <a:lvl2pPr>
              <a:defRPr sz="2800">
                <a:solidFill>
                  <a:schemeClr val="bg1"/>
                </a:solidFill>
              </a:defRPr>
            </a:lvl2pPr>
            <a:lvl3pPr>
              <a:defRPr sz="2400">
                <a:solidFill>
                  <a:schemeClr val="bg1"/>
                </a:solidFill>
              </a:defRPr>
            </a:lvl3pPr>
            <a:lvl4pPr>
              <a:defRPr sz="2000">
                <a:solidFill>
                  <a:schemeClr val="bg1"/>
                </a:solidFill>
              </a:defRPr>
            </a:lvl4pPr>
            <a:lvl5pPr>
              <a:defRPr sz="2000">
                <a:solidFill>
                  <a:schemeClr val="bg1"/>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056137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Vertical Title and Text">
    <p:spTree>
      <p:nvGrpSpPr>
        <p:cNvPr id="1" name=""/>
        <p:cNvGrpSpPr/>
        <p:nvPr/>
      </p:nvGrpSpPr>
      <p:grpSpPr>
        <a:xfrm>
          <a:off x="0" y="0"/>
          <a:ext cx="0" cy="0"/>
          <a:chOff x="0" y="0"/>
          <a:chExt cx="0" cy="0"/>
        </a:xfrm>
      </p:grpSpPr>
      <p:sp>
        <p:nvSpPr>
          <p:cNvPr id="2" name="Picture Placeholder 14">
            <a:extLst>
              <a:ext uri="{FF2B5EF4-FFF2-40B4-BE49-F238E27FC236}">
                <a16:creationId xmlns:a16="http://schemas.microsoft.com/office/drawing/2014/main" id="{098A0508-16C0-1CB1-9EB2-E710C774CB8D}"/>
              </a:ext>
            </a:extLst>
          </p:cNvPr>
          <p:cNvSpPr>
            <a:spLocks noGrp="1"/>
          </p:cNvSpPr>
          <p:nvPr>
            <p:ph type="pic" sz="quarter" idx="10"/>
          </p:nvPr>
        </p:nvSpPr>
        <p:spPr>
          <a:xfrm>
            <a:off x="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3" name="Picture Placeholder 13">
            <a:extLst>
              <a:ext uri="{FF2B5EF4-FFF2-40B4-BE49-F238E27FC236}">
                <a16:creationId xmlns:a16="http://schemas.microsoft.com/office/drawing/2014/main" id="{60EB9AD5-7DDC-2BFA-AF2C-9962B35D0ED0}"/>
              </a:ext>
            </a:extLst>
          </p:cNvPr>
          <p:cNvSpPr>
            <a:spLocks noGrp="1"/>
          </p:cNvSpPr>
          <p:nvPr>
            <p:ph type="pic" sz="quarter" idx="11"/>
          </p:nvPr>
        </p:nvSpPr>
        <p:spPr>
          <a:xfrm>
            <a:off x="308358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9" name="Picture Placeholder 12">
            <a:extLst>
              <a:ext uri="{FF2B5EF4-FFF2-40B4-BE49-F238E27FC236}">
                <a16:creationId xmlns:a16="http://schemas.microsoft.com/office/drawing/2014/main" id="{F2B4AB36-8724-FDDC-F151-CBD3C7917C5E}"/>
              </a:ext>
            </a:extLst>
          </p:cNvPr>
          <p:cNvSpPr>
            <a:spLocks noGrp="1"/>
          </p:cNvSpPr>
          <p:nvPr>
            <p:ph type="pic" sz="quarter" idx="12"/>
          </p:nvPr>
        </p:nvSpPr>
        <p:spPr>
          <a:xfrm>
            <a:off x="616716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10" name="Picture Placeholder 11">
            <a:extLst>
              <a:ext uri="{FF2B5EF4-FFF2-40B4-BE49-F238E27FC236}">
                <a16:creationId xmlns:a16="http://schemas.microsoft.com/office/drawing/2014/main" id="{7807B4DD-82EF-E592-BE1A-58254BBE34FF}"/>
              </a:ext>
            </a:extLst>
          </p:cNvPr>
          <p:cNvSpPr>
            <a:spLocks noGrp="1"/>
          </p:cNvSpPr>
          <p:nvPr>
            <p:ph type="pic" sz="quarter" idx="13"/>
          </p:nvPr>
        </p:nvSpPr>
        <p:spPr>
          <a:xfrm>
            <a:off x="9250740"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11" name="Title 1">
            <a:extLst>
              <a:ext uri="{FF2B5EF4-FFF2-40B4-BE49-F238E27FC236}">
                <a16:creationId xmlns:a16="http://schemas.microsoft.com/office/drawing/2014/main" id="{D78BA4D9-57E1-A80D-3014-2BD0F878AF31}"/>
              </a:ext>
            </a:extLst>
          </p:cNvPr>
          <p:cNvSpPr>
            <a:spLocks noGrp="1"/>
          </p:cNvSpPr>
          <p:nvPr>
            <p:ph type="title"/>
          </p:nvPr>
        </p:nvSpPr>
        <p:spPr>
          <a:xfrm>
            <a:off x="295352" y="274638"/>
            <a:ext cx="10457373" cy="1143000"/>
          </a:xfrm>
        </p:spPr>
        <p:txBody>
          <a:bodyPr/>
          <a:lstStyle>
            <a:lvl1pPr>
              <a:defRPr>
                <a:solidFill>
                  <a:schemeClr val="tx2"/>
                </a:solidFill>
              </a:defRPr>
            </a:lvl1pPr>
          </a:lstStyle>
          <a:p>
            <a:r>
              <a:rPr lang="en-US" dirty="0"/>
              <a:t>Click to edit Master title style</a:t>
            </a:r>
            <a:endParaRPr lang="en-GB" dirty="0"/>
          </a:p>
        </p:txBody>
      </p:sp>
      <p:sp>
        <p:nvSpPr>
          <p:cNvPr id="12" name="Content Placeholder 2">
            <a:extLst>
              <a:ext uri="{FF2B5EF4-FFF2-40B4-BE49-F238E27FC236}">
                <a16:creationId xmlns:a16="http://schemas.microsoft.com/office/drawing/2014/main" id="{245A25BC-C7C5-6433-D8E4-A5DF23106C71}"/>
              </a:ext>
            </a:extLst>
          </p:cNvPr>
          <p:cNvSpPr>
            <a:spLocks noGrp="1"/>
          </p:cNvSpPr>
          <p:nvPr>
            <p:ph idx="1"/>
          </p:nvPr>
        </p:nvSpPr>
        <p:spPr>
          <a:xfrm>
            <a:off x="295352" y="1417638"/>
            <a:ext cx="11601296" cy="45259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13" name="Picture 10" descr="APU Logo Final-medium.jpg">
            <a:extLst>
              <a:ext uri="{FF2B5EF4-FFF2-40B4-BE49-F238E27FC236}">
                <a16:creationId xmlns:a16="http://schemas.microsoft.com/office/drawing/2014/main" id="{C388C33F-8C44-39F0-8C2F-7CF690D3C16C}"/>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274900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_Vertical Title and Text">
    <p:bg>
      <p:bgPr>
        <a:solidFill>
          <a:srgbClr val="001B4D"/>
        </a:solidFill>
        <a:effectLst/>
      </p:bgPr>
    </p:bg>
    <p:spTree>
      <p:nvGrpSpPr>
        <p:cNvPr id="1" name=""/>
        <p:cNvGrpSpPr/>
        <p:nvPr/>
      </p:nvGrpSpPr>
      <p:grpSpPr>
        <a:xfrm>
          <a:off x="0" y="0"/>
          <a:ext cx="0" cy="0"/>
          <a:chOff x="0" y="0"/>
          <a:chExt cx="0" cy="0"/>
        </a:xfrm>
      </p:grpSpPr>
      <p:sp>
        <p:nvSpPr>
          <p:cNvPr id="2" name="Picture Placeholder 14">
            <a:extLst>
              <a:ext uri="{FF2B5EF4-FFF2-40B4-BE49-F238E27FC236}">
                <a16:creationId xmlns:a16="http://schemas.microsoft.com/office/drawing/2014/main" id="{098A0508-16C0-1CB1-9EB2-E710C774CB8D}"/>
              </a:ext>
            </a:extLst>
          </p:cNvPr>
          <p:cNvSpPr>
            <a:spLocks noGrp="1"/>
          </p:cNvSpPr>
          <p:nvPr>
            <p:ph type="pic" sz="quarter" idx="10"/>
          </p:nvPr>
        </p:nvSpPr>
        <p:spPr>
          <a:xfrm>
            <a:off x="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3" name="Picture Placeholder 13">
            <a:extLst>
              <a:ext uri="{FF2B5EF4-FFF2-40B4-BE49-F238E27FC236}">
                <a16:creationId xmlns:a16="http://schemas.microsoft.com/office/drawing/2014/main" id="{60EB9AD5-7DDC-2BFA-AF2C-9962B35D0ED0}"/>
              </a:ext>
            </a:extLst>
          </p:cNvPr>
          <p:cNvSpPr>
            <a:spLocks noGrp="1"/>
          </p:cNvSpPr>
          <p:nvPr>
            <p:ph type="pic" sz="quarter" idx="11"/>
          </p:nvPr>
        </p:nvSpPr>
        <p:spPr>
          <a:xfrm>
            <a:off x="308358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9" name="Picture Placeholder 12">
            <a:extLst>
              <a:ext uri="{FF2B5EF4-FFF2-40B4-BE49-F238E27FC236}">
                <a16:creationId xmlns:a16="http://schemas.microsoft.com/office/drawing/2014/main" id="{F2B4AB36-8724-FDDC-F151-CBD3C7917C5E}"/>
              </a:ext>
            </a:extLst>
          </p:cNvPr>
          <p:cNvSpPr>
            <a:spLocks noGrp="1"/>
          </p:cNvSpPr>
          <p:nvPr>
            <p:ph type="pic" sz="quarter" idx="12"/>
          </p:nvPr>
        </p:nvSpPr>
        <p:spPr>
          <a:xfrm>
            <a:off x="616716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10" name="Picture Placeholder 11">
            <a:extLst>
              <a:ext uri="{FF2B5EF4-FFF2-40B4-BE49-F238E27FC236}">
                <a16:creationId xmlns:a16="http://schemas.microsoft.com/office/drawing/2014/main" id="{7807B4DD-82EF-E592-BE1A-58254BBE34FF}"/>
              </a:ext>
            </a:extLst>
          </p:cNvPr>
          <p:cNvSpPr>
            <a:spLocks noGrp="1"/>
          </p:cNvSpPr>
          <p:nvPr>
            <p:ph type="pic" sz="quarter" idx="13"/>
          </p:nvPr>
        </p:nvSpPr>
        <p:spPr>
          <a:xfrm>
            <a:off x="9250740"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11" name="Title 1">
            <a:extLst>
              <a:ext uri="{FF2B5EF4-FFF2-40B4-BE49-F238E27FC236}">
                <a16:creationId xmlns:a16="http://schemas.microsoft.com/office/drawing/2014/main" id="{D78BA4D9-57E1-A80D-3014-2BD0F878AF31}"/>
              </a:ext>
            </a:extLst>
          </p:cNvPr>
          <p:cNvSpPr>
            <a:spLocks noGrp="1"/>
          </p:cNvSpPr>
          <p:nvPr>
            <p:ph type="title"/>
          </p:nvPr>
        </p:nvSpPr>
        <p:spPr>
          <a:xfrm>
            <a:off x="295352" y="274638"/>
            <a:ext cx="10457373" cy="1143000"/>
          </a:xfrm>
        </p:spPr>
        <p:txBody>
          <a:bodyPr/>
          <a:lstStyle>
            <a:lvl1pPr>
              <a:defRPr>
                <a:solidFill>
                  <a:schemeClr val="accent5"/>
                </a:solidFill>
              </a:defRPr>
            </a:lvl1pPr>
          </a:lstStyle>
          <a:p>
            <a:r>
              <a:rPr lang="en-US" dirty="0"/>
              <a:t>Click to edit Master title style</a:t>
            </a:r>
            <a:endParaRPr lang="en-GB" dirty="0"/>
          </a:p>
        </p:txBody>
      </p:sp>
      <p:sp>
        <p:nvSpPr>
          <p:cNvPr id="12" name="Content Placeholder 2">
            <a:extLst>
              <a:ext uri="{FF2B5EF4-FFF2-40B4-BE49-F238E27FC236}">
                <a16:creationId xmlns:a16="http://schemas.microsoft.com/office/drawing/2014/main" id="{245A25BC-C7C5-6433-D8E4-A5DF23106C71}"/>
              </a:ext>
            </a:extLst>
          </p:cNvPr>
          <p:cNvSpPr>
            <a:spLocks noGrp="1"/>
          </p:cNvSpPr>
          <p:nvPr>
            <p:ph idx="1"/>
          </p:nvPr>
        </p:nvSpPr>
        <p:spPr>
          <a:xfrm>
            <a:off x="295352" y="1417638"/>
            <a:ext cx="11601296"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4" name="Picture 3" descr="Logo, company name&#10;&#10;Description automatically generated">
            <a:extLst>
              <a:ext uri="{FF2B5EF4-FFF2-40B4-BE49-F238E27FC236}">
                <a16:creationId xmlns:a16="http://schemas.microsoft.com/office/drawing/2014/main" id="{13D2297B-429D-D242-496A-D8036CC69E9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17943" y="27044"/>
            <a:ext cx="1045812" cy="981307"/>
          </a:xfrm>
          <a:prstGeom prst="rect">
            <a:avLst/>
          </a:prstGeom>
        </p:spPr>
      </p:pic>
    </p:spTree>
    <p:extLst>
      <p:ext uri="{BB962C8B-B14F-4D97-AF65-F5344CB8AC3E}">
        <p14:creationId xmlns:p14="http://schemas.microsoft.com/office/powerpoint/2010/main" val="216929512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1.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A picture containing outdoor object, honeycomb&#10;&#10;Description automatically generated">
            <a:extLst>
              <a:ext uri="{FF2B5EF4-FFF2-40B4-BE49-F238E27FC236}">
                <a16:creationId xmlns:a16="http://schemas.microsoft.com/office/drawing/2014/main" id="{ECC693F6-F024-A3A9-24FB-E8ED5704B67C}"/>
              </a:ext>
            </a:extLst>
          </p:cNvPr>
          <p:cNvPicPr>
            <a:picLocks noChangeAspect="1"/>
          </p:cNvPicPr>
          <p:nvPr userDrawn="1"/>
        </p:nvPicPr>
        <p:blipFill rotWithShape="1">
          <a:blip r:embed="rId43">
            <a:extLst>
              <a:ext uri="{BEBA8EAE-BF5A-486C-A8C5-ECC9F3942E4B}">
                <a14:imgProps xmlns:a14="http://schemas.microsoft.com/office/drawing/2010/main">
                  <a14:imgLayer r:embed="rId44">
                    <a14:imgEffect>
                      <a14:saturation sat="66000"/>
                    </a14:imgEffect>
                  </a14:imgLayer>
                </a14:imgProps>
              </a:ext>
              <a:ext uri="{28A0092B-C50C-407E-A947-70E740481C1C}">
                <a14:useLocalDpi xmlns:a14="http://schemas.microsoft.com/office/drawing/2010/main" val="0"/>
              </a:ext>
            </a:extLst>
          </a:blip>
          <a:srcRect t="94815"/>
          <a:stretch/>
        </p:blipFill>
        <p:spPr>
          <a:xfrm>
            <a:off x="0" y="6502398"/>
            <a:ext cx="12192000" cy="355601"/>
          </a:xfrm>
          <a:prstGeom prst="rect">
            <a:avLst/>
          </a:prstGeom>
        </p:spPr>
      </p:pic>
      <p:sp>
        <p:nvSpPr>
          <p:cNvPr id="1028" name="Rectangle 4">
            <a:extLst>
              <a:ext uri="{FF2B5EF4-FFF2-40B4-BE49-F238E27FC236}">
                <a16:creationId xmlns:a16="http://schemas.microsoft.com/office/drawing/2014/main" id="{B623752B-4505-458A-8F13-B97CEB0BB875}"/>
              </a:ext>
            </a:extLst>
          </p:cNvPr>
          <p:cNvSpPr>
            <a:spLocks noGrp="1" noChangeArrowheads="1"/>
          </p:cNvSpPr>
          <p:nvPr>
            <p:ph type="body" idx="1"/>
          </p:nvPr>
        </p:nvSpPr>
        <p:spPr bwMode="auto">
          <a:xfrm>
            <a:off x="254000" y="1697038"/>
            <a:ext cx="117475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dirty="0"/>
              <a:t>Click to edit Master text styles</a:t>
            </a:r>
          </a:p>
          <a:p>
            <a:pPr lvl="1"/>
            <a:r>
              <a:rPr lang="en-GB" altLang="en-US" dirty="0"/>
              <a:t>Second level</a:t>
            </a:r>
          </a:p>
          <a:p>
            <a:pPr lvl="2"/>
            <a:r>
              <a:rPr lang="en-GB" altLang="en-US" dirty="0"/>
              <a:t>Third level</a:t>
            </a:r>
          </a:p>
          <a:p>
            <a:pPr lvl="3"/>
            <a:r>
              <a:rPr lang="en-GB" altLang="en-US" dirty="0"/>
              <a:t>Fourth level</a:t>
            </a:r>
          </a:p>
          <a:p>
            <a:pPr lvl="4"/>
            <a:r>
              <a:rPr lang="en-GB" altLang="en-US" dirty="0"/>
              <a:t>Fifth level</a:t>
            </a:r>
          </a:p>
        </p:txBody>
      </p:sp>
      <p:sp>
        <p:nvSpPr>
          <p:cNvPr id="1029" name="Rectangle 6">
            <a:extLst>
              <a:ext uri="{FF2B5EF4-FFF2-40B4-BE49-F238E27FC236}">
                <a16:creationId xmlns:a16="http://schemas.microsoft.com/office/drawing/2014/main" id="{4D7F5865-615B-424A-A375-A8F1EEAE744B}"/>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
        <p:nvSpPr>
          <p:cNvPr id="2" name="TextBox 1">
            <a:extLst>
              <a:ext uri="{FF2B5EF4-FFF2-40B4-BE49-F238E27FC236}">
                <a16:creationId xmlns:a16="http://schemas.microsoft.com/office/drawing/2014/main" id="{A748569D-7387-4D30-B100-DC94E7D1863E}"/>
              </a:ext>
            </a:extLst>
          </p:cNvPr>
          <p:cNvSpPr txBox="1"/>
          <p:nvPr userDrawn="1"/>
        </p:nvSpPr>
        <p:spPr>
          <a:xfrm>
            <a:off x="10859590" y="6588371"/>
            <a:ext cx="1550125" cy="215444"/>
          </a:xfrm>
          <a:prstGeom prst="rect">
            <a:avLst/>
          </a:prstGeom>
          <a:noFill/>
        </p:spPr>
        <p:txBody>
          <a:bodyPr wrap="square" rtlCol="0">
            <a:spAutoFit/>
          </a:bodyPr>
          <a:lstStyle/>
          <a:p>
            <a:pPr algn="ctr"/>
            <a:r>
              <a:rPr lang="en-US" sz="800" dirty="0">
                <a:solidFill>
                  <a:schemeClr val="bg2"/>
                </a:solidFill>
                <a:latin typeface="Montserrat" panose="00000500000000000000" pitchFamily="2" charset="0"/>
              </a:rPr>
              <a:t>SLIDE </a:t>
            </a:r>
            <a:fld id="{7E7DF8DA-2BBC-4974-99EF-62657F72EFE3}" type="slidenum">
              <a:rPr lang="en-US" sz="800" smtClean="0">
                <a:solidFill>
                  <a:schemeClr val="bg2"/>
                </a:solidFill>
                <a:latin typeface="Montserrat" panose="00000500000000000000" pitchFamily="2" charset="0"/>
              </a:rPr>
              <a:pPr algn="ctr"/>
              <a:t>‹#›</a:t>
            </a:fld>
            <a:endParaRPr lang="en-US" sz="800" dirty="0">
              <a:solidFill>
                <a:schemeClr val="bg2"/>
              </a:solidFill>
              <a:latin typeface="Montserrat" panose="00000500000000000000" pitchFamily="2" charset="0"/>
            </a:endParaRPr>
          </a:p>
        </p:txBody>
      </p:sp>
      <p:sp>
        <p:nvSpPr>
          <p:cNvPr id="3" name="TextBox 2">
            <a:extLst>
              <a:ext uri="{FF2B5EF4-FFF2-40B4-BE49-F238E27FC236}">
                <a16:creationId xmlns:a16="http://schemas.microsoft.com/office/drawing/2014/main" id="{86DC117F-9549-84AD-C279-A42AEB20D920}"/>
              </a:ext>
            </a:extLst>
          </p:cNvPr>
          <p:cNvSpPr txBox="1"/>
          <p:nvPr userDrawn="1"/>
        </p:nvSpPr>
        <p:spPr>
          <a:xfrm>
            <a:off x="39175" y="6588371"/>
            <a:ext cx="2377454" cy="215444"/>
          </a:xfrm>
          <a:prstGeom prst="rect">
            <a:avLst/>
          </a:prstGeom>
          <a:noFill/>
        </p:spPr>
        <p:txBody>
          <a:bodyPr wrap="square" rtlCol="0">
            <a:spAutoFit/>
          </a:bodyPr>
          <a:lstStyle/>
          <a:p>
            <a:pPr algn="l"/>
            <a:r>
              <a:rPr lang="en-US" sz="800" dirty="0">
                <a:solidFill>
                  <a:schemeClr val="bg2"/>
                </a:solidFill>
                <a:latin typeface="Montserrat" panose="00000500000000000000" pitchFamily="2" charset="0"/>
              </a:rPr>
              <a:t>Module Code &amp; Module Title</a:t>
            </a:r>
          </a:p>
        </p:txBody>
      </p:sp>
      <p:sp>
        <p:nvSpPr>
          <p:cNvPr id="8" name="TextBox 7">
            <a:extLst>
              <a:ext uri="{FF2B5EF4-FFF2-40B4-BE49-F238E27FC236}">
                <a16:creationId xmlns:a16="http://schemas.microsoft.com/office/drawing/2014/main" id="{9EBD054F-4D2B-C683-DC2F-88927DD0A10B}"/>
              </a:ext>
            </a:extLst>
          </p:cNvPr>
          <p:cNvSpPr txBox="1"/>
          <p:nvPr userDrawn="1"/>
        </p:nvSpPr>
        <p:spPr>
          <a:xfrm>
            <a:off x="4480560" y="6572476"/>
            <a:ext cx="3396343" cy="215444"/>
          </a:xfrm>
          <a:prstGeom prst="rect">
            <a:avLst/>
          </a:prstGeom>
          <a:noFill/>
        </p:spPr>
        <p:txBody>
          <a:bodyPr wrap="square" rtlCol="0">
            <a:spAutoFit/>
          </a:bodyPr>
          <a:lstStyle/>
          <a:p>
            <a:pPr algn="ctr"/>
            <a:r>
              <a:rPr lang="en-US" sz="800" dirty="0">
                <a:solidFill>
                  <a:schemeClr val="bg2"/>
                </a:solidFill>
                <a:latin typeface="Montserrat" panose="00000500000000000000" pitchFamily="2" charset="0"/>
              </a:rPr>
              <a:t>Slide Title</a:t>
            </a:r>
          </a:p>
        </p:txBody>
      </p:sp>
    </p:spTree>
  </p:cSld>
  <p:clrMap bg1="lt1" tx1="dk1" bg2="lt2" tx2="dk2" accent1="accent1" accent2="accent2" accent3="accent3" accent4="accent4" accent5="accent5" accent6="accent6" hlink="hlink" folHlink="folHlink"/>
  <p:sldLayoutIdLst>
    <p:sldLayoutId id="2147483718" r:id="rId1"/>
    <p:sldLayoutId id="2147483753" r:id="rId2"/>
    <p:sldLayoutId id="2147483729" r:id="rId3"/>
    <p:sldLayoutId id="2147483757" r:id="rId4"/>
    <p:sldLayoutId id="2147483758" r:id="rId5"/>
    <p:sldLayoutId id="2147483720" r:id="rId6"/>
    <p:sldLayoutId id="2147483756" r:id="rId7"/>
    <p:sldLayoutId id="2147483719" r:id="rId8"/>
    <p:sldLayoutId id="2147483737" r:id="rId9"/>
    <p:sldLayoutId id="2147483723" r:id="rId10"/>
    <p:sldLayoutId id="2147483739" r:id="rId11"/>
    <p:sldLayoutId id="2147483721" r:id="rId12"/>
    <p:sldLayoutId id="2147483744" r:id="rId13"/>
    <p:sldLayoutId id="2147483722" r:id="rId14"/>
    <p:sldLayoutId id="2147483745" r:id="rId15"/>
    <p:sldLayoutId id="2147483731" r:id="rId16"/>
    <p:sldLayoutId id="2147483724" r:id="rId17"/>
    <p:sldLayoutId id="2147483730" r:id="rId18"/>
    <p:sldLayoutId id="2147483735" r:id="rId19"/>
    <p:sldLayoutId id="2147483725" r:id="rId20"/>
    <p:sldLayoutId id="2147483743" r:id="rId21"/>
    <p:sldLayoutId id="2147483726" r:id="rId22"/>
    <p:sldLayoutId id="2147483740" r:id="rId23"/>
    <p:sldLayoutId id="2147483732" r:id="rId24"/>
    <p:sldLayoutId id="2147483742" r:id="rId25"/>
    <p:sldLayoutId id="2147483749" r:id="rId26"/>
    <p:sldLayoutId id="2147483750" r:id="rId27"/>
    <p:sldLayoutId id="2147483741" r:id="rId28"/>
    <p:sldLayoutId id="2147483734" r:id="rId29"/>
    <p:sldLayoutId id="2147483733" r:id="rId30"/>
    <p:sldLayoutId id="2147483752" r:id="rId31"/>
    <p:sldLayoutId id="2147483727" r:id="rId32"/>
    <p:sldLayoutId id="2147483738" r:id="rId33"/>
    <p:sldLayoutId id="2147483751" r:id="rId34"/>
    <p:sldLayoutId id="2147483747" r:id="rId35"/>
    <p:sldLayoutId id="2147483736" r:id="rId36"/>
    <p:sldLayoutId id="2147483748" r:id="rId37"/>
    <p:sldLayoutId id="2147483728" r:id="rId38"/>
    <p:sldLayoutId id="2147483746" r:id="rId39"/>
    <p:sldLayoutId id="2147483754" r:id="rId40"/>
    <p:sldLayoutId id="2147483755" r:id="rId41"/>
  </p:sldLayoutIdLst>
  <p:hf hdr="0" ftr="0" dt="0"/>
  <p:txStyles>
    <p:titleStyle>
      <a:lvl1pPr algn="l" rtl="0" eaLnBrk="0" fontAlgn="base" hangingPunct="0">
        <a:spcBef>
          <a:spcPct val="0"/>
        </a:spcBef>
        <a:spcAft>
          <a:spcPct val="0"/>
        </a:spcAft>
        <a:defRPr sz="3000" b="1">
          <a:solidFill>
            <a:schemeClr val="tx2"/>
          </a:solidFill>
          <a:latin typeface="Montserrat" panose="00000500000000000000" pitchFamily="2" charset="0"/>
          <a:ea typeface="+mj-ea"/>
          <a:cs typeface="+mj-cs"/>
        </a:defRPr>
      </a:lvl1pPr>
      <a:lvl2pPr algn="ctr" rtl="0" eaLnBrk="0" fontAlgn="base" hangingPunct="0">
        <a:spcBef>
          <a:spcPct val="0"/>
        </a:spcBef>
        <a:spcAft>
          <a:spcPct val="0"/>
        </a:spcAft>
        <a:defRPr sz="3600">
          <a:solidFill>
            <a:schemeClr val="tx2"/>
          </a:solidFill>
          <a:latin typeface="Arial" charset="0"/>
        </a:defRPr>
      </a:lvl2pPr>
      <a:lvl3pPr algn="ctr" rtl="0" eaLnBrk="0" fontAlgn="base" hangingPunct="0">
        <a:spcBef>
          <a:spcPct val="0"/>
        </a:spcBef>
        <a:spcAft>
          <a:spcPct val="0"/>
        </a:spcAft>
        <a:defRPr sz="3600">
          <a:solidFill>
            <a:schemeClr val="tx2"/>
          </a:solidFill>
          <a:latin typeface="Arial" charset="0"/>
        </a:defRPr>
      </a:lvl3pPr>
      <a:lvl4pPr algn="ctr" rtl="0" eaLnBrk="0" fontAlgn="base" hangingPunct="0">
        <a:spcBef>
          <a:spcPct val="0"/>
        </a:spcBef>
        <a:spcAft>
          <a:spcPct val="0"/>
        </a:spcAft>
        <a:defRPr sz="3600">
          <a:solidFill>
            <a:schemeClr val="tx2"/>
          </a:solidFill>
          <a:latin typeface="Arial" charset="0"/>
        </a:defRPr>
      </a:lvl4pPr>
      <a:lvl5pPr algn="ctr" rtl="0" eaLnBrk="0" fontAlgn="base" hangingPunct="0">
        <a:spcBef>
          <a:spcPct val="0"/>
        </a:spcBef>
        <a:spcAft>
          <a:spcPct val="0"/>
        </a:spcAft>
        <a:defRPr sz="3600">
          <a:solidFill>
            <a:schemeClr val="tx2"/>
          </a:solidFill>
          <a:latin typeface="Arial" charset="0"/>
        </a:defRPr>
      </a:lvl5pPr>
      <a:lvl6pPr marL="457200" algn="ctr" rtl="0" fontAlgn="base">
        <a:spcBef>
          <a:spcPct val="0"/>
        </a:spcBef>
        <a:spcAft>
          <a:spcPct val="0"/>
        </a:spcAft>
        <a:defRPr sz="3600">
          <a:solidFill>
            <a:schemeClr val="tx2"/>
          </a:solidFill>
          <a:latin typeface="Arial" charset="0"/>
        </a:defRPr>
      </a:lvl6pPr>
      <a:lvl7pPr marL="914400" algn="ctr" rtl="0" fontAlgn="base">
        <a:spcBef>
          <a:spcPct val="0"/>
        </a:spcBef>
        <a:spcAft>
          <a:spcPct val="0"/>
        </a:spcAft>
        <a:defRPr sz="3600">
          <a:solidFill>
            <a:schemeClr val="tx2"/>
          </a:solidFill>
          <a:latin typeface="Arial" charset="0"/>
        </a:defRPr>
      </a:lvl7pPr>
      <a:lvl8pPr marL="1371600" algn="ctr" rtl="0" fontAlgn="base">
        <a:spcBef>
          <a:spcPct val="0"/>
        </a:spcBef>
        <a:spcAft>
          <a:spcPct val="0"/>
        </a:spcAft>
        <a:defRPr sz="3600">
          <a:solidFill>
            <a:schemeClr val="tx2"/>
          </a:solidFill>
          <a:latin typeface="Arial" charset="0"/>
        </a:defRPr>
      </a:lvl8pPr>
      <a:lvl9pPr marL="1828800" algn="ctr" rtl="0" fontAlgn="base">
        <a:spcBef>
          <a:spcPct val="0"/>
        </a:spcBef>
        <a:spcAft>
          <a:spcPct val="0"/>
        </a:spcAft>
        <a:defRPr sz="3600">
          <a:solidFill>
            <a:schemeClr val="tx2"/>
          </a:solidFill>
          <a:latin typeface="Arial" charset="0"/>
        </a:defRPr>
      </a:lvl9pPr>
    </p:titleStyle>
    <p:bodyStyle>
      <a:lvl1pPr marL="342900" indent="-342900" algn="l" rtl="0" eaLnBrk="0" fontAlgn="base" hangingPunct="0">
        <a:spcBef>
          <a:spcPct val="20000"/>
        </a:spcBef>
        <a:spcAft>
          <a:spcPct val="0"/>
        </a:spcAft>
        <a:buChar char="•"/>
        <a:defRPr sz="2500">
          <a:solidFill>
            <a:schemeClr val="tx1"/>
          </a:solidFill>
          <a:latin typeface="+mj-lt"/>
          <a:ea typeface="+mn-ea"/>
          <a:cs typeface="Calibri" panose="020F0502020204030204" pitchFamily="34" charset="0"/>
        </a:defRPr>
      </a:lvl1pPr>
      <a:lvl2pPr marL="742950" indent="-285750" algn="l" rtl="0" eaLnBrk="0" fontAlgn="base" hangingPunct="0">
        <a:spcBef>
          <a:spcPct val="20000"/>
        </a:spcBef>
        <a:spcAft>
          <a:spcPct val="0"/>
        </a:spcAft>
        <a:buChar char="–"/>
        <a:defRPr sz="2000">
          <a:solidFill>
            <a:schemeClr val="tx1"/>
          </a:solidFill>
          <a:latin typeface="+mj-lt"/>
          <a:cs typeface="Calibri" panose="020F0502020204030204" pitchFamily="34" charset="0"/>
        </a:defRPr>
      </a:lvl2pPr>
      <a:lvl3pPr marL="1143000" indent="-228600" algn="l" rtl="0" eaLnBrk="0" fontAlgn="base" hangingPunct="0">
        <a:spcBef>
          <a:spcPct val="20000"/>
        </a:spcBef>
        <a:spcAft>
          <a:spcPct val="0"/>
        </a:spcAft>
        <a:buChar char="•"/>
        <a:defRPr sz="1800">
          <a:solidFill>
            <a:schemeClr val="tx1"/>
          </a:solidFill>
          <a:latin typeface="+mj-lt"/>
          <a:cs typeface="Calibri" panose="020F0502020204030204" pitchFamily="34" charset="0"/>
        </a:defRPr>
      </a:lvl3pPr>
      <a:lvl4pPr marL="1600200" indent="-228600" algn="l" rtl="0" eaLnBrk="0" fontAlgn="base" hangingPunct="0">
        <a:spcBef>
          <a:spcPct val="20000"/>
        </a:spcBef>
        <a:spcAft>
          <a:spcPct val="0"/>
        </a:spcAft>
        <a:buChar char="–"/>
        <a:defRPr sz="1500">
          <a:solidFill>
            <a:schemeClr val="tx1"/>
          </a:solidFill>
          <a:latin typeface="+mj-lt"/>
          <a:cs typeface="Calibri" panose="020F0502020204030204" pitchFamily="34" charset="0"/>
        </a:defRPr>
      </a:lvl4pPr>
      <a:lvl5pPr marL="2057400" indent="-228600" algn="l" rtl="0" eaLnBrk="0" fontAlgn="base" hangingPunct="0">
        <a:spcBef>
          <a:spcPct val="20000"/>
        </a:spcBef>
        <a:spcAft>
          <a:spcPct val="0"/>
        </a:spcAft>
        <a:buChar char="»"/>
        <a:defRPr sz="1200">
          <a:solidFill>
            <a:schemeClr val="tx1"/>
          </a:solidFill>
          <a:latin typeface="+mj-lt"/>
          <a:cs typeface="Calibri" panose="020F0502020204030204" pitchFamily="34"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hyperlink" Target="http://javahungry.blogspot.com/2013/04/scheduling-algorithm-first-come-first.html" TargetMode="Externa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3.jpeg"/><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8.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6.xml"/><Relationship Id="rId1" Type="http://schemas.openxmlformats.org/officeDocument/2006/relationships/slideLayout" Target="../slideLayouts/slideLayout10.xml"/><Relationship Id="rId4" Type="http://schemas.openxmlformats.org/officeDocument/2006/relationships/image" Target="../media/image29.w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8.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8.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4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26551578-48F8-460E-9C28-39B9C5640838}"/>
              </a:ext>
            </a:extLst>
          </p:cNvPr>
          <p:cNvSpPr>
            <a:spLocks noGrp="1" noChangeArrowheads="1"/>
          </p:cNvSpPr>
          <p:nvPr>
            <p:ph type="ctrTitle"/>
          </p:nvPr>
        </p:nvSpPr>
        <p:spPr>
          <a:xfrm>
            <a:off x="4972050" y="4000500"/>
            <a:ext cx="5695950" cy="781050"/>
          </a:xfrm>
          <a:noFill/>
        </p:spPr>
        <p:txBody>
          <a:bodyPr/>
          <a:lstStyle/>
          <a:p>
            <a:pPr algn="r" eaLnBrk="1" hangingPunct="1"/>
            <a:r>
              <a:rPr lang="en-GB" altLang="en-US"/>
              <a:t>Concurrency Concepts</a:t>
            </a:r>
            <a:br>
              <a:rPr lang="en-GB" altLang="en-US"/>
            </a:br>
            <a:r>
              <a:rPr lang="en-GB" altLang="en-US"/>
              <a:t>Threads</a:t>
            </a:r>
            <a:endParaRPr lang="en-US" altLang="en-US"/>
          </a:p>
        </p:txBody>
      </p:sp>
      <p:sp>
        <p:nvSpPr>
          <p:cNvPr id="4" name="Text Box 6">
            <a:extLst>
              <a:ext uri="{FF2B5EF4-FFF2-40B4-BE49-F238E27FC236}">
                <a16:creationId xmlns:a16="http://schemas.microsoft.com/office/drawing/2014/main" id="{8FF8C356-A683-47E8-86BC-3999E6CD5435}"/>
              </a:ext>
            </a:extLst>
          </p:cNvPr>
          <p:cNvSpPr txBox="1">
            <a:spLocks noChangeArrowheads="1"/>
          </p:cNvSpPr>
          <p:nvPr/>
        </p:nvSpPr>
        <p:spPr bwMode="auto">
          <a:xfrm>
            <a:off x="3913188" y="2241551"/>
            <a:ext cx="6754812" cy="892175"/>
          </a:xfrm>
          <a:prstGeom prst="rect">
            <a:avLst/>
          </a:prstGeom>
          <a:noFill/>
          <a:ln>
            <a:noFill/>
          </a:ln>
        </p:spPr>
        <p:txBody>
          <a:bodyPr anchor="ctr">
            <a:spAutoFit/>
          </a:bodyPr>
          <a:lstStyle>
            <a:lvl1pPr algn="ctr" rtl="0" eaLnBrk="1" fontAlgn="base" hangingPunct="1">
              <a:spcBef>
                <a:spcPct val="0"/>
              </a:spcBef>
              <a:spcAft>
                <a:spcPct val="0"/>
              </a:spcAft>
              <a:defRPr sz="2400">
                <a:solidFill>
                  <a:schemeClr val="tx1"/>
                </a:solidFill>
                <a:latin typeface="Arial" charset="0"/>
                <a:ea typeface="ＭＳ Ｐゴシック" charset="0"/>
                <a:cs typeface="ＭＳ Ｐゴシック" charset="0"/>
              </a:defRPr>
            </a:lvl1pPr>
            <a:lvl2pPr marL="742950" indent="-285750" algn="ctr" rtl="0" eaLnBrk="1" fontAlgn="base" hangingPunct="1">
              <a:spcBef>
                <a:spcPct val="0"/>
              </a:spcBef>
              <a:spcAft>
                <a:spcPct val="0"/>
              </a:spcAft>
              <a:defRPr sz="2400">
                <a:solidFill>
                  <a:schemeClr val="tx1"/>
                </a:solidFill>
                <a:latin typeface="Arial" charset="0"/>
                <a:ea typeface="ＭＳ Ｐゴシック" charset="0"/>
              </a:defRPr>
            </a:lvl2pPr>
            <a:lvl3pPr marL="1143000" indent="-228600" algn="ctr" rtl="0" eaLnBrk="1" fontAlgn="base" hangingPunct="1">
              <a:spcBef>
                <a:spcPct val="0"/>
              </a:spcBef>
              <a:spcAft>
                <a:spcPct val="0"/>
              </a:spcAft>
              <a:defRPr sz="2400">
                <a:solidFill>
                  <a:schemeClr val="tx1"/>
                </a:solidFill>
                <a:latin typeface="Arial" charset="0"/>
                <a:ea typeface="ＭＳ Ｐゴシック" charset="0"/>
              </a:defRPr>
            </a:lvl3pPr>
            <a:lvl4pPr marL="1600200" indent="-228600" algn="ctr" rtl="0" eaLnBrk="1" fontAlgn="base" hangingPunct="1">
              <a:spcBef>
                <a:spcPct val="0"/>
              </a:spcBef>
              <a:spcAft>
                <a:spcPct val="0"/>
              </a:spcAft>
              <a:defRPr sz="2400">
                <a:solidFill>
                  <a:schemeClr val="tx1"/>
                </a:solidFill>
                <a:latin typeface="Arial" charset="0"/>
                <a:ea typeface="ＭＳ Ｐゴシック" charset="0"/>
              </a:defRPr>
            </a:lvl4pPr>
            <a:lvl5pPr marL="2057400" indent="-228600" algn="ctr" rtl="0" eaLnBrk="1" fontAlgn="base" hangingPunct="1">
              <a:spcBef>
                <a:spcPct val="0"/>
              </a:spcBef>
              <a:spcAft>
                <a:spcPct val="0"/>
              </a:spcAft>
              <a:defRPr sz="2400">
                <a:solidFill>
                  <a:schemeClr val="tx1"/>
                </a:solidFill>
                <a:latin typeface="Arial" charset="0"/>
                <a:ea typeface="ＭＳ Ｐゴシック" charset="0"/>
              </a:defRPr>
            </a:lvl5pPr>
            <a:lvl6pPr marL="2514600" indent="-228600" algn="ctr" rtl="0" eaLnBrk="0" fontAlgn="base" hangingPunct="0">
              <a:spcBef>
                <a:spcPct val="0"/>
              </a:spcBef>
              <a:spcAft>
                <a:spcPct val="0"/>
              </a:spcAft>
              <a:defRPr sz="2400">
                <a:solidFill>
                  <a:schemeClr val="tx1"/>
                </a:solidFill>
                <a:latin typeface="Arial" charset="0"/>
                <a:ea typeface="ＭＳ Ｐゴシック" charset="0"/>
              </a:defRPr>
            </a:lvl6pPr>
            <a:lvl7pPr marL="2971800" indent="-228600" algn="ctr" rtl="0" eaLnBrk="0" fontAlgn="base" hangingPunct="0">
              <a:spcBef>
                <a:spcPct val="0"/>
              </a:spcBef>
              <a:spcAft>
                <a:spcPct val="0"/>
              </a:spcAft>
              <a:defRPr sz="2400">
                <a:solidFill>
                  <a:schemeClr val="tx1"/>
                </a:solidFill>
                <a:latin typeface="Arial" charset="0"/>
                <a:ea typeface="ＭＳ Ｐゴシック" charset="0"/>
              </a:defRPr>
            </a:lvl7pPr>
            <a:lvl8pPr marL="3429000" indent="-228600" algn="ctr" rtl="0" eaLnBrk="0" fontAlgn="base" hangingPunct="0">
              <a:spcBef>
                <a:spcPct val="0"/>
              </a:spcBef>
              <a:spcAft>
                <a:spcPct val="0"/>
              </a:spcAft>
              <a:defRPr sz="2400">
                <a:solidFill>
                  <a:schemeClr val="tx1"/>
                </a:solidFill>
                <a:latin typeface="Arial" charset="0"/>
                <a:ea typeface="ＭＳ Ｐゴシック" charset="0"/>
              </a:defRPr>
            </a:lvl8pPr>
            <a:lvl9pPr marL="3886200" indent="-228600" algn="ctr" rtl="0" eaLnBrk="0" fontAlgn="base" hangingPunct="0">
              <a:spcBef>
                <a:spcPct val="0"/>
              </a:spcBef>
              <a:spcAft>
                <a:spcPct val="0"/>
              </a:spcAft>
              <a:defRPr sz="2400">
                <a:solidFill>
                  <a:schemeClr val="tx1"/>
                </a:solidFill>
                <a:latin typeface="Arial" charset="0"/>
                <a:ea typeface="ＭＳ Ｐゴシック" charset="0"/>
              </a:defRPr>
            </a:lvl9pPr>
          </a:lstStyle>
          <a:p>
            <a:pPr>
              <a:defRPr/>
            </a:pPr>
            <a:r>
              <a:rPr lang="en-US" sz="3800" kern="0" dirty="0">
                <a:solidFill>
                  <a:schemeClr val="bg1"/>
                </a:solidFill>
              </a:rPr>
              <a:t>Concurrent Programming</a:t>
            </a:r>
            <a:br>
              <a:rPr lang="en-US" sz="3800" kern="0" dirty="0">
                <a:solidFill>
                  <a:schemeClr val="bg1"/>
                </a:solidFill>
              </a:rPr>
            </a:br>
            <a:r>
              <a:rPr lang="en-US" sz="1400" kern="0" dirty="0">
                <a:solidFill>
                  <a:schemeClr val="bg1"/>
                </a:solidFill>
              </a:rPr>
              <a:t>CT074-3-2 Version 0120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103BE-9A16-AE79-4172-D326C8ED1B7D}"/>
              </a:ext>
            </a:extLst>
          </p:cNvPr>
          <p:cNvSpPr>
            <a:spLocks noGrp="1"/>
          </p:cNvSpPr>
          <p:nvPr>
            <p:ph type="title"/>
          </p:nvPr>
        </p:nvSpPr>
        <p:spPr/>
        <p:txBody>
          <a:bodyPr/>
          <a:lstStyle/>
          <a:p>
            <a:r>
              <a:rPr lang="en-MY" dirty="0"/>
              <a:t>Mock Exam</a:t>
            </a:r>
          </a:p>
        </p:txBody>
      </p:sp>
      <p:sp>
        <p:nvSpPr>
          <p:cNvPr id="3" name="Content Placeholder 2">
            <a:extLst>
              <a:ext uri="{FF2B5EF4-FFF2-40B4-BE49-F238E27FC236}">
                <a16:creationId xmlns:a16="http://schemas.microsoft.com/office/drawing/2014/main" id="{99965361-9D48-8D46-7732-789C5F692578}"/>
              </a:ext>
            </a:extLst>
          </p:cNvPr>
          <p:cNvSpPr>
            <a:spLocks noGrp="1"/>
          </p:cNvSpPr>
          <p:nvPr>
            <p:ph idx="1"/>
          </p:nvPr>
        </p:nvSpPr>
        <p:spPr/>
        <p:txBody>
          <a:bodyPr/>
          <a:lstStyle/>
          <a:p>
            <a:r>
              <a:rPr lang="en-MY" dirty="0"/>
              <a:t>Moodle</a:t>
            </a:r>
          </a:p>
        </p:txBody>
      </p:sp>
    </p:spTree>
    <p:extLst>
      <p:ext uri="{BB962C8B-B14F-4D97-AF65-F5344CB8AC3E}">
        <p14:creationId xmlns:p14="http://schemas.microsoft.com/office/powerpoint/2010/main" val="38540308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BB71F-018C-41F5-89D5-AF8A7F2F2666}"/>
              </a:ext>
            </a:extLst>
          </p:cNvPr>
          <p:cNvSpPr>
            <a:spLocks noGrp="1"/>
          </p:cNvSpPr>
          <p:nvPr>
            <p:ph type="title"/>
          </p:nvPr>
        </p:nvSpPr>
        <p:spPr/>
        <p:txBody>
          <a:bodyPr/>
          <a:lstStyle/>
          <a:p>
            <a:r>
              <a:rPr lang="en-US" dirty="0"/>
              <a:t>volatile</a:t>
            </a:r>
          </a:p>
        </p:txBody>
      </p:sp>
      <p:sp>
        <p:nvSpPr>
          <p:cNvPr id="3" name="Content Placeholder 2">
            <a:extLst>
              <a:ext uri="{FF2B5EF4-FFF2-40B4-BE49-F238E27FC236}">
                <a16:creationId xmlns:a16="http://schemas.microsoft.com/office/drawing/2014/main" id="{88ACCDC1-30CF-4120-9480-FEAF70041360}"/>
              </a:ext>
            </a:extLst>
          </p:cNvPr>
          <p:cNvSpPr>
            <a:spLocks noGrp="1"/>
          </p:cNvSpPr>
          <p:nvPr>
            <p:ph idx="1"/>
          </p:nvPr>
        </p:nvSpPr>
        <p:spPr/>
        <p:txBody>
          <a:bodyPr/>
          <a:lstStyle/>
          <a:p>
            <a:endParaRPr lang="en-US"/>
          </a:p>
        </p:txBody>
      </p:sp>
      <p:pic>
        <p:nvPicPr>
          <p:cNvPr id="2050" name="Picture 2" descr="Java Volatile Keyword">
            <a:extLst>
              <a:ext uri="{FF2B5EF4-FFF2-40B4-BE49-F238E27FC236}">
                <a16:creationId xmlns:a16="http://schemas.microsoft.com/office/drawing/2014/main" id="{BA85656F-A771-4640-BB8F-0AE7CB258D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525400"/>
            <a:ext cx="6002594" cy="50579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5443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a:extLst>
              <a:ext uri="{FF2B5EF4-FFF2-40B4-BE49-F238E27FC236}">
                <a16:creationId xmlns:a16="http://schemas.microsoft.com/office/drawing/2014/main" id="{99B8F994-3490-46FA-80F1-87E5C0DDB1F7}"/>
              </a:ext>
            </a:extLst>
          </p:cNvPr>
          <p:cNvSpPr txBox="1">
            <a:spLocks noGrp="1" noChangeArrowheads="1"/>
          </p:cNvSpPr>
          <p:nvPr>
            <p:ph type="title"/>
          </p:nvPr>
        </p:nvSpPr>
        <p:spPr>
          <a:xfrm>
            <a:off x="2009775" y="274638"/>
            <a:ext cx="7042150" cy="1143000"/>
          </a:xfrm>
        </p:spPr>
        <p:txBody>
          <a:bodyPr wrap="square" anchor="ctr">
            <a:norm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defRPr/>
            </a:pPr>
            <a:r>
              <a:rPr lang="en-US" altLang="zh-TW" b="1" u="sng">
                <a:solidFill>
                  <a:schemeClr val="tx2"/>
                </a:solidFill>
              </a:rPr>
              <a:t>Topic &amp; Structure of The Lesson</a:t>
            </a:r>
            <a:endParaRPr lang="en-US" altLang="zh-TW" u="sng">
              <a:solidFill>
                <a:schemeClr val="tx2"/>
              </a:solidFill>
            </a:endParaRPr>
          </a:p>
        </p:txBody>
      </p:sp>
      <p:graphicFrame>
        <p:nvGraphicFramePr>
          <p:cNvPr id="17413" name="Content Placeholder 2">
            <a:extLst>
              <a:ext uri="{FF2B5EF4-FFF2-40B4-BE49-F238E27FC236}">
                <a16:creationId xmlns:a16="http://schemas.microsoft.com/office/drawing/2014/main" id="{67CC6B01-9E09-46B4-8C7F-0C37AC6AF143}"/>
              </a:ext>
            </a:extLst>
          </p:cNvPr>
          <p:cNvGraphicFramePr>
            <a:graphicFrameLocks noGrp="1"/>
          </p:cNvGraphicFramePr>
          <p:nvPr>
            <p:ph idx="1"/>
          </p:nvPr>
        </p:nvGraphicFramePr>
        <p:xfrm>
          <a:off x="2011363" y="1697038"/>
          <a:ext cx="8229600" cy="45259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a:extLst>
              <a:ext uri="{FF2B5EF4-FFF2-40B4-BE49-F238E27FC236}">
                <a16:creationId xmlns:a16="http://schemas.microsoft.com/office/drawing/2014/main" id="{439FB98E-C11C-4147-A070-1AE7949F60BF}"/>
              </a:ext>
            </a:extLst>
          </p:cNvPr>
          <p:cNvSpPr txBox="1">
            <a:spLocks noGrp="1" noChangeArrowheads="1"/>
          </p:cNvSpPr>
          <p:nvPr>
            <p:ph type="title"/>
          </p:nvPr>
        </p:nvSpPr>
        <p:spPr>
          <a:xfrm>
            <a:off x="3211514" y="350858"/>
            <a:ext cx="3836307" cy="553998"/>
          </a:xfrm>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r>
              <a:rPr lang="en-US" altLang="zh-TW" b="1" u="sng" dirty="0">
                <a:solidFill>
                  <a:schemeClr val="accent6">
                    <a:lumMod val="75000"/>
                  </a:schemeClr>
                </a:solidFill>
                <a:latin typeface="Century Gothic" panose="020B0502020202020204" pitchFamily="34" charset="0"/>
                <a:ea typeface="新細明體" pitchFamily="18" charset="-120"/>
              </a:rPr>
              <a:t>Learning Outcomes</a:t>
            </a:r>
          </a:p>
        </p:txBody>
      </p:sp>
      <p:sp>
        <p:nvSpPr>
          <p:cNvPr id="19459" name="Content Placeholder 2">
            <a:extLst>
              <a:ext uri="{FF2B5EF4-FFF2-40B4-BE49-F238E27FC236}">
                <a16:creationId xmlns:a16="http://schemas.microsoft.com/office/drawing/2014/main" id="{C1163D1D-1990-4138-A2B9-5D9C5B4E44C0}"/>
              </a:ext>
            </a:extLst>
          </p:cNvPr>
          <p:cNvSpPr>
            <a:spLocks noGrp="1" noChangeArrowheads="1"/>
          </p:cNvSpPr>
          <p:nvPr>
            <p:ph idx="1"/>
          </p:nvPr>
        </p:nvSpPr>
        <p:spPr/>
        <p:txBody>
          <a:bodyPr/>
          <a:lstStyle/>
          <a:p>
            <a:pPr eaLnBrk="1" hangingPunct="1"/>
            <a:r>
              <a:rPr lang="en-US" altLang="zh-TW" b="1">
                <a:latin typeface="Century Gothic" panose="020B0502020202020204" pitchFamily="34" charset="0"/>
                <a:ea typeface="PMingLiU" panose="02020500000000000000" pitchFamily="18" charset="-120"/>
              </a:rPr>
              <a:t>At the end of this topic, You should be able to</a:t>
            </a:r>
          </a:p>
          <a:p>
            <a:pPr eaLnBrk="1" hangingPunct="1"/>
            <a:r>
              <a:rPr lang="en-US" altLang="en-US" b="1">
                <a:latin typeface="Century Gothic" panose="020B0502020202020204" pitchFamily="34" charset="0"/>
                <a:ea typeface="PMingLiU" panose="02020500000000000000" pitchFamily="18" charset="-120"/>
              </a:rPr>
              <a:t>Describe the types of concurrency</a:t>
            </a:r>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BD50B-828E-4579-8D95-DB593D32BD16}"/>
              </a:ext>
            </a:extLst>
          </p:cNvPr>
          <p:cNvSpPr>
            <a:spLocks noGrp="1"/>
          </p:cNvSpPr>
          <p:nvPr>
            <p:ph type="title"/>
          </p:nvPr>
        </p:nvSpPr>
        <p:spPr/>
        <p:txBody>
          <a:bodyPr/>
          <a:lstStyle/>
          <a:p>
            <a:pPr eaLnBrk="1" hangingPunct="1">
              <a:defRPr/>
            </a:pPr>
            <a:r>
              <a:rPr lang="en-US" altLang="en-US" b="1" u="sng" dirty="0">
                <a:solidFill>
                  <a:schemeClr val="accent6">
                    <a:lumMod val="75000"/>
                  </a:schemeClr>
                </a:solidFill>
                <a:latin typeface="Century Gothic" panose="020B0502020202020204" pitchFamily="34" charset="0"/>
                <a:cs typeface="Arial" panose="020B0604020202020204" pitchFamily="34" charset="0"/>
              </a:rPr>
              <a:t>Key Terms You Must Be Able To Use</a:t>
            </a:r>
            <a:endParaRPr lang="en-US" dirty="0">
              <a:solidFill>
                <a:schemeClr val="accent6">
                  <a:lumMod val="75000"/>
                </a:schemeClr>
              </a:solidFill>
              <a:latin typeface="Century Gothic" panose="020B0502020202020204" pitchFamily="34" charset="0"/>
            </a:endParaRPr>
          </a:p>
        </p:txBody>
      </p:sp>
      <p:sp>
        <p:nvSpPr>
          <p:cNvPr id="20483" name="Content Placeholder 2">
            <a:extLst>
              <a:ext uri="{FF2B5EF4-FFF2-40B4-BE49-F238E27FC236}">
                <a16:creationId xmlns:a16="http://schemas.microsoft.com/office/drawing/2014/main" id="{BD5E6CC0-3BD5-47A0-AF07-E4288E3DB752}"/>
              </a:ext>
            </a:extLst>
          </p:cNvPr>
          <p:cNvSpPr>
            <a:spLocks noGrp="1" noChangeArrowheads="1"/>
          </p:cNvSpPr>
          <p:nvPr>
            <p:ph idx="1"/>
          </p:nvPr>
        </p:nvSpPr>
        <p:spPr/>
        <p:txBody>
          <a:bodyPr/>
          <a:lstStyle/>
          <a:p>
            <a:pPr eaLnBrk="1" hangingPunct="1"/>
            <a:r>
              <a:rPr lang="en-US" altLang="en-US" sz="2000" b="1">
                <a:latin typeface="Century Gothic" panose="020B0502020202020204" pitchFamily="34" charset="0"/>
              </a:rPr>
              <a:t>If you have mastered this topic, </a:t>
            </a:r>
            <a:r>
              <a:rPr lang="en-US" altLang="en-US" sz="2000" b="1">
                <a:solidFill>
                  <a:srgbClr val="990000"/>
                </a:solidFill>
                <a:latin typeface="Century Gothic" panose="020B0502020202020204" pitchFamily="34" charset="0"/>
              </a:rPr>
              <a:t>you should be able to use the following terms correctly in your assignments and exams</a:t>
            </a:r>
            <a:r>
              <a:rPr lang="en-US" altLang="en-US" sz="2000" b="1">
                <a:latin typeface="Century Gothic" panose="020B0502020202020204" pitchFamily="34" charset="0"/>
              </a:rPr>
              <a:t>:</a:t>
            </a:r>
          </a:p>
          <a:p>
            <a:pPr eaLnBrk="1" hangingPunct="1"/>
            <a:r>
              <a:rPr lang="en-US" altLang="en-US"/>
              <a:t>Round robin</a:t>
            </a:r>
          </a:p>
          <a:p>
            <a:pPr eaLnBrk="1" hangingPunct="1"/>
            <a:r>
              <a:rPr lang="en-US" altLang="en-US"/>
              <a:t>Scheduler</a:t>
            </a:r>
          </a:p>
          <a:p>
            <a:pPr eaLnBrk="1" hangingPunct="1"/>
            <a:r>
              <a:rPr lang="en-US" altLang="en-US"/>
              <a:t>Priority</a:t>
            </a:r>
          </a:p>
          <a:p>
            <a:pPr eaLnBrk="1" hangingPunct="1"/>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4C868354-3EF9-4DAA-AB0F-289337229CAE}"/>
              </a:ext>
            </a:extLst>
          </p:cNvPr>
          <p:cNvSpPr>
            <a:spLocks noGrp="1" noChangeArrowheads="1"/>
          </p:cNvSpPr>
          <p:nvPr>
            <p:ph type="title"/>
          </p:nvPr>
        </p:nvSpPr>
        <p:spPr/>
        <p:txBody>
          <a:bodyPr/>
          <a:lstStyle/>
          <a:p>
            <a:pPr eaLnBrk="1" hangingPunct="1"/>
            <a:r>
              <a:rPr lang="en-GB" altLang="en-US"/>
              <a:t>Concurrency types</a:t>
            </a:r>
          </a:p>
        </p:txBody>
      </p:sp>
      <p:sp>
        <p:nvSpPr>
          <p:cNvPr id="21507" name="Content Placeholder 2">
            <a:extLst>
              <a:ext uri="{FF2B5EF4-FFF2-40B4-BE49-F238E27FC236}">
                <a16:creationId xmlns:a16="http://schemas.microsoft.com/office/drawing/2014/main" id="{20F93209-92CA-4171-821E-4739ECA8E98A}"/>
              </a:ext>
            </a:extLst>
          </p:cNvPr>
          <p:cNvSpPr>
            <a:spLocks noGrp="1" noChangeArrowheads="1"/>
          </p:cNvSpPr>
          <p:nvPr>
            <p:ph idx="1"/>
          </p:nvPr>
        </p:nvSpPr>
        <p:spPr/>
        <p:txBody>
          <a:bodyPr/>
          <a:lstStyle/>
          <a:p>
            <a:pPr eaLnBrk="1" hangingPunct="1"/>
            <a:r>
              <a:rPr lang="en-GB" altLang="en-US"/>
              <a:t>Round Robin</a:t>
            </a:r>
          </a:p>
          <a:p>
            <a:pPr eaLnBrk="1" hangingPunct="1"/>
            <a:r>
              <a:rPr lang="en-GB" altLang="en-US"/>
              <a:t>Scheduler</a:t>
            </a:r>
          </a:p>
          <a:p>
            <a:pPr eaLnBrk="1" hangingPunct="1"/>
            <a:r>
              <a:rPr lang="en-GB" altLang="en-US"/>
              <a:t>Priority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06CBFC8E-7ED3-43EC-AF4D-10DFA6D3F1DF}"/>
              </a:ext>
            </a:extLst>
          </p:cNvPr>
          <p:cNvSpPr>
            <a:spLocks noGrp="1" noChangeArrowheads="1"/>
          </p:cNvSpPr>
          <p:nvPr>
            <p:ph type="title"/>
          </p:nvPr>
        </p:nvSpPr>
        <p:spPr/>
        <p:txBody>
          <a:bodyPr/>
          <a:lstStyle/>
          <a:p>
            <a:pPr eaLnBrk="1" hangingPunct="1"/>
            <a:r>
              <a:rPr lang="en-GB" altLang="en-US"/>
              <a:t>Round Robin</a:t>
            </a:r>
          </a:p>
        </p:txBody>
      </p:sp>
      <p:sp>
        <p:nvSpPr>
          <p:cNvPr id="22531" name="Content Placeholder 2">
            <a:extLst>
              <a:ext uri="{FF2B5EF4-FFF2-40B4-BE49-F238E27FC236}">
                <a16:creationId xmlns:a16="http://schemas.microsoft.com/office/drawing/2014/main" id="{293DE3CD-AF2D-43B8-BFD0-6D9572A21458}"/>
              </a:ext>
            </a:extLst>
          </p:cNvPr>
          <p:cNvSpPr>
            <a:spLocks noGrp="1" noChangeArrowheads="1"/>
          </p:cNvSpPr>
          <p:nvPr>
            <p:ph idx="1"/>
          </p:nvPr>
        </p:nvSpPr>
        <p:spPr/>
        <p:txBody>
          <a:bodyPr/>
          <a:lstStyle/>
          <a:p>
            <a:pPr eaLnBrk="1" hangingPunct="1"/>
            <a:r>
              <a:rPr lang="en-US" altLang="en-US"/>
              <a:t>Round robin  is the  scheduling algorithm used by the CPU during execution of the process . Round robin is designed specifically for time sharing systems . It is similar to</a:t>
            </a:r>
            <a:r>
              <a:rPr lang="en-US" altLang="en-US" b="1">
                <a:hlinkClick r:id="rId2"/>
              </a:rPr>
              <a:t> first come first serve scheduling algorithm</a:t>
            </a:r>
            <a:r>
              <a:rPr lang="en-US" altLang="en-US"/>
              <a:t> but the preemption  is the added functionality to switch between the processes .</a:t>
            </a:r>
            <a:endParaRPr lang="en-GB"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1D893716-DAAE-4158-BA90-F19E0BDB632B}"/>
              </a:ext>
            </a:extLst>
          </p:cNvPr>
          <p:cNvSpPr>
            <a:spLocks noGrp="1" noChangeArrowheads="1"/>
          </p:cNvSpPr>
          <p:nvPr>
            <p:ph type="title"/>
          </p:nvPr>
        </p:nvSpPr>
        <p:spPr>
          <a:xfrm>
            <a:off x="2009775" y="274638"/>
            <a:ext cx="7042150" cy="1143000"/>
          </a:xfrm>
        </p:spPr>
        <p:txBody>
          <a:bodyPr wrap="square" anchor="ctr">
            <a:normAutofit/>
          </a:bodyPr>
          <a:lstStyle/>
          <a:p>
            <a:pPr eaLnBrk="1" hangingPunct="1"/>
            <a:r>
              <a:rPr lang="en-GB" altLang="en-US" dirty="0"/>
              <a:t>Quantum</a:t>
            </a:r>
          </a:p>
        </p:txBody>
      </p:sp>
      <p:graphicFrame>
        <p:nvGraphicFramePr>
          <p:cNvPr id="23559" name="Content Placeholder 2">
            <a:extLst>
              <a:ext uri="{FF2B5EF4-FFF2-40B4-BE49-F238E27FC236}">
                <a16:creationId xmlns:a16="http://schemas.microsoft.com/office/drawing/2014/main" id="{DE647037-7024-4642-8F64-7D5A6476A1C0}"/>
              </a:ext>
            </a:extLst>
          </p:cNvPr>
          <p:cNvGraphicFramePr>
            <a:graphicFrameLocks noGrp="1"/>
          </p:cNvGraphicFramePr>
          <p:nvPr>
            <p:ph idx="1"/>
          </p:nvPr>
        </p:nvGraphicFramePr>
        <p:xfrm>
          <a:off x="2011363" y="16970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47A17479-838C-4AB1-995B-D9434CF3C397}"/>
              </a:ext>
            </a:extLst>
          </p:cNvPr>
          <p:cNvSpPr>
            <a:spLocks noGrp="1" noChangeArrowheads="1"/>
          </p:cNvSpPr>
          <p:nvPr>
            <p:ph type="title"/>
          </p:nvPr>
        </p:nvSpPr>
        <p:spPr/>
        <p:txBody>
          <a:bodyPr/>
          <a:lstStyle/>
          <a:p>
            <a:pPr eaLnBrk="1" hangingPunct="1"/>
            <a:endParaRPr lang="en-GB" altLang="en-US"/>
          </a:p>
        </p:txBody>
      </p:sp>
      <p:sp>
        <p:nvSpPr>
          <p:cNvPr id="24579" name="Content Placeholder 2">
            <a:extLst>
              <a:ext uri="{FF2B5EF4-FFF2-40B4-BE49-F238E27FC236}">
                <a16:creationId xmlns:a16="http://schemas.microsoft.com/office/drawing/2014/main" id="{FF4EBDB5-8CCA-4695-94C4-E151A15F2A69}"/>
              </a:ext>
            </a:extLst>
          </p:cNvPr>
          <p:cNvSpPr>
            <a:spLocks noGrp="1" noChangeArrowheads="1"/>
          </p:cNvSpPr>
          <p:nvPr>
            <p:ph idx="1"/>
          </p:nvPr>
        </p:nvSpPr>
        <p:spPr/>
        <p:txBody>
          <a:bodyPr/>
          <a:lstStyle/>
          <a:p>
            <a:pPr eaLnBrk="1" hangingPunct="1"/>
            <a:r>
              <a:rPr lang="en-US" altLang="en-US"/>
              <a:t> Each New process is added to the tail of the ready/circular queue .</a:t>
            </a:r>
            <a:br>
              <a:rPr lang="en-US" altLang="en-US"/>
            </a:br>
            <a:r>
              <a:rPr lang="en-US" altLang="en-US"/>
              <a:t>By using this algorithm , CPU makes sure, time slices ( any natural number ) are assigned  to each process in equal portions and in circular order , </a:t>
            </a:r>
            <a:r>
              <a:rPr lang="en-US" altLang="en-US" b="1"/>
              <a:t>dealing with all process without any priority</a:t>
            </a:r>
            <a:r>
              <a:rPr lang="en-US" altLang="en-US"/>
              <a:t> .</a:t>
            </a:r>
            <a:endParaRPr lang="en-GB" altLang="en-US"/>
          </a:p>
          <a:p>
            <a:pPr eaLnBrk="1" hangingPunct="1"/>
            <a:endParaRPr lang="en-GB"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40785F49-EC30-4A67-8257-9C8786EF4166}"/>
              </a:ext>
            </a:extLst>
          </p:cNvPr>
          <p:cNvSpPr>
            <a:spLocks noGrp="1" noChangeArrowheads="1"/>
          </p:cNvSpPr>
          <p:nvPr>
            <p:ph type="title"/>
          </p:nvPr>
        </p:nvSpPr>
        <p:spPr/>
        <p:txBody>
          <a:bodyPr/>
          <a:lstStyle/>
          <a:p>
            <a:pPr eaLnBrk="1" hangingPunct="1"/>
            <a:endParaRPr lang="en-US" altLang="en-US"/>
          </a:p>
        </p:txBody>
      </p:sp>
      <p:sp>
        <p:nvSpPr>
          <p:cNvPr id="25603" name="Content Placeholder 2">
            <a:extLst>
              <a:ext uri="{FF2B5EF4-FFF2-40B4-BE49-F238E27FC236}">
                <a16:creationId xmlns:a16="http://schemas.microsoft.com/office/drawing/2014/main" id="{788AEB66-D40D-4B3F-83FD-5E22F5FC8B4A}"/>
              </a:ext>
            </a:extLst>
          </p:cNvPr>
          <p:cNvSpPr>
            <a:spLocks noGrp="1" noChangeArrowheads="1"/>
          </p:cNvSpPr>
          <p:nvPr>
            <p:ph idx="1"/>
          </p:nvPr>
        </p:nvSpPr>
        <p:spPr/>
        <p:txBody>
          <a:bodyPr/>
          <a:lstStyle/>
          <a:p>
            <a:pPr eaLnBrk="1" hangingPunct="1"/>
            <a:endParaRPr lang="en-US" altLang="en-US"/>
          </a:p>
        </p:txBody>
      </p:sp>
      <p:pic>
        <p:nvPicPr>
          <p:cNvPr id="25604" name="Picture 2" descr="Image result for round robin scheduling">
            <a:extLst>
              <a:ext uri="{FF2B5EF4-FFF2-40B4-BE49-F238E27FC236}">
                <a16:creationId xmlns:a16="http://schemas.microsoft.com/office/drawing/2014/main" id="{9662A475-5D7A-4E90-B62A-909536B65B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9839" y="1417639"/>
            <a:ext cx="5545137" cy="289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C73D2844-45D0-41F7-B445-A71053722EA8}"/>
              </a:ext>
            </a:extLst>
          </p:cNvPr>
          <p:cNvSpPr>
            <a:spLocks noGrp="1" noChangeArrowheads="1"/>
          </p:cNvSpPr>
          <p:nvPr>
            <p:ph type="title"/>
          </p:nvPr>
        </p:nvSpPr>
        <p:spPr/>
        <p:txBody>
          <a:bodyPr/>
          <a:lstStyle/>
          <a:p>
            <a:pPr eaLnBrk="1" hangingPunct="1"/>
            <a:r>
              <a:rPr lang="en-GB" altLang="en-US"/>
              <a:t>Round Robin</a:t>
            </a:r>
          </a:p>
        </p:txBody>
      </p:sp>
      <p:pic>
        <p:nvPicPr>
          <p:cNvPr id="26627" name="Picture 5">
            <a:extLst>
              <a:ext uri="{FF2B5EF4-FFF2-40B4-BE49-F238E27FC236}">
                <a16:creationId xmlns:a16="http://schemas.microsoft.com/office/drawing/2014/main" id="{9C0BAC55-41DE-4C43-980D-2E6F9F61CEE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24001" y="1185863"/>
            <a:ext cx="6983413" cy="5237162"/>
          </a:xfrm>
          <a:noFill/>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DD920BAF-381B-4C14-9593-0C32DB38DD1C}"/>
                  </a:ext>
                </a:extLst>
              </p14:cNvPr>
              <p14:cNvContentPartPr/>
              <p14:nvPr/>
            </p14:nvContentPartPr>
            <p14:xfrm>
              <a:off x="2772480" y="4395600"/>
              <a:ext cx="1996200" cy="496080"/>
            </p14:xfrm>
          </p:contentPart>
        </mc:Choice>
        <mc:Fallback>
          <p:pic>
            <p:nvPicPr>
              <p:cNvPr id="2" name="Ink 1">
                <a:extLst>
                  <a:ext uri="{FF2B5EF4-FFF2-40B4-BE49-F238E27FC236}">
                    <a16:creationId xmlns:a16="http://schemas.microsoft.com/office/drawing/2014/main" id="{DD920BAF-381B-4C14-9593-0C32DB38DD1C}"/>
                  </a:ext>
                </a:extLst>
              </p:cNvPr>
              <p:cNvPicPr/>
              <p:nvPr/>
            </p:nvPicPr>
            <p:blipFill>
              <a:blip r:embed="rId4"/>
              <a:stretch>
                <a:fillRect/>
              </a:stretch>
            </p:blipFill>
            <p:spPr>
              <a:xfrm>
                <a:off x="2763120" y="4386240"/>
                <a:ext cx="2014920" cy="514800"/>
              </a:xfrm>
              <a:prstGeom prst="rect">
                <a:avLst/>
              </a:prstGeom>
            </p:spPr>
          </p:pic>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F03CFC70-D06D-4078-83BB-3FA7D5B93584}"/>
              </a:ext>
            </a:extLst>
          </p:cNvPr>
          <p:cNvSpPr>
            <a:spLocks noGrp="1" noChangeArrowheads="1"/>
          </p:cNvSpPr>
          <p:nvPr>
            <p:ph type="title"/>
          </p:nvPr>
        </p:nvSpPr>
        <p:spPr/>
        <p:txBody>
          <a:bodyPr/>
          <a:lstStyle/>
          <a:p>
            <a:pPr eaLnBrk="1" hangingPunct="1"/>
            <a:endParaRPr lang="en-GB" altLang="en-US"/>
          </a:p>
        </p:txBody>
      </p:sp>
      <p:sp>
        <p:nvSpPr>
          <p:cNvPr id="27651" name="Content Placeholder 2">
            <a:extLst>
              <a:ext uri="{FF2B5EF4-FFF2-40B4-BE49-F238E27FC236}">
                <a16:creationId xmlns:a16="http://schemas.microsoft.com/office/drawing/2014/main" id="{FAB13D55-6B5D-4F49-BFEB-0EE794741D43}"/>
              </a:ext>
            </a:extLst>
          </p:cNvPr>
          <p:cNvSpPr>
            <a:spLocks noGrp="1" noChangeArrowheads="1"/>
          </p:cNvSpPr>
          <p:nvPr>
            <p:ph idx="1"/>
          </p:nvPr>
        </p:nvSpPr>
        <p:spPr/>
        <p:txBody>
          <a:bodyPr/>
          <a:lstStyle/>
          <a:p>
            <a:pPr eaLnBrk="1" hangingPunct="1"/>
            <a:r>
              <a:rPr lang="en-US" altLang="en-US" b="1"/>
              <a:t>Round robin comes from the principle known as round robin in which every person takes equal share of something in turn .</a:t>
            </a:r>
            <a:endParaRPr lang="en-GB"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4855C265-F841-40FF-A056-111557481666}"/>
              </a:ext>
            </a:extLst>
          </p:cNvPr>
          <p:cNvSpPr>
            <a:spLocks noGrp="1" noChangeArrowheads="1"/>
          </p:cNvSpPr>
          <p:nvPr>
            <p:ph type="title"/>
          </p:nvPr>
        </p:nvSpPr>
        <p:spPr/>
        <p:txBody>
          <a:bodyPr/>
          <a:lstStyle/>
          <a:p>
            <a:pPr eaLnBrk="1" hangingPunct="1"/>
            <a:r>
              <a:rPr lang="en-US" altLang="en-US"/>
              <a:t>First Come First Serve (FCFS)</a:t>
            </a:r>
            <a:br>
              <a:rPr lang="en-US" altLang="en-US"/>
            </a:br>
            <a:r>
              <a:rPr lang="en-GB" altLang="en-US"/>
              <a:t>Scheduler</a:t>
            </a:r>
          </a:p>
        </p:txBody>
      </p:sp>
      <p:sp>
        <p:nvSpPr>
          <p:cNvPr id="28675" name="Content Placeholder 2">
            <a:extLst>
              <a:ext uri="{FF2B5EF4-FFF2-40B4-BE49-F238E27FC236}">
                <a16:creationId xmlns:a16="http://schemas.microsoft.com/office/drawing/2014/main" id="{E6A4C7EF-2A17-49F4-BF37-1737D734106D}"/>
              </a:ext>
            </a:extLst>
          </p:cNvPr>
          <p:cNvSpPr>
            <a:spLocks noGrp="1" noChangeArrowheads="1"/>
          </p:cNvSpPr>
          <p:nvPr>
            <p:ph idx="1"/>
          </p:nvPr>
        </p:nvSpPr>
        <p:spPr/>
        <p:txBody>
          <a:bodyPr/>
          <a:lstStyle/>
          <a:p>
            <a:pPr eaLnBrk="1" hangingPunct="1"/>
            <a:r>
              <a:rPr lang="en-US" altLang="en-US"/>
              <a:t>a.k.a. </a:t>
            </a:r>
            <a:r>
              <a:rPr lang="en-GB" altLang="en-US"/>
              <a:t>First-In-First-Out (FIFO)</a:t>
            </a:r>
          </a:p>
          <a:p>
            <a:pPr eaLnBrk="1" hangingPunct="1"/>
            <a:endParaRPr lang="en-US" altLang="en-US"/>
          </a:p>
          <a:p>
            <a:pPr eaLnBrk="1" hangingPunct="1"/>
            <a:r>
              <a:rPr lang="en-US" altLang="en-US"/>
              <a:t>Jobs are executed on first come, first serve basis.</a:t>
            </a:r>
          </a:p>
          <a:p>
            <a:pPr eaLnBrk="1" hangingPunct="1"/>
            <a:r>
              <a:rPr lang="en-US" altLang="en-US"/>
              <a:t>Easy to understand and implement.</a:t>
            </a:r>
          </a:p>
          <a:p>
            <a:pPr eaLnBrk="1" hangingPunct="1"/>
            <a:r>
              <a:rPr lang="en-US" altLang="en-US"/>
              <a:t>Poor in performance as average wait time is high.</a:t>
            </a:r>
          </a:p>
          <a:p>
            <a:pPr eaLnBrk="1" hangingPunct="1"/>
            <a:endParaRPr lang="en-GB"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9CCC3D24-55CE-4F50-8512-B5C4C39A3E9F}"/>
              </a:ext>
            </a:extLst>
          </p:cNvPr>
          <p:cNvSpPr>
            <a:spLocks noGrp="1" noChangeArrowheads="1"/>
          </p:cNvSpPr>
          <p:nvPr>
            <p:ph type="title"/>
          </p:nvPr>
        </p:nvSpPr>
        <p:spPr/>
        <p:txBody>
          <a:bodyPr/>
          <a:lstStyle/>
          <a:p>
            <a:pPr eaLnBrk="1" hangingPunct="1"/>
            <a:endParaRPr lang="en-US" altLang="en-US"/>
          </a:p>
        </p:txBody>
      </p:sp>
      <p:sp>
        <p:nvSpPr>
          <p:cNvPr id="29699" name="Content Placeholder 2">
            <a:extLst>
              <a:ext uri="{FF2B5EF4-FFF2-40B4-BE49-F238E27FC236}">
                <a16:creationId xmlns:a16="http://schemas.microsoft.com/office/drawing/2014/main" id="{CE5D1A47-00BA-478E-9708-C4CBFBB181EE}"/>
              </a:ext>
            </a:extLst>
          </p:cNvPr>
          <p:cNvSpPr>
            <a:spLocks noGrp="1" noChangeArrowheads="1"/>
          </p:cNvSpPr>
          <p:nvPr>
            <p:ph idx="1"/>
          </p:nvPr>
        </p:nvSpPr>
        <p:spPr/>
        <p:txBody>
          <a:bodyPr/>
          <a:lstStyle/>
          <a:p>
            <a:pPr eaLnBrk="1" hangingPunct="1"/>
            <a:endParaRPr lang="en-US" altLang="en-US"/>
          </a:p>
        </p:txBody>
      </p:sp>
      <p:pic>
        <p:nvPicPr>
          <p:cNvPr id="29700" name="Picture 2" descr="Image result for fcfs scheduling">
            <a:extLst>
              <a:ext uri="{FF2B5EF4-FFF2-40B4-BE49-F238E27FC236}">
                <a16:creationId xmlns:a16="http://schemas.microsoft.com/office/drawing/2014/main" id="{3D7F100D-4EC0-4CED-AAD6-239FC8C181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8313" y="274639"/>
            <a:ext cx="7435850" cy="558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F2735E9B-2BFC-4DC8-A255-E15D09A898E2}"/>
              </a:ext>
            </a:extLst>
          </p:cNvPr>
          <p:cNvSpPr>
            <a:spLocks noGrp="1" noChangeArrowheads="1"/>
          </p:cNvSpPr>
          <p:nvPr>
            <p:ph type="title"/>
          </p:nvPr>
        </p:nvSpPr>
        <p:spPr/>
        <p:txBody>
          <a:bodyPr/>
          <a:lstStyle/>
          <a:p>
            <a:pPr eaLnBrk="1" hangingPunct="1"/>
            <a:endParaRPr lang="en-GB" altLang="en-US"/>
          </a:p>
        </p:txBody>
      </p:sp>
      <p:pic>
        <p:nvPicPr>
          <p:cNvPr id="30723" name="Picture 2" descr="First Come First Serve Scheduling Algorithm">
            <a:extLst>
              <a:ext uri="{FF2B5EF4-FFF2-40B4-BE49-F238E27FC236}">
                <a16:creationId xmlns:a16="http://schemas.microsoft.com/office/drawing/2014/main" id="{D3F19986-35BA-41C1-B9A3-5C256DFD5B2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179763" y="203201"/>
            <a:ext cx="4610100" cy="2790825"/>
          </a:xfrm>
          <a:noFill/>
        </p:spPr>
      </p:pic>
      <p:graphicFrame>
        <p:nvGraphicFramePr>
          <p:cNvPr id="4" name="Table 3">
            <a:extLst>
              <a:ext uri="{FF2B5EF4-FFF2-40B4-BE49-F238E27FC236}">
                <a16:creationId xmlns:a16="http://schemas.microsoft.com/office/drawing/2014/main" id="{E57BC3BD-4661-4CA1-AFCF-9A7F3D0D8A3E}"/>
              </a:ext>
            </a:extLst>
          </p:cNvPr>
          <p:cNvGraphicFramePr>
            <a:graphicFrameLocks noGrp="1"/>
          </p:cNvGraphicFramePr>
          <p:nvPr/>
        </p:nvGraphicFramePr>
        <p:xfrm>
          <a:off x="2082801" y="3670300"/>
          <a:ext cx="7478713" cy="2557462"/>
        </p:xfrm>
        <a:graphic>
          <a:graphicData uri="http://schemas.openxmlformats.org/drawingml/2006/table">
            <a:tbl>
              <a:tblPr/>
              <a:tblGrid>
                <a:gridCol w="1514902">
                  <a:extLst>
                    <a:ext uri="{9D8B030D-6E8A-4147-A177-3AD203B41FA5}">
                      <a16:colId xmlns:a16="http://schemas.microsoft.com/office/drawing/2014/main" val="20000"/>
                    </a:ext>
                  </a:extLst>
                </a:gridCol>
                <a:gridCol w="5963811">
                  <a:extLst>
                    <a:ext uri="{9D8B030D-6E8A-4147-A177-3AD203B41FA5}">
                      <a16:colId xmlns:a16="http://schemas.microsoft.com/office/drawing/2014/main" val="20001"/>
                    </a:ext>
                  </a:extLst>
                </a:gridCol>
              </a:tblGrid>
              <a:tr h="744578">
                <a:tc>
                  <a:txBody>
                    <a:bodyPr/>
                    <a:lstStyle/>
                    <a:p>
                      <a:pPr algn="l" fontAlgn="t"/>
                      <a:r>
                        <a:rPr lang="en-GB" sz="1800" dirty="0">
                          <a:effectLst/>
                        </a:rPr>
                        <a:t>Process</a:t>
                      </a:r>
                    </a:p>
                  </a:txBody>
                  <a:tcPr marL="76200" marR="76200" marT="76183" marB="7618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l" fontAlgn="t"/>
                      <a:r>
                        <a:rPr lang="en-US" sz="1800" dirty="0">
                          <a:effectLst/>
                        </a:rPr>
                        <a:t>Wait Time : Service Time - Arrival Time</a:t>
                      </a:r>
                    </a:p>
                  </a:txBody>
                  <a:tcPr marL="76200" marR="76200" marT="76183" marB="7618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10000"/>
                  </a:ext>
                </a:extLst>
              </a:tr>
              <a:tr h="453221">
                <a:tc>
                  <a:txBody>
                    <a:bodyPr/>
                    <a:lstStyle/>
                    <a:p>
                      <a:pPr fontAlgn="t"/>
                      <a:r>
                        <a:rPr lang="en-GB" sz="1800">
                          <a:effectLst/>
                        </a:rPr>
                        <a:t>P0</a:t>
                      </a:r>
                    </a:p>
                  </a:txBody>
                  <a:tcPr marL="76200" marR="76200" marT="76183" marB="7618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GB" sz="1800">
                          <a:effectLst/>
                        </a:rPr>
                        <a:t>0 - 0 = 0</a:t>
                      </a:r>
                    </a:p>
                  </a:txBody>
                  <a:tcPr marL="76200" marR="76200" marT="76183" marB="7618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453221">
                <a:tc>
                  <a:txBody>
                    <a:bodyPr/>
                    <a:lstStyle/>
                    <a:p>
                      <a:pPr fontAlgn="t"/>
                      <a:r>
                        <a:rPr lang="en-GB" sz="1800">
                          <a:effectLst/>
                        </a:rPr>
                        <a:t>P1</a:t>
                      </a:r>
                    </a:p>
                  </a:txBody>
                  <a:tcPr marL="76200" marR="76200" marT="76183" marB="7618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GB" sz="1800">
                          <a:effectLst/>
                        </a:rPr>
                        <a:t>5 - 1 = 4</a:t>
                      </a:r>
                    </a:p>
                  </a:txBody>
                  <a:tcPr marL="76200" marR="76200" marT="76183" marB="7618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453221">
                <a:tc>
                  <a:txBody>
                    <a:bodyPr/>
                    <a:lstStyle/>
                    <a:p>
                      <a:pPr fontAlgn="t"/>
                      <a:r>
                        <a:rPr lang="en-GB" sz="1800">
                          <a:effectLst/>
                        </a:rPr>
                        <a:t>P2</a:t>
                      </a:r>
                    </a:p>
                  </a:txBody>
                  <a:tcPr marL="76200" marR="76200" marT="76183" marB="7618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GB" sz="1800">
                          <a:effectLst/>
                        </a:rPr>
                        <a:t>8 - 2 = 6</a:t>
                      </a:r>
                    </a:p>
                  </a:txBody>
                  <a:tcPr marL="76200" marR="76200" marT="76183" marB="7618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r h="453221">
                <a:tc>
                  <a:txBody>
                    <a:bodyPr/>
                    <a:lstStyle/>
                    <a:p>
                      <a:pPr fontAlgn="t"/>
                      <a:r>
                        <a:rPr lang="en-GB" sz="1800">
                          <a:effectLst/>
                        </a:rPr>
                        <a:t>P3</a:t>
                      </a:r>
                    </a:p>
                  </a:txBody>
                  <a:tcPr marL="76200" marR="76200" marT="76183" marB="7618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GB" sz="1800" dirty="0">
                          <a:effectLst/>
                        </a:rPr>
                        <a:t>16 - 3 = 13</a:t>
                      </a:r>
                    </a:p>
                  </a:txBody>
                  <a:tcPr marL="76200" marR="76200" marT="76183" marB="7618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0744" name="Rectangle 3">
            <a:extLst>
              <a:ext uri="{FF2B5EF4-FFF2-40B4-BE49-F238E27FC236}">
                <a16:creationId xmlns:a16="http://schemas.microsoft.com/office/drawing/2014/main" id="{A00F4A91-CBEA-4922-918A-4A384F53481D}"/>
              </a:ext>
            </a:extLst>
          </p:cNvPr>
          <p:cNvSpPr>
            <a:spLocks noChangeArrowheads="1"/>
          </p:cNvSpPr>
          <p:nvPr/>
        </p:nvSpPr>
        <p:spPr bwMode="auto">
          <a:xfrm>
            <a:off x="1928353" y="3108117"/>
            <a:ext cx="287270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r>
              <a:rPr lang="en-US" altLang="en-US" sz="1600" b="1">
                <a:solidFill>
                  <a:srgbClr val="000000"/>
                </a:solidFill>
                <a:latin typeface="Open Sans"/>
              </a:rPr>
              <a:t>Wait time of each process:</a:t>
            </a:r>
            <a:endParaRPr lang="en-US" altLang="en-US" sz="1200" b="1"/>
          </a:p>
        </p:txBody>
      </p:sp>
      <p:sp>
        <p:nvSpPr>
          <p:cNvPr id="30745" name="Rectangle 5">
            <a:extLst>
              <a:ext uri="{FF2B5EF4-FFF2-40B4-BE49-F238E27FC236}">
                <a16:creationId xmlns:a16="http://schemas.microsoft.com/office/drawing/2014/main" id="{C3D5A6A4-E187-4ED1-81C9-B773397F6573}"/>
              </a:ext>
            </a:extLst>
          </p:cNvPr>
          <p:cNvSpPr>
            <a:spLocks noChangeArrowheads="1"/>
          </p:cNvSpPr>
          <p:nvPr/>
        </p:nvSpPr>
        <p:spPr bwMode="auto">
          <a:xfrm>
            <a:off x="3833010" y="6040438"/>
            <a:ext cx="45259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r>
              <a:rPr lang="en-US" altLang="en-US" sz="1800">
                <a:solidFill>
                  <a:srgbClr val="000000"/>
                </a:solidFill>
                <a:latin typeface="Open Sans"/>
              </a:rPr>
              <a:t>Average Wait Time: (0+4+6+13) / 4 = 5.55</a:t>
            </a:r>
            <a:endParaRPr lang="en-US" altLang="en-US" sz="4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988F9348-DC57-437B-97FE-959673A920F9}"/>
              </a:ext>
            </a:extLst>
          </p:cNvPr>
          <p:cNvSpPr>
            <a:spLocks noGrp="1" noChangeArrowheads="1"/>
          </p:cNvSpPr>
          <p:nvPr>
            <p:ph type="title"/>
          </p:nvPr>
        </p:nvSpPr>
        <p:spPr>
          <a:xfrm>
            <a:off x="2009775" y="274638"/>
            <a:ext cx="7042150" cy="1143000"/>
          </a:xfrm>
        </p:spPr>
        <p:txBody>
          <a:bodyPr wrap="square" anchor="ctr">
            <a:normAutofit/>
          </a:bodyPr>
          <a:lstStyle/>
          <a:p>
            <a:pPr eaLnBrk="1" hangingPunct="1"/>
            <a:r>
              <a:rPr lang="en-US" altLang="en-US"/>
              <a:t>LIFO</a:t>
            </a:r>
          </a:p>
        </p:txBody>
      </p:sp>
      <p:graphicFrame>
        <p:nvGraphicFramePr>
          <p:cNvPr id="31749" name="Content Placeholder 2">
            <a:extLst>
              <a:ext uri="{FF2B5EF4-FFF2-40B4-BE49-F238E27FC236}">
                <a16:creationId xmlns:a16="http://schemas.microsoft.com/office/drawing/2014/main" id="{745A757A-D974-4130-A9DB-E397F7A19D0E}"/>
              </a:ext>
            </a:extLst>
          </p:cNvPr>
          <p:cNvGraphicFramePr>
            <a:graphicFrameLocks noGrp="1"/>
          </p:cNvGraphicFramePr>
          <p:nvPr>
            <p:ph idx="1"/>
          </p:nvPr>
        </p:nvGraphicFramePr>
        <p:xfrm>
          <a:off x="2011363" y="1697038"/>
          <a:ext cx="8229600" cy="45259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8F9B7117-9A12-4165-96A5-85F982508472}"/>
              </a:ext>
            </a:extLst>
          </p:cNvPr>
          <p:cNvSpPr>
            <a:spLocks noGrp="1" noChangeArrowheads="1"/>
          </p:cNvSpPr>
          <p:nvPr>
            <p:ph type="title"/>
          </p:nvPr>
        </p:nvSpPr>
        <p:spPr/>
        <p:txBody>
          <a:bodyPr/>
          <a:lstStyle/>
          <a:p>
            <a:pPr eaLnBrk="1" hangingPunct="1"/>
            <a:r>
              <a:rPr lang="en-GB" altLang="en-US"/>
              <a:t>Priority</a:t>
            </a:r>
          </a:p>
        </p:txBody>
      </p:sp>
      <p:sp>
        <p:nvSpPr>
          <p:cNvPr id="32771" name="Content Placeholder 2">
            <a:extLst>
              <a:ext uri="{FF2B5EF4-FFF2-40B4-BE49-F238E27FC236}">
                <a16:creationId xmlns:a16="http://schemas.microsoft.com/office/drawing/2014/main" id="{1F0A63BD-671F-452D-B02E-2A09F215D839}"/>
              </a:ext>
            </a:extLst>
          </p:cNvPr>
          <p:cNvSpPr>
            <a:spLocks noGrp="1" noChangeArrowheads="1"/>
          </p:cNvSpPr>
          <p:nvPr>
            <p:ph idx="1"/>
          </p:nvPr>
        </p:nvSpPr>
        <p:spPr/>
        <p:txBody>
          <a:bodyPr/>
          <a:lstStyle/>
          <a:p>
            <a:pPr eaLnBrk="1" hangingPunct="1"/>
            <a:endParaRPr lang="en-GB" altLang="en-US"/>
          </a:p>
        </p:txBody>
      </p:sp>
      <p:sp>
        <p:nvSpPr>
          <p:cNvPr id="32772" name="AutoShape 5" descr="Image result for priority scheduling in java">
            <a:extLst>
              <a:ext uri="{FF2B5EF4-FFF2-40B4-BE49-F238E27FC236}">
                <a16:creationId xmlns:a16="http://schemas.microsoft.com/office/drawing/2014/main" id="{5FF325F8-66C2-488A-84FB-70C749077E18}"/>
              </a:ext>
            </a:extLst>
          </p:cNvPr>
          <p:cNvSpPr>
            <a:spLocks noChangeAspect="1" noChangeArrowheads="1"/>
          </p:cNvSpPr>
          <p:nvPr/>
        </p:nvSpPr>
        <p:spPr bwMode="auto">
          <a:xfrm>
            <a:off x="1679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pic>
        <p:nvPicPr>
          <p:cNvPr id="32773" name="Picture 7">
            <a:extLst>
              <a:ext uri="{FF2B5EF4-FFF2-40B4-BE49-F238E27FC236}">
                <a16:creationId xmlns:a16="http://schemas.microsoft.com/office/drawing/2014/main" id="{91482990-F00D-4751-8474-801F5D1DEB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9575" y="1531939"/>
            <a:ext cx="8801100" cy="498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2">
            <a:extLst>
              <a:ext uri="{FF2B5EF4-FFF2-40B4-BE49-F238E27FC236}">
                <a16:creationId xmlns:a16="http://schemas.microsoft.com/office/drawing/2014/main" id="{839EDC4B-5B09-44E3-B977-C80DB976806B}"/>
              </a:ext>
            </a:extLst>
          </p:cNvPr>
          <p:cNvSpPr txBox="1">
            <a:spLocks noChangeArrowheads="1"/>
          </p:cNvSpPr>
          <p:nvPr/>
        </p:nvSpPr>
        <p:spPr bwMode="auto">
          <a:xfrm>
            <a:off x="3892551" y="2882900"/>
            <a:ext cx="4568825"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9600"/>
              <a:t>Q &amp; A</a:t>
            </a:r>
          </a:p>
        </p:txBody>
      </p:sp>
      <p:sp>
        <p:nvSpPr>
          <p:cNvPr id="33795" name="Text Box 3">
            <a:extLst>
              <a:ext uri="{FF2B5EF4-FFF2-40B4-BE49-F238E27FC236}">
                <a16:creationId xmlns:a16="http://schemas.microsoft.com/office/drawing/2014/main" id="{BC2DB078-5B4D-4320-A0B6-AC04019D278A}"/>
              </a:ext>
            </a:extLst>
          </p:cNvPr>
          <p:cNvSpPr txBox="1">
            <a:spLocks noChangeArrowheads="1"/>
          </p:cNvSpPr>
          <p:nvPr/>
        </p:nvSpPr>
        <p:spPr bwMode="auto">
          <a:xfrm>
            <a:off x="2430464" y="369889"/>
            <a:ext cx="60229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b="1">
                <a:solidFill>
                  <a:srgbClr val="003366"/>
                </a:solidFill>
              </a:rPr>
              <a:t>Question and Answer Session</a:t>
            </a:r>
            <a:endParaRPr lang="en-US" altLang="en-US">
              <a:solidFill>
                <a:srgbClr val="003366"/>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3">
            <a:extLst>
              <a:ext uri="{FF2B5EF4-FFF2-40B4-BE49-F238E27FC236}">
                <a16:creationId xmlns:a16="http://schemas.microsoft.com/office/drawing/2014/main" id="{31C8A368-B37C-44B9-A94E-DEA7D849C24B}"/>
              </a:ext>
            </a:extLst>
          </p:cNvPr>
          <p:cNvSpPr>
            <a:spLocks noGrp="1" noChangeArrowheads="1"/>
          </p:cNvSpPr>
          <p:nvPr>
            <p:ph type="title"/>
          </p:nvPr>
        </p:nvSpPr>
        <p:spPr>
          <a:xfrm>
            <a:off x="2847975" y="569139"/>
            <a:ext cx="5069016" cy="553998"/>
          </a:xfrm>
        </p:spPr>
        <p:txBody>
          <a:bodyPr wrap="none">
            <a:spAutoFit/>
          </a:bodyPr>
          <a:lstStyle/>
          <a:p>
            <a:r>
              <a:rPr lang="en-US" altLang="en-US" b="1" u="sng">
                <a:solidFill>
                  <a:srgbClr val="003366"/>
                </a:solidFill>
              </a:rPr>
              <a:t>What we will cover next</a:t>
            </a:r>
            <a:endParaRPr lang="en-US" altLang="en-US" u="sng">
              <a:solidFill>
                <a:srgbClr val="003366"/>
              </a:solidFill>
            </a:endParaRPr>
          </a:p>
        </p:txBody>
      </p:sp>
      <p:sp>
        <p:nvSpPr>
          <p:cNvPr id="35843" name="Content Placeholder 2">
            <a:extLst>
              <a:ext uri="{FF2B5EF4-FFF2-40B4-BE49-F238E27FC236}">
                <a16:creationId xmlns:a16="http://schemas.microsoft.com/office/drawing/2014/main" id="{79221830-1A80-463C-B7DB-DC970E4F8B10}"/>
              </a:ext>
            </a:extLst>
          </p:cNvPr>
          <p:cNvSpPr>
            <a:spLocks noGrp="1" noChangeArrowheads="1"/>
          </p:cNvSpPr>
          <p:nvPr>
            <p:ph idx="1"/>
          </p:nvPr>
        </p:nvSpPr>
        <p:spPr/>
        <p:txBody>
          <a:bodyPr/>
          <a:lstStyle/>
          <a:p>
            <a:pPr eaLnBrk="1" hangingPunct="1"/>
            <a:r>
              <a:rPr lang="en-US" altLang="en-US"/>
              <a:t>Concurrency concepts 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Content Placeholder 2">
            <a:extLst>
              <a:ext uri="{FF2B5EF4-FFF2-40B4-BE49-F238E27FC236}">
                <a16:creationId xmlns:a16="http://schemas.microsoft.com/office/drawing/2014/main" id="{BE038E9C-29E0-45C9-A067-88DD7822DFC3}"/>
              </a:ext>
            </a:extLst>
          </p:cNvPr>
          <p:cNvSpPr>
            <a:spLocks noGrp="1" noChangeArrowheads="1"/>
          </p:cNvSpPr>
          <p:nvPr>
            <p:ph idx="1"/>
          </p:nvPr>
        </p:nvSpPr>
        <p:spPr>
          <a:xfrm>
            <a:off x="2033588" y="1697038"/>
            <a:ext cx="8229600" cy="4525962"/>
          </a:xfrm>
        </p:spPr>
        <p:txBody>
          <a:bodyPr/>
          <a:lstStyle/>
          <a:p>
            <a:r>
              <a:rPr lang="en-US" altLang="en-US"/>
              <a:t>Creating threads in Java</a:t>
            </a:r>
          </a:p>
          <a:p>
            <a:r>
              <a:rPr lang="en-US" altLang="en-US"/>
              <a:t>Synchronisation</a:t>
            </a:r>
          </a:p>
          <a:p>
            <a:r>
              <a:rPr lang="en-US" altLang="en-US"/>
              <a:t>Asynchronicity </a:t>
            </a:r>
          </a:p>
          <a:p>
            <a:endParaRPr lang="en-US" altLang="en-US"/>
          </a:p>
        </p:txBody>
      </p:sp>
      <p:sp>
        <p:nvSpPr>
          <p:cNvPr id="6" name="Text Box 2">
            <a:extLst>
              <a:ext uri="{FF2B5EF4-FFF2-40B4-BE49-F238E27FC236}">
                <a16:creationId xmlns:a16="http://schemas.microsoft.com/office/drawing/2014/main" id="{EBA83666-CB41-4DDE-9105-C81E7CD1336B}"/>
              </a:ext>
            </a:extLst>
          </p:cNvPr>
          <p:cNvSpPr txBox="1">
            <a:spLocks noGrp="1" noChangeArrowheads="1"/>
          </p:cNvSpPr>
          <p:nvPr>
            <p:ph type="title"/>
          </p:nvPr>
        </p:nvSpPr>
        <p:spPr>
          <a:xfrm>
            <a:off x="2111375" y="346095"/>
            <a:ext cx="5846472" cy="553998"/>
          </a:xfrm>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r>
              <a:rPr lang="en-US" altLang="zh-TW" b="1" u="sng" dirty="0">
                <a:solidFill>
                  <a:schemeClr val="accent6">
                    <a:lumMod val="75000"/>
                  </a:schemeClr>
                </a:solidFill>
                <a:latin typeface="Century Gothic" panose="020B0502020202020204" pitchFamily="34" charset="0"/>
                <a:ea typeface="新細明體" pitchFamily="18" charset="-120"/>
              </a:rPr>
              <a:t>Topic &amp; Structure of The Lesson</a:t>
            </a:r>
            <a:endParaRPr lang="en-US" altLang="zh-TW" u="sng" dirty="0">
              <a:solidFill>
                <a:schemeClr val="accent6">
                  <a:lumMod val="75000"/>
                </a:schemeClr>
              </a:solidFill>
              <a:latin typeface="Century Gothic" panose="020B0502020202020204" pitchFamily="34" charset="0"/>
              <a:ea typeface="新細明體" pitchFamily="18" charset="-12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Content Placeholder 2">
            <a:extLst>
              <a:ext uri="{FF2B5EF4-FFF2-40B4-BE49-F238E27FC236}">
                <a16:creationId xmlns:a16="http://schemas.microsoft.com/office/drawing/2014/main" id="{35D05B0B-CC46-4499-A84A-6AC2AA6E248E}"/>
              </a:ext>
            </a:extLst>
          </p:cNvPr>
          <p:cNvSpPr>
            <a:spLocks noGrp="1" noChangeArrowheads="1"/>
          </p:cNvSpPr>
          <p:nvPr>
            <p:ph idx="1"/>
          </p:nvPr>
        </p:nvSpPr>
        <p:spPr/>
        <p:txBody>
          <a:bodyPr/>
          <a:lstStyle/>
          <a:p>
            <a:r>
              <a:rPr lang="en-US" altLang="zh-TW" b="1">
                <a:latin typeface="Century Gothic" panose="020B0502020202020204" pitchFamily="34" charset="0"/>
                <a:ea typeface="PMingLiU" panose="02020500000000000000" pitchFamily="18" charset="-120"/>
              </a:rPr>
              <a:t>At the end of this topic, You should be able to</a:t>
            </a:r>
          </a:p>
          <a:p>
            <a:r>
              <a:rPr lang="en-US" altLang="en-US" b="1">
                <a:latin typeface="Century Gothic" panose="020B0502020202020204" pitchFamily="34" charset="0"/>
                <a:ea typeface="PMingLiU" panose="02020500000000000000" pitchFamily="18" charset="-120"/>
              </a:rPr>
              <a:t>Exlain the difference between processes and threads</a:t>
            </a:r>
          </a:p>
          <a:p>
            <a:r>
              <a:rPr lang="en-US" altLang="en-US" b="1">
                <a:latin typeface="Century Gothic" panose="020B0502020202020204" pitchFamily="34" charset="0"/>
                <a:ea typeface="PMingLiU" panose="02020500000000000000" pitchFamily="18" charset="-120"/>
              </a:rPr>
              <a:t>Create a thread in Java</a:t>
            </a:r>
            <a:endParaRPr lang="en-US" altLang="en-US"/>
          </a:p>
        </p:txBody>
      </p:sp>
      <p:sp>
        <p:nvSpPr>
          <p:cNvPr id="5" name="Text Box 2">
            <a:extLst>
              <a:ext uri="{FF2B5EF4-FFF2-40B4-BE49-F238E27FC236}">
                <a16:creationId xmlns:a16="http://schemas.microsoft.com/office/drawing/2014/main" id="{8BDE4985-7B84-4E46-A380-C226B9749AF6}"/>
              </a:ext>
            </a:extLst>
          </p:cNvPr>
          <p:cNvSpPr txBox="1">
            <a:spLocks noGrp="1" noChangeArrowheads="1"/>
          </p:cNvSpPr>
          <p:nvPr>
            <p:ph type="title"/>
          </p:nvPr>
        </p:nvSpPr>
        <p:spPr>
          <a:xfrm>
            <a:off x="3211514" y="350858"/>
            <a:ext cx="3836307" cy="553998"/>
          </a:xfrm>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r>
              <a:rPr lang="en-US" altLang="zh-TW" b="1" u="sng" dirty="0">
                <a:solidFill>
                  <a:schemeClr val="accent6">
                    <a:lumMod val="75000"/>
                  </a:schemeClr>
                </a:solidFill>
                <a:latin typeface="Century Gothic" panose="020B0502020202020204" pitchFamily="34" charset="0"/>
                <a:ea typeface="新細明體" pitchFamily="18" charset="-120"/>
              </a:rPr>
              <a:t>Learning Outcomes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8E154-0DC2-4AE4-B241-BF8E1FB4E0DB}"/>
              </a:ext>
            </a:extLst>
          </p:cNvPr>
          <p:cNvSpPr>
            <a:spLocks noGrp="1"/>
          </p:cNvSpPr>
          <p:nvPr>
            <p:ph type="title"/>
          </p:nvPr>
        </p:nvSpPr>
        <p:spPr/>
        <p:txBody>
          <a:bodyPr/>
          <a:lstStyle/>
          <a:p>
            <a:pPr>
              <a:defRPr/>
            </a:pPr>
            <a:r>
              <a:rPr lang="en-US" altLang="en-US" b="1" u="sng" dirty="0">
                <a:solidFill>
                  <a:schemeClr val="accent6">
                    <a:lumMod val="75000"/>
                  </a:schemeClr>
                </a:solidFill>
                <a:latin typeface="Century Gothic" panose="020B0502020202020204" pitchFamily="34" charset="0"/>
                <a:cs typeface="Arial" panose="020B0604020202020204" pitchFamily="34" charset="0"/>
              </a:rPr>
              <a:t>Key Terms You Must Be Able To Use</a:t>
            </a:r>
            <a:endParaRPr lang="en-US" dirty="0">
              <a:solidFill>
                <a:schemeClr val="accent6">
                  <a:lumMod val="75000"/>
                </a:schemeClr>
              </a:solidFill>
              <a:latin typeface="Century Gothic" panose="020B0502020202020204" pitchFamily="34" charset="0"/>
            </a:endParaRPr>
          </a:p>
        </p:txBody>
      </p:sp>
      <p:sp>
        <p:nvSpPr>
          <p:cNvPr id="39939" name="Content Placeholder 2">
            <a:extLst>
              <a:ext uri="{FF2B5EF4-FFF2-40B4-BE49-F238E27FC236}">
                <a16:creationId xmlns:a16="http://schemas.microsoft.com/office/drawing/2014/main" id="{FB88787C-522F-41E4-A911-972DA38B816E}"/>
              </a:ext>
            </a:extLst>
          </p:cNvPr>
          <p:cNvSpPr>
            <a:spLocks noGrp="1" noChangeArrowheads="1"/>
          </p:cNvSpPr>
          <p:nvPr>
            <p:ph idx="1"/>
          </p:nvPr>
        </p:nvSpPr>
        <p:spPr/>
        <p:txBody>
          <a:bodyPr/>
          <a:lstStyle/>
          <a:p>
            <a:r>
              <a:rPr lang="en-US" altLang="en-US" sz="2000" b="1" dirty="0">
                <a:latin typeface="Century Gothic" panose="020B0502020202020204" pitchFamily="34" charset="0"/>
              </a:rPr>
              <a:t>If you have mastered this topic, </a:t>
            </a:r>
            <a:r>
              <a:rPr lang="en-US" altLang="en-US" sz="2000" b="1" dirty="0">
                <a:solidFill>
                  <a:srgbClr val="990000"/>
                </a:solidFill>
                <a:latin typeface="Century Gothic" panose="020B0502020202020204" pitchFamily="34" charset="0"/>
              </a:rPr>
              <a:t>you should be able to use the following terms correctly in your assignments and exams</a:t>
            </a:r>
            <a:r>
              <a:rPr lang="en-US" altLang="en-US" sz="2000" b="1" dirty="0">
                <a:latin typeface="Century Gothic" panose="020B0502020202020204" pitchFamily="34" charset="0"/>
              </a:rPr>
              <a:t>:</a:t>
            </a:r>
          </a:p>
          <a:p>
            <a:r>
              <a:rPr lang="en-US" altLang="en-US" dirty="0"/>
              <a:t>Threads</a:t>
            </a:r>
          </a:p>
          <a:p>
            <a:r>
              <a:rPr lang="en-US" altLang="en-US" dirty="0" err="1"/>
              <a:t>Synchronisation</a:t>
            </a:r>
            <a:endParaRPr lang="en-US" altLang="en-US" dirty="0"/>
          </a:p>
          <a:p>
            <a:r>
              <a:rPr lang="en-US" altLang="en-US" dirty="0" err="1"/>
              <a:t>Asynchronicity</a:t>
            </a:r>
            <a:r>
              <a:rPr lang="en-US" altLang="en-US" dirty="0"/>
              <a:t> </a:t>
            </a:r>
          </a:p>
          <a:p>
            <a:endParaRPr lang="en-US"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AC5D84A1-D6EE-4C5A-854B-5EADC4D6E359}"/>
              </a:ext>
            </a:extLst>
          </p:cNvPr>
          <p:cNvSpPr>
            <a:spLocks noGrp="1" noChangeArrowheads="1"/>
          </p:cNvSpPr>
          <p:nvPr>
            <p:ph type="title"/>
          </p:nvPr>
        </p:nvSpPr>
        <p:spPr>
          <a:xfrm>
            <a:off x="2009775" y="274638"/>
            <a:ext cx="7042150" cy="1143000"/>
          </a:xfrm>
        </p:spPr>
        <p:txBody>
          <a:bodyPr wrap="square" anchor="ctr">
            <a:normAutofit/>
          </a:bodyPr>
          <a:lstStyle/>
          <a:p>
            <a:r>
              <a:rPr lang="en-GB" altLang="en-US" b="1"/>
              <a:t>Processes vs Threads</a:t>
            </a:r>
            <a:endParaRPr lang="en-GB" altLang="en-US"/>
          </a:p>
        </p:txBody>
      </p:sp>
      <p:graphicFrame>
        <p:nvGraphicFramePr>
          <p:cNvPr id="40965" name="Content Placeholder 2">
            <a:extLst>
              <a:ext uri="{FF2B5EF4-FFF2-40B4-BE49-F238E27FC236}">
                <a16:creationId xmlns:a16="http://schemas.microsoft.com/office/drawing/2014/main" id="{E67234DA-F1BB-428C-A265-AEF415A63C31}"/>
              </a:ext>
            </a:extLst>
          </p:cNvPr>
          <p:cNvGraphicFramePr>
            <a:graphicFrameLocks noGrp="1"/>
          </p:cNvGraphicFramePr>
          <p:nvPr>
            <p:ph idx="1"/>
          </p:nvPr>
        </p:nvGraphicFramePr>
        <p:xfrm>
          <a:off x="2011363" y="16970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ACBC4B6F-C39C-4672-B722-0E332ACD8459}"/>
              </a:ext>
            </a:extLst>
          </p:cNvPr>
          <p:cNvSpPr>
            <a:spLocks noGrp="1" noChangeArrowheads="1"/>
          </p:cNvSpPr>
          <p:nvPr>
            <p:ph type="title"/>
          </p:nvPr>
        </p:nvSpPr>
        <p:spPr/>
        <p:txBody>
          <a:bodyPr/>
          <a:lstStyle/>
          <a:p>
            <a:r>
              <a:rPr lang="en-GB" altLang="en-US" b="1"/>
              <a:t>Processes vs Threads</a:t>
            </a:r>
            <a:endParaRPr lang="en-GB" altLang="en-US"/>
          </a:p>
        </p:txBody>
      </p:sp>
      <p:sp>
        <p:nvSpPr>
          <p:cNvPr id="41987" name="Content Placeholder 2">
            <a:extLst>
              <a:ext uri="{FF2B5EF4-FFF2-40B4-BE49-F238E27FC236}">
                <a16:creationId xmlns:a16="http://schemas.microsoft.com/office/drawing/2014/main" id="{B89DE70D-9952-4E30-A03B-C534BA641FF2}"/>
              </a:ext>
            </a:extLst>
          </p:cNvPr>
          <p:cNvSpPr>
            <a:spLocks noGrp="1" noChangeArrowheads="1"/>
          </p:cNvSpPr>
          <p:nvPr>
            <p:ph idx="1"/>
          </p:nvPr>
        </p:nvSpPr>
        <p:spPr/>
        <p:txBody>
          <a:bodyPr/>
          <a:lstStyle/>
          <a:p>
            <a:r>
              <a:rPr lang="en-US" altLang="en-US" dirty="0"/>
              <a:t>A thread is a path of execution </a:t>
            </a:r>
            <a:r>
              <a:rPr lang="en-US" altLang="en-US" i="1" dirty="0"/>
              <a:t>within</a:t>
            </a:r>
            <a:r>
              <a:rPr lang="en-US" altLang="en-US" dirty="0"/>
              <a:t> a process. </a:t>
            </a:r>
          </a:p>
          <a:p>
            <a:r>
              <a:rPr lang="en-US" altLang="en-US" dirty="0"/>
              <a:t>A process can contain multiple threads. </a:t>
            </a:r>
          </a:p>
          <a:p>
            <a:r>
              <a:rPr lang="en-US" altLang="en-US" dirty="0"/>
              <a:t>When you start MS Word, OS creates a process and begins executing the primary thread of that process.</a:t>
            </a:r>
          </a:p>
          <a:p>
            <a:pPr marL="0" indent="0">
              <a:buNone/>
            </a:pPr>
            <a:endParaRPr lang="en-GB" altLang="en-US" dirty="0"/>
          </a:p>
          <a:p>
            <a:endParaRPr lang="en-GB"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4A7EFBA5-9104-4C26-AD90-34206E0D7B44}"/>
              </a:ext>
            </a:extLst>
          </p:cNvPr>
          <p:cNvSpPr>
            <a:spLocks noGrp="1" noChangeArrowheads="1"/>
          </p:cNvSpPr>
          <p:nvPr>
            <p:ph type="title"/>
          </p:nvPr>
        </p:nvSpPr>
        <p:spPr/>
        <p:txBody>
          <a:bodyPr/>
          <a:lstStyle/>
          <a:p>
            <a:r>
              <a:rPr lang="en-GB" altLang="en-US" b="1"/>
              <a:t>Processes vs Threads</a:t>
            </a:r>
            <a:endParaRPr lang="en-GB" altLang="en-US"/>
          </a:p>
        </p:txBody>
      </p:sp>
      <p:sp>
        <p:nvSpPr>
          <p:cNvPr id="43011" name="Content Placeholder 2">
            <a:extLst>
              <a:ext uri="{FF2B5EF4-FFF2-40B4-BE49-F238E27FC236}">
                <a16:creationId xmlns:a16="http://schemas.microsoft.com/office/drawing/2014/main" id="{37F149C2-E31C-4AF0-84F0-821801711113}"/>
              </a:ext>
            </a:extLst>
          </p:cNvPr>
          <p:cNvSpPr>
            <a:spLocks noGrp="1" noChangeArrowheads="1"/>
          </p:cNvSpPr>
          <p:nvPr>
            <p:ph idx="1"/>
          </p:nvPr>
        </p:nvSpPr>
        <p:spPr/>
        <p:txBody>
          <a:bodyPr/>
          <a:lstStyle/>
          <a:p>
            <a:endParaRPr lang="en-GB" altLang="en-US"/>
          </a:p>
        </p:txBody>
      </p:sp>
      <p:pic>
        <p:nvPicPr>
          <p:cNvPr id="43012" name="Picture 2">
            <a:extLst>
              <a:ext uri="{FF2B5EF4-FFF2-40B4-BE49-F238E27FC236}">
                <a16:creationId xmlns:a16="http://schemas.microsoft.com/office/drawing/2014/main" id="{B02DB2AE-2132-4D30-B840-6486556281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6650" y="1630363"/>
            <a:ext cx="69723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1C886EE1-6599-4AC4-A5F9-6BB267A7CFB3}"/>
              </a:ext>
            </a:extLst>
          </p:cNvPr>
          <p:cNvSpPr>
            <a:spLocks noGrp="1" noChangeArrowheads="1"/>
          </p:cNvSpPr>
          <p:nvPr>
            <p:ph type="title"/>
          </p:nvPr>
        </p:nvSpPr>
        <p:spPr>
          <a:xfrm>
            <a:off x="2085975" y="0"/>
            <a:ext cx="7042150" cy="1143000"/>
          </a:xfrm>
        </p:spPr>
        <p:txBody>
          <a:bodyPr/>
          <a:lstStyle/>
          <a:p>
            <a:r>
              <a:rPr lang="en-GB" altLang="en-US" b="1"/>
              <a:t>Implementing processes - the OS view</a:t>
            </a:r>
          </a:p>
        </p:txBody>
      </p:sp>
      <p:sp>
        <p:nvSpPr>
          <p:cNvPr id="44035" name="Text Box 3">
            <a:extLst>
              <a:ext uri="{FF2B5EF4-FFF2-40B4-BE49-F238E27FC236}">
                <a16:creationId xmlns:a16="http://schemas.microsoft.com/office/drawing/2014/main" id="{398CDE88-B3F0-4FFA-AB24-B761A4DA4603}"/>
              </a:ext>
            </a:extLst>
          </p:cNvPr>
          <p:cNvSpPr txBox="1">
            <a:spLocks noChangeArrowheads="1"/>
          </p:cNvSpPr>
          <p:nvPr/>
        </p:nvSpPr>
        <p:spPr bwMode="auto">
          <a:xfrm>
            <a:off x="1981200" y="4930775"/>
            <a:ext cx="84836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GB" altLang="en-US" sz="2400" b="1">
                <a:latin typeface="Times New Roman" panose="02020603050405020304" pitchFamily="18" charset="0"/>
              </a:rPr>
              <a:t>A (heavyweight) process in an operating system is represented by its code, data and the state of the machine registers, given in a descriptor. In order to support multiple (lightweight) threads of control, it has multiple stacks, one for each thread. </a:t>
            </a:r>
          </a:p>
        </p:txBody>
      </p:sp>
      <p:graphicFrame>
        <p:nvGraphicFramePr>
          <p:cNvPr id="44036" name="Object 4">
            <a:extLst>
              <a:ext uri="{FF2B5EF4-FFF2-40B4-BE49-F238E27FC236}">
                <a16:creationId xmlns:a16="http://schemas.microsoft.com/office/drawing/2014/main" id="{FE4ED987-D512-4260-9478-E3BEE7882D86}"/>
              </a:ext>
            </a:extLst>
          </p:cNvPr>
          <p:cNvGraphicFramePr>
            <a:graphicFrameLocks noChangeAspect="1"/>
          </p:cNvGraphicFramePr>
          <p:nvPr/>
        </p:nvGraphicFramePr>
        <p:xfrm>
          <a:off x="2227263" y="1228726"/>
          <a:ext cx="8018462" cy="3648075"/>
        </p:xfrm>
        <a:graphic>
          <a:graphicData uri="http://schemas.openxmlformats.org/presentationml/2006/ole">
            <mc:AlternateContent xmlns:mc="http://schemas.openxmlformats.org/markup-compatibility/2006">
              <mc:Choice xmlns:v="urn:schemas-microsoft-com:vml" Requires="v">
                <p:oleObj name="Document" r:id="rId3" imgW="3848100" imgH="1618488" progId="Word.Document.8">
                  <p:embed/>
                </p:oleObj>
              </mc:Choice>
              <mc:Fallback>
                <p:oleObj name="Document" r:id="rId3" imgW="3848100" imgH="1618488" progId="Word.Document.8">
                  <p:embed/>
                  <p:pic>
                    <p:nvPicPr>
                      <p:cNvPr id="44036" name="Object 4">
                        <a:extLst>
                          <a:ext uri="{FF2B5EF4-FFF2-40B4-BE49-F238E27FC236}">
                            <a16:creationId xmlns:a16="http://schemas.microsoft.com/office/drawing/2014/main" id="{FE4ED987-D512-4260-9478-E3BEE7882D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7263" y="1228726"/>
                        <a:ext cx="8018462" cy="364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a:extLst>
              <a:ext uri="{FF2B5EF4-FFF2-40B4-BE49-F238E27FC236}">
                <a16:creationId xmlns:a16="http://schemas.microsoft.com/office/drawing/2014/main" id="{96869822-8AC0-4B45-BF4F-2A46B0D94174}"/>
              </a:ext>
            </a:extLst>
          </p:cNvPr>
          <p:cNvSpPr>
            <a:spLocks noGrp="1" noChangeArrowheads="1"/>
          </p:cNvSpPr>
          <p:nvPr>
            <p:ph type="title"/>
          </p:nvPr>
        </p:nvSpPr>
        <p:spPr/>
        <p:txBody>
          <a:bodyPr/>
          <a:lstStyle/>
          <a:p>
            <a:r>
              <a:rPr lang="en-GB" altLang="en-US"/>
              <a:t>Synchronisation</a:t>
            </a:r>
          </a:p>
        </p:txBody>
      </p:sp>
      <p:sp>
        <p:nvSpPr>
          <p:cNvPr id="46083" name="Content Placeholder 2">
            <a:extLst>
              <a:ext uri="{FF2B5EF4-FFF2-40B4-BE49-F238E27FC236}">
                <a16:creationId xmlns:a16="http://schemas.microsoft.com/office/drawing/2014/main" id="{2DCCCE4F-B555-4BB7-BEF9-F5B377C2E4F6}"/>
              </a:ext>
            </a:extLst>
          </p:cNvPr>
          <p:cNvSpPr>
            <a:spLocks noGrp="1" noChangeArrowheads="1"/>
          </p:cNvSpPr>
          <p:nvPr>
            <p:ph idx="1"/>
          </p:nvPr>
        </p:nvSpPr>
        <p:spPr/>
        <p:txBody>
          <a:bodyPr/>
          <a:lstStyle/>
          <a:p>
            <a:r>
              <a:rPr lang="en-US" altLang="en-US"/>
              <a:t>When we start two or more threads within a program, there may be a situation when multiple threads try to access the same resource and finally they can produce unforeseen result due to concurrency issue</a:t>
            </a:r>
            <a:endParaRPr lang="en-GB"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a:extLst>
              <a:ext uri="{FF2B5EF4-FFF2-40B4-BE49-F238E27FC236}">
                <a16:creationId xmlns:a16="http://schemas.microsoft.com/office/drawing/2014/main" id="{3EE31FCC-ED5A-4805-9C89-48C472707E51}"/>
              </a:ext>
            </a:extLst>
          </p:cNvPr>
          <p:cNvSpPr>
            <a:spLocks noGrp="1" noChangeArrowheads="1"/>
          </p:cNvSpPr>
          <p:nvPr>
            <p:ph type="title"/>
          </p:nvPr>
        </p:nvSpPr>
        <p:spPr/>
        <p:txBody>
          <a:bodyPr/>
          <a:lstStyle/>
          <a:p>
            <a:r>
              <a:rPr lang="en-GB" altLang="en-US"/>
              <a:t>Synchronisation</a:t>
            </a:r>
          </a:p>
        </p:txBody>
      </p:sp>
      <p:sp>
        <p:nvSpPr>
          <p:cNvPr id="47107" name="Content Placeholder 2">
            <a:extLst>
              <a:ext uri="{FF2B5EF4-FFF2-40B4-BE49-F238E27FC236}">
                <a16:creationId xmlns:a16="http://schemas.microsoft.com/office/drawing/2014/main" id="{2A20CC67-B6EE-4D68-AF5F-0378F15DBD6A}"/>
              </a:ext>
            </a:extLst>
          </p:cNvPr>
          <p:cNvSpPr>
            <a:spLocks noGrp="1" noChangeArrowheads="1"/>
          </p:cNvSpPr>
          <p:nvPr>
            <p:ph idx="1"/>
          </p:nvPr>
        </p:nvSpPr>
        <p:spPr/>
        <p:txBody>
          <a:bodyPr/>
          <a:lstStyle/>
          <a:p>
            <a:r>
              <a:rPr lang="en-US" altLang="en-US" dirty="0"/>
              <a:t>For example, if multiple threads try to write within a same file then they may corrupt the data because one of the threads can overwrite data or while one thread is opening the same file at the same time another thread might be closing the same file.</a:t>
            </a:r>
            <a:endParaRPr lang="en-GB"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0DA4C533-B4DA-4046-9A61-2220526FF1BF}"/>
              </a:ext>
            </a:extLst>
          </p:cNvPr>
          <p:cNvSpPr>
            <a:spLocks noGrp="1" noChangeArrowheads="1"/>
          </p:cNvSpPr>
          <p:nvPr>
            <p:ph type="title"/>
          </p:nvPr>
        </p:nvSpPr>
        <p:spPr>
          <a:xfrm>
            <a:off x="2009775" y="274638"/>
            <a:ext cx="7042150" cy="1143000"/>
          </a:xfrm>
        </p:spPr>
        <p:txBody>
          <a:bodyPr wrap="square" anchor="ctr">
            <a:normAutofit/>
          </a:bodyPr>
          <a:lstStyle/>
          <a:p>
            <a:r>
              <a:rPr lang="en-US" altLang="en-US"/>
              <a:t>Monitors</a:t>
            </a:r>
            <a:endParaRPr lang="en-GB" altLang="en-US"/>
          </a:p>
        </p:txBody>
      </p:sp>
      <p:graphicFrame>
        <p:nvGraphicFramePr>
          <p:cNvPr id="48133" name="Content Placeholder 2">
            <a:extLst>
              <a:ext uri="{FF2B5EF4-FFF2-40B4-BE49-F238E27FC236}">
                <a16:creationId xmlns:a16="http://schemas.microsoft.com/office/drawing/2014/main" id="{F0C35B06-F89B-495C-B40E-6A1C8F0C033B}"/>
              </a:ext>
            </a:extLst>
          </p:cNvPr>
          <p:cNvGraphicFramePr>
            <a:graphicFrameLocks noGrp="1"/>
          </p:cNvGraphicFramePr>
          <p:nvPr>
            <p:ph idx="1"/>
          </p:nvPr>
        </p:nvGraphicFramePr>
        <p:xfrm>
          <a:off x="2011363" y="16970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a:extLst>
              <a:ext uri="{FF2B5EF4-FFF2-40B4-BE49-F238E27FC236}">
                <a16:creationId xmlns:a16="http://schemas.microsoft.com/office/drawing/2014/main" id="{20F763FD-0416-4905-9E71-704059798811}"/>
              </a:ext>
            </a:extLst>
          </p:cNvPr>
          <p:cNvSpPr>
            <a:spLocks noGrp="1" noChangeArrowheads="1"/>
          </p:cNvSpPr>
          <p:nvPr>
            <p:ph type="title"/>
          </p:nvPr>
        </p:nvSpPr>
        <p:spPr/>
        <p:txBody>
          <a:bodyPr/>
          <a:lstStyle/>
          <a:p>
            <a:r>
              <a:rPr lang="en-GB" altLang="en-US"/>
              <a:t>Mutual exclusion</a:t>
            </a:r>
          </a:p>
        </p:txBody>
      </p:sp>
      <p:sp>
        <p:nvSpPr>
          <p:cNvPr id="49155" name="Content Placeholder 2">
            <a:extLst>
              <a:ext uri="{FF2B5EF4-FFF2-40B4-BE49-F238E27FC236}">
                <a16:creationId xmlns:a16="http://schemas.microsoft.com/office/drawing/2014/main" id="{36B6DCB8-2E7D-48E3-8F0E-2F42E9908B14}"/>
              </a:ext>
            </a:extLst>
          </p:cNvPr>
          <p:cNvSpPr>
            <a:spLocks noGrp="1" noChangeArrowheads="1"/>
          </p:cNvSpPr>
          <p:nvPr>
            <p:ph idx="1"/>
          </p:nvPr>
        </p:nvSpPr>
        <p:spPr/>
        <p:txBody>
          <a:bodyPr/>
          <a:lstStyle/>
          <a:p>
            <a:r>
              <a:rPr lang="en-US" altLang="en-US"/>
              <a:t>In computer science, </a:t>
            </a:r>
            <a:r>
              <a:rPr lang="en-US" altLang="en-US" b="1"/>
              <a:t>mutual exclusion</a:t>
            </a:r>
            <a:r>
              <a:rPr lang="en-US" altLang="en-US"/>
              <a:t> refers to the requirement of ensuring that no two concurrent processes are in their critical section at the same time; it is a basic requirement in concurrency control, to prevent race conditions.</a:t>
            </a:r>
          </a:p>
          <a:p>
            <a:endParaRPr lang="en-GB"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3FEAB42B-F499-437F-8119-901D678ECCFF}"/>
              </a:ext>
            </a:extLst>
          </p:cNvPr>
          <p:cNvSpPr>
            <a:spLocks noGrp="1" noChangeArrowheads="1"/>
          </p:cNvSpPr>
          <p:nvPr>
            <p:ph type="title"/>
          </p:nvPr>
        </p:nvSpPr>
        <p:spPr/>
        <p:txBody>
          <a:bodyPr/>
          <a:lstStyle/>
          <a:p>
            <a:endParaRPr lang="en-GB" altLang="en-US"/>
          </a:p>
        </p:txBody>
      </p:sp>
      <p:sp>
        <p:nvSpPr>
          <p:cNvPr id="50179" name="Content Placeholder 2">
            <a:extLst>
              <a:ext uri="{FF2B5EF4-FFF2-40B4-BE49-F238E27FC236}">
                <a16:creationId xmlns:a16="http://schemas.microsoft.com/office/drawing/2014/main" id="{BC2C4EC3-5B0C-4C04-BCCB-ADEB80C9AA8B}"/>
              </a:ext>
            </a:extLst>
          </p:cNvPr>
          <p:cNvSpPr>
            <a:spLocks noGrp="1" noChangeArrowheads="1"/>
          </p:cNvSpPr>
          <p:nvPr>
            <p:ph idx="1"/>
          </p:nvPr>
        </p:nvSpPr>
        <p:spPr/>
        <p:txBody>
          <a:bodyPr/>
          <a:lstStyle/>
          <a:p>
            <a:endParaRPr lang="en-GB" altLang="en-US"/>
          </a:p>
        </p:txBody>
      </p:sp>
      <p:sp>
        <p:nvSpPr>
          <p:cNvPr id="50180" name="AutoShape 2">
            <a:extLst>
              <a:ext uri="{FF2B5EF4-FFF2-40B4-BE49-F238E27FC236}">
                <a16:creationId xmlns:a16="http://schemas.microsoft.com/office/drawing/2014/main" id="{BC28A01E-ED15-48CE-BF1D-B45F99AFC9C3}"/>
              </a:ext>
            </a:extLst>
          </p:cNvPr>
          <p:cNvSpPr>
            <a:spLocks noChangeAspect="1" noChangeArrowheads="1"/>
          </p:cNvSpPr>
          <p:nvPr/>
        </p:nvSpPr>
        <p:spPr bwMode="auto">
          <a:xfrm>
            <a:off x="1679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pic>
        <p:nvPicPr>
          <p:cNvPr id="50181" name="Picture 3">
            <a:extLst>
              <a:ext uri="{FF2B5EF4-FFF2-40B4-BE49-F238E27FC236}">
                <a16:creationId xmlns:a16="http://schemas.microsoft.com/office/drawing/2014/main" id="{A6255280-5C49-4CBB-9380-BDAE28FC68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45114" y="3370264"/>
            <a:ext cx="5322887" cy="30495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0182" name="Picture 4">
            <a:extLst>
              <a:ext uri="{FF2B5EF4-FFF2-40B4-BE49-F238E27FC236}">
                <a16:creationId xmlns:a16="http://schemas.microsoft.com/office/drawing/2014/main" id="{8DFE162F-D190-4CA9-8DB5-BEBB50164D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4376" y="460376"/>
            <a:ext cx="6022975" cy="1984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5AEBE792-DBDE-4B1D-8B0C-F61263D366F3}"/>
              </a:ext>
            </a:extLst>
          </p:cNvPr>
          <p:cNvSpPr>
            <a:spLocks noGrp="1" noChangeArrowheads="1"/>
          </p:cNvSpPr>
          <p:nvPr>
            <p:ph type="title"/>
          </p:nvPr>
        </p:nvSpPr>
        <p:spPr/>
        <p:txBody>
          <a:bodyPr/>
          <a:lstStyle/>
          <a:p>
            <a:r>
              <a:rPr lang="en-GB" altLang="en-US"/>
              <a:t>Asynchronicity</a:t>
            </a:r>
          </a:p>
        </p:txBody>
      </p:sp>
      <p:sp>
        <p:nvSpPr>
          <p:cNvPr id="51203" name="Content Placeholder 2">
            <a:extLst>
              <a:ext uri="{FF2B5EF4-FFF2-40B4-BE49-F238E27FC236}">
                <a16:creationId xmlns:a16="http://schemas.microsoft.com/office/drawing/2014/main" id="{4754C57D-FA8A-4266-AC21-1CFC4D2E403C}"/>
              </a:ext>
            </a:extLst>
          </p:cNvPr>
          <p:cNvSpPr>
            <a:spLocks noGrp="1" noChangeArrowheads="1"/>
          </p:cNvSpPr>
          <p:nvPr>
            <p:ph idx="1"/>
          </p:nvPr>
        </p:nvSpPr>
        <p:spPr/>
        <p:txBody>
          <a:bodyPr/>
          <a:lstStyle/>
          <a:p>
            <a:r>
              <a:rPr lang="en-US" altLang="en-US"/>
              <a:t>Asynchronous programming provides a non-blocking, event-driven programming model. </a:t>
            </a:r>
          </a:p>
          <a:p>
            <a:r>
              <a:rPr lang="en-US" altLang="en-US"/>
              <a:t>Leverages the multiple cores in system to provide parallelization by using multiple CPU cores to execute the tasks, thus increasing the application's throughput</a:t>
            </a:r>
          </a:p>
          <a:p>
            <a:endParaRPr lang="en-GB"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4C475063-A1A7-437B-A487-2CFC1C36060B}"/>
              </a:ext>
            </a:extLst>
          </p:cNvPr>
          <p:cNvSpPr>
            <a:spLocks noGrp="1" noChangeArrowheads="1"/>
          </p:cNvSpPr>
          <p:nvPr>
            <p:ph type="title"/>
          </p:nvPr>
        </p:nvSpPr>
        <p:spPr/>
        <p:txBody>
          <a:bodyPr/>
          <a:lstStyle/>
          <a:p>
            <a:endParaRPr lang="en-GB" altLang="en-US"/>
          </a:p>
        </p:txBody>
      </p:sp>
      <p:sp>
        <p:nvSpPr>
          <p:cNvPr id="52227" name="Content Placeholder 2">
            <a:extLst>
              <a:ext uri="{FF2B5EF4-FFF2-40B4-BE49-F238E27FC236}">
                <a16:creationId xmlns:a16="http://schemas.microsoft.com/office/drawing/2014/main" id="{F932ABA1-2BFD-4552-9884-3EA6846D2C35}"/>
              </a:ext>
            </a:extLst>
          </p:cNvPr>
          <p:cNvSpPr>
            <a:spLocks noGrp="1" noChangeArrowheads="1"/>
          </p:cNvSpPr>
          <p:nvPr>
            <p:ph idx="1"/>
          </p:nvPr>
        </p:nvSpPr>
        <p:spPr/>
        <p:txBody>
          <a:bodyPr/>
          <a:lstStyle/>
          <a:p>
            <a:endParaRPr lang="en-GB" altLang="en-US"/>
          </a:p>
        </p:txBody>
      </p:sp>
      <p:pic>
        <p:nvPicPr>
          <p:cNvPr id="52228" name="Picture 2">
            <a:extLst>
              <a:ext uri="{FF2B5EF4-FFF2-40B4-BE49-F238E27FC236}">
                <a16:creationId xmlns:a16="http://schemas.microsoft.com/office/drawing/2014/main" id="{441415B1-EC89-484A-A2F5-FAA2EF2B5C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7563" y="2552701"/>
            <a:ext cx="7637462" cy="345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a:extLst>
              <a:ext uri="{FF2B5EF4-FFF2-40B4-BE49-F238E27FC236}">
                <a16:creationId xmlns:a16="http://schemas.microsoft.com/office/drawing/2014/main" id="{9D945F2B-AC85-47E7-9312-A742C2FCBBB1}"/>
              </a:ext>
            </a:extLst>
          </p:cNvPr>
          <p:cNvSpPr>
            <a:spLocks noGrp="1" noChangeArrowheads="1"/>
          </p:cNvSpPr>
          <p:nvPr>
            <p:ph type="title"/>
          </p:nvPr>
        </p:nvSpPr>
        <p:spPr/>
        <p:txBody>
          <a:bodyPr/>
          <a:lstStyle/>
          <a:p>
            <a:r>
              <a:rPr lang="en-GB" altLang="en-US"/>
              <a:t>Asynchronicity</a:t>
            </a:r>
          </a:p>
        </p:txBody>
      </p:sp>
      <p:sp>
        <p:nvSpPr>
          <p:cNvPr id="53251" name="Content Placeholder 2">
            <a:extLst>
              <a:ext uri="{FF2B5EF4-FFF2-40B4-BE49-F238E27FC236}">
                <a16:creationId xmlns:a16="http://schemas.microsoft.com/office/drawing/2014/main" id="{CA7A3CCF-1EBC-40A4-BE99-38ABCB59131D}"/>
              </a:ext>
            </a:extLst>
          </p:cNvPr>
          <p:cNvSpPr>
            <a:spLocks noGrp="1" noChangeArrowheads="1"/>
          </p:cNvSpPr>
          <p:nvPr>
            <p:ph idx="1"/>
          </p:nvPr>
        </p:nvSpPr>
        <p:spPr/>
        <p:txBody>
          <a:bodyPr/>
          <a:lstStyle/>
          <a:p>
            <a:r>
              <a:rPr lang="en-US" altLang="en-US"/>
              <a:t>To implement asynchrony in Java, you would need to use Future or FutureTask, available in the java.util.concurrent package. </a:t>
            </a:r>
          </a:p>
          <a:p>
            <a:r>
              <a:rPr lang="en-US" altLang="en-US"/>
              <a:t>In using "Future" in your code, your asynchronous task will be executed immediately with the promise of the result being made available to the calling thread in the future.</a:t>
            </a:r>
            <a:endParaRPr lang="en-GB"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31EFC940-14B3-4A59-8185-30747104A2C9}"/>
              </a:ext>
            </a:extLst>
          </p:cNvPr>
          <p:cNvSpPr>
            <a:spLocks noGrp="1" noChangeArrowheads="1"/>
          </p:cNvSpPr>
          <p:nvPr>
            <p:ph type="title"/>
          </p:nvPr>
        </p:nvSpPr>
        <p:spPr/>
        <p:txBody>
          <a:bodyPr/>
          <a:lstStyle/>
          <a:p>
            <a:r>
              <a:rPr lang="en-GB" altLang="en-US"/>
              <a:t>Asynchronicity</a:t>
            </a:r>
          </a:p>
        </p:txBody>
      </p:sp>
      <p:sp>
        <p:nvSpPr>
          <p:cNvPr id="54275" name="Content Placeholder 2">
            <a:extLst>
              <a:ext uri="{FF2B5EF4-FFF2-40B4-BE49-F238E27FC236}">
                <a16:creationId xmlns:a16="http://schemas.microsoft.com/office/drawing/2014/main" id="{95504ED8-EC96-4FCC-A93B-CED5FF71AF86}"/>
              </a:ext>
            </a:extLst>
          </p:cNvPr>
          <p:cNvSpPr>
            <a:spLocks noGrp="1" noChangeArrowheads="1"/>
          </p:cNvSpPr>
          <p:nvPr>
            <p:ph idx="1"/>
          </p:nvPr>
        </p:nvSpPr>
        <p:spPr/>
        <p:txBody>
          <a:bodyPr/>
          <a:lstStyle/>
          <a:p>
            <a:pPr marL="0" indent="0">
              <a:buNone/>
            </a:pPr>
            <a:r>
              <a:rPr lang="en-GB" altLang="en-US" sz="2400"/>
              <a:t>import java.util.concurrent.Future; </a:t>
            </a:r>
          </a:p>
          <a:p>
            <a:pPr marL="0" indent="0">
              <a:buNone/>
            </a:pPr>
            <a:r>
              <a:rPr lang="en-GB" altLang="en-US" sz="2400"/>
              <a:t>public interface IDataManager { </a:t>
            </a:r>
          </a:p>
          <a:p>
            <a:pPr marL="0" indent="0">
              <a:buNone/>
            </a:pPr>
            <a:r>
              <a:rPr lang="en-GB" altLang="en-US" sz="2400"/>
              <a:t>	// synchronous method </a:t>
            </a:r>
          </a:p>
          <a:p>
            <a:pPr marL="0" indent="0">
              <a:buNone/>
            </a:pPr>
            <a:r>
              <a:rPr lang="en-GB" altLang="en-US" sz="2400"/>
              <a:t>	public String getDataSynchronously(); </a:t>
            </a:r>
          </a:p>
          <a:p>
            <a:pPr marL="0" indent="0">
              <a:buNone/>
            </a:pPr>
            <a:r>
              <a:rPr lang="en-GB" altLang="en-US" sz="2400"/>
              <a:t>	// asynchronous method </a:t>
            </a:r>
          </a:p>
          <a:p>
            <a:pPr marL="0" indent="0">
              <a:buNone/>
            </a:pPr>
            <a:r>
              <a:rPr lang="en-GB" altLang="en-US" sz="2400"/>
              <a:t>	public Future&lt;String&gt; getDataAsynchronously();</a:t>
            </a:r>
          </a:p>
          <a:p>
            <a:pPr marL="0" indent="0">
              <a:buNone/>
            </a:pPr>
            <a:r>
              <a:rPr lang="en-GB" altLang="en-US" sz="2400"/>
              <a:t>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C28993F2-CBF4-4FA9-ABB3-317FF5B6A223}"/>
              </a:ext>
            </a:extLst>
          </p:cNvPr>
          <p:cNvSpPr>
            <a:spLocks noGrp="1" noChangeArrowheads="1"/>
          </p:cNvSpPr>
          <p:nvPr>
            <p:ph type="title"/>
          </p:nvPr>
        </p:nvSpPr>
        <p:spPr/>
        <p:txBody>
          <a:bodyPr/>
          <a:lstStyle/>
          <a:p>
            <a:endParaRPr lang="en-GB" altLang="en-US"/>
          </a:p>
        </p:txBody>
      </p:sp>
      <p:sp>
        <p:nvSpPr>
          <p:cNvPr id="55299" name="Content Placeholder 2">
            <a:extLst>
              <a:ext uri="{FF2B5EF4-FFF2-40B4-BE49-F238E27FC236}">
                <a16:creationId xmlns:a16="http://schemas.microsoft.com/office/drawing/2014/main" id="{6C1B77BC-5CB1-45F0-B9CE-F8C24F7257E7}"/>
              </a:ext>
            </a:extLst>
          </p:cNvPr>
          <p:cNvSpPr>
            <a:spLocks noGrp="1" noChangeArrowheads="1"/>
          </p:cNvSpPr>
          <p:nvPr>
            <p:ph idx="1"/>
          </p:nvPr>
        </p:nvSpPr>
        <p:spPr/>
        <p:txBody>
          <a:bodyPr/>
          <a:lstStyle/>
          <a:p>
            <a:endParaRPr lang="en-GB" altLang="en-US"/>
          </a:p>
        </p:txBody>
      </p:sp>
      <p:pic>
        <p:nvPicPr>
          <p:cNvPr id="55300" name="Picture 2">
            <a:extLst>
              <a:ext uri="{FF2B5EF4-FFF2-40B4-BE49-F238E27FC236}">
                <a16:creationId xmlns:a16="http://schemas.microsoft.com/office/drawing/2014/main" id="{4BA75CBA-687D-4874-BC2B-34B7F2B0D5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8863" y="1697039"/>
            <a:ext cx="7434262" cy="452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2">
            <a:extLst>
              <a:ext uri="{FF2B5EF4-FFF2-40B4-BE49-F238E27FC236}">
                <a16:creationId xmlns:a16="http://schemas.microsoft.com/office/drawing/2014/main" id="{302E98B6-A77D-4549-8E28-2A07229B9EDE}"/>
              </a:ext>
            </a:extLst>
          </p:cNvPr>
          <p:cNvSpPr txBox="1">
            <a:spLocks noChangeArrowheads="1"/>
          </p:cNvSpPr>
          <p:nvPr/>
        </p:nvSpPr>
        <p:spPr bwMode="auto">
          <a:xfrm>
            <a:off x="3892551" y="2882900"/>
            <a:ext cx="4568825"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9600"/>
              <a:t>Q &amp; A</a:t>
            </a:r>
          </a:p>
        </p:txBody>
      </p:sp>
      <p:sp>
        <p:nvSpPr>
          <p:cNvPr id="56323" name="Text Box 3">
            <a:extLst>
              <a:ext uri="{FF2B5EF4-FFF2-40B4-BE49-F238E27FC236}">
                <a16:creationId xmlns:a16="http://schemas.microsoft.com/office/drawing/2014/main" id="{52CF54F1-1A63-4D8B-8C33-FBACA2BE5B3F}"/>
              </a:ext>
            </a:extLst>
          </p:cNvPr>
          <p:cNvSpPr txBox="1">
            <a:spLocks noChangeArrowheads="1"/>
          </p:cNvSpPr>
          <p:nvPr/>
        </p:nvSpPr>
        <p:spPr bwMode="auto">
          <a:xfrm>
            <a:off x="2430464" y="369889"/>
            <a:ext cx="60229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b="1">
                <a:solidFill>
                  <a:srgbClr val="003366"/>
                </a:solidFill>
              </a:rPr>
              <a:t>Question and Answer Session</a:t>
            </a:r>
            <a:endParaRPr lang="en-US" altLang="en-US">
              <a:solidFill>
                <a:srgbClr val="003366"/>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BA040-5E42-45E1-8D4C-47D6E2E53709}"/>
              </a:ext>
            </a:extLst>
          </p:cNvPr>
          <p:cNvSpPr>
            <a:spLocks noGrp="1"/>
          </p:cNvSpPr>
          <p:nvPr>
            <p:ph type="title"/>
          </p:nvPr>
        </p:nvSpPr>
        <p:spPr/>
        <p:txBody>
          <a:bodyPr/>
          <a:lstStyle/>
          <a:p>
            <a:r>
              <a:rPr lang="en-US" dirty="0"/>
              <a:t>Assignment</a:t>
            </a:r>
          </a:p>
        </p:txBody>
      </p:sp>
      <p:sp>
        <p:nvSpPr>
          <p:cNvPr id="3" name="Content Placeholder 2">
            <a:extLst>
              <a:ext uri="{FF2B5EF4-FFF2-40B4-BE49-F238E27FC236}">
                <a16:creationId xmlns:a16="http://schemas.microsoft.com/office/drawing/2014/main" id="{6241B50D-C481-4A87-8A70-FCA2C766B21F}"/>
              </a:ext>
            </a:extLst>
          </p:cNvPr>
          <p:cNvSpPr>
            <a:spLocks noGrp="1"/>
          </p:cNvSpPr>
          <p:nvPr>
            <p:ph idx="1"/>
          </p:nvPr>
        </p:nvSpPr>
        <p:spPr/>
        <p:txBody>
          <a:bodyPr/>
          <a:lstStyle/>
          <a:p>
            <a:r>
              <a:rPr lang="en-US" dirty="0"/>
              <a:t>Sample output</a:t>
            </a:r>
          </a:p>
        </p:txBody>
      </p:sp>
    </p:spTree>
    <p:extLst>
      <p:ext uri="{BB962C8B-B14F-4D97-AF65-F5344CB8AC3E}">
        <p14:creationId xmlns:p14="http://schemas.microsoft.com/office/powerpoint/2010/main" val="29018297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BFA50E7F-836A-4A95-944B-A2A57BFE6DE1}"/>
              </a:ext>
            </a:extLst>
          </p:cNvPr>
          <p:cNvSpPr>
            <a:spLocks noGrp="1" noChangeArrowheads="1"/>
          </p:cNvSpPr>
          <p:nvPr>
            <p:ph type="title"/>
          </p:nvPr>
        </p:nvSpPr>
        <p:spPr/>
        <p:txBody>
          <a:bodyPr/>
          <a:lstStyle/>
          <a:p>
            <a:r>
              <a:rPr lang="en-US" altLang="en-US" dirty="0"/>
              <a:t>Programming exercise</a:t>
            </a:r>
          </a:p>
        </p:txBody>
      </p:sp>
      <p:sp>
        <p:nvSpPr>
          <p:cNvPr id="16387" name="Content Placeholder 2">
            <a:extLst>
              <a:ext uri="{FF2B5EF4-FFF2-40B4-BE49-F238E27FC236}">
                <a16:creationId xmlns:a16="http://schemas.microsoft.com/office/drawing/2014/main" id="{4791B1CB-CC50-4950-82A3-45635D930A58}"/>
              </a:ext>
            </a:extLst>
          </p:cNvPr>
          <p:cNvSpPr>
            <a:spLocks noGrp="1" noChangeArrowheads="1"/>
          </p:cNvSpPr>
          <p:nvPr>
            <p:ph idx="1"/>
          </p:nvPr>
        </p:nvSpPr>
        <p:spPr>
          <a:xfrm>
            <a:off x="2011363" y="1417638"/>
            <a:ext cx="8229600" cy="4805362"/>
          </a:xfrm>
        </p:spPr>
        <p:txBody>
          <a:bodyPr/>
          <a:lstStyle/>
          <a:p>
            <a:pPr marL="0">
              <a:lnSpc>
                <a:spcPct val="115000"/>
              </a:lnSpc>
              <a:spcBef>
                <a:spcPts val="0"/>
              </a:spcBef>
              <a:spcAft>
                <a:spcPts val="1000"/>
              </a:spcAft>
              <a:tabLst>
                <a:tab pos="1959610" algn="l"/>
              </a:tabLst>
            </a:pPr>
            <a:r>
              <a:rPr lang="en-US" sz="2400" b="1" u="sng" dirty="0">
                <a:latin typeface="Calibri" panose="020F0502020204030204" pitchFamily="34" charset="0"/>
                <a:ea typeface="Calibri" panose="020F0502020204030204" pitchFamily="34" charset="0"/>
                <a:cs typeface="Times New Roman" panose="02020603050405020304" pitchFamily="18" charset="0"/>
              </a:rPr>
              <a:t>Run ThreeCount3.java. Make it produce output as below:</a:t>
            </a:r>
            <a:r>
              <a:rPr lang="en-US" sz="1800" dirty="0">
                <a:latin typeface="Calibri" panose="020F0502020204030204" pitchFamily="34" charset="0"/>
                <a:ea typeface="Calibri" panose="020F0502020204030204" pitchFamily="34" charset="0"/>
                <a:cs typeface="Times New Roman" panose="02020603050405020304" pitchFamily="18" charset="0"/>
              </a:rPr>
              <a:t>	</a:t>
            </a:r>
            <a:endParaRPr lang="en-US" sz="1800" dirty="0">
              <a:latin typeface="Times New Roman" panose="02020603050405020304" pitchFamily="18" charset="0"/>
              <a:ea typeface="Times New Roman" panose="02020603050405020304" pitchFamily="18" charset="0"/>
            </a:endParaRPr>
          </a:p>
          <a:p>
            <a:pPr marL="0" indent="0">
              <a:spcBef>
                <a:spcPts val="0"/>
              </a:spcBef>
              <a:spcAft>
                <a:spcPts val="0"/>
              </a:spcAft>
              <a:buNone/>
            </a:pPr>
            <a:r>
              <a:rPr lang="en-US" sz="1800" dirty="0">
                <a:latin typeface="Times New Roman" panose="02020603050405020304" pitchFamily="18" charset="0"/>
                <a:ea typeface="Times New Roman" panose="02020603050405020304" pitchFamily="18" charset="0"/>
              </a:rPr>
              <a:t>Incrementing.....</a:t>
            </a:r>
          </a:p>
          <a:p>
            <a:pPr marL="0" indent="0">
              <a:spcBef>
                <a:spcPts val="0"/>
              </a:spcBef>
              <a:spcAft>
                <a:spcPts val="0"/>
              </a:spcAft>
              <a:buNone/>
            </a:pPr>
            <a:r>
              <a:rPr lang="en-US" sz="1800" dirty="0" err="1">
                <a:latin typeface="Times New Roman" panose="02020603050405020304" pitchFamily="18" charset="0"/>
                <a:ea typeface="Times New Roman" panose="02020603050405020304" pitchFamily="18" charset="0"/>
              </a:rPr>
              <a:t>i</a:t>
            </a:r>
            <a:r>
              <a:rPr lang="en-US" sz="1800" dirty="0">
                <a:latin typeface="Times New Roman" panose="02020603050405020304" pitchFamily="18" charset="0"/>
                <a:ea typeface="Times New Roman" panose="02020603050405020304" pitchFamily="18" charset="0"/>
              </a:rPr>
              <a:t> = 0</a:t>
            </a:r>
          </a:p>
          <a:p>
            <a:pPr marL="0" indent="0">
              <a:spcBef>
                <a:spcPts val="0"/>
              </a:spcBef>
              <a:spcAft>
                <a:spcPts val="0"/>
              </a:spcAft>
              <a:buNone/>
            </a:pPr>
            <a:r>
              <a:rPr lang="en-US" sz="1800" dirty="0">
                <a:latin typeface="Times New Roman" panose="02020603050405020304" pitchFamily="18" charset="0"/>
                <a:ea typeface="Times New Roman" panose="02020603050405020304" pitchFamily="18" charset="0"/>
              </a:rPr>
              <a:t>Incrementing.....</a:t>
            </a:r>
          </a:p>
          <a:p>
            <a:pPr marL="0" indent="0">
              <a:spcBef>
                <a:spcPts val="0"/>
              </a:spcBef>
              <a:spcAft>
                <a:spcPts val="0"/>
              </a:spcAft>
              <a:buNone/>
            </a:pPr>
            <a:r>
              <a:rPr lang="en-US" sz="1800" dirty="0" err="1">
                <a:latin typeface="Times New Roman" panose="02020603050405020304" pitchFamily="18" charset="0"/>
                <a:ea typeface="Times New Roman" panose="02020603050405020304" pitchFamily="18" charset="0"/>
              </a:rPr>
              <a:t>i</a:t>
            </a:r>
            <a:r>
              <a:rPr lang="en-US" sz="1800" dirty="0">
                <a:latin typeface="Times New Roman" panose="02020603050405020304" pitchFamily="18" charset="0"/>
                <a:ea typeface="Times New Roman" panose="02020603050405020304" pitchFamily="18" charset="0"/>
              </a:rPr>
              <a:t> = 1</a:t>
            </a:r>
          </a:p>
          <a:p>
            <a:pPr marL="0" indent="0">
              <a:spcBef>
                <a:spcPts val="0"/>
              </a:spcBef>
              <a:spcAft>
                <a:spcPts val="0"/>
              </a:spcAft>
              <a:buNone/>
            </a:pPr>
            <a:r>
              <a:rPr lang="en-US" sz="1800" dirty="0">
                <a:latin typeface="Times New Roman" panose="02020603050405020304" pitchFamily="18" charset="0"/>
                <a:ea typeface="Times New Roman" panose="02020603050405020304" pitchFamily="18" charset="0"/>
              </a:rPr>
              <a:t>Incrementing.....</a:t>
            </a:r>
          </a:p>
          <a:p>
            <a:pPr marL="0" indent="0">
              <a:spcBef>
                <a:spcPts val="0"/>
              </a:spcBef>
              <a:spcAft>
                <a:spcPts val="0"/>
              </a:spcAft>
              <a:buNone/>
            </a:pPr>
            <a:r>
              <a:rPr lang="en-US" sz="1800" dirty="0" err="1">
                <a:latin typeface="Times New Roman" panose="02020603050405020304" pitchFamily="18" charset="0"/>
                <a:ea typeface="Times New Roman" panose="02020603050405020304" pitchFamily="18" charset="0"/>
              </a:rPr>
              <a:t>i</a:t>
            </a:r>
            <a:r>
              <a:rPr lang="en-US" sz="1800" dirty="0">
                <a:latin typeface="Times New Roman" panose="02020603050405020304" pitchFamily="18" charset="0"/>
                <a:ea typeface="Times New Roman" panose="02020603050405020304" pitchFamily="18" charset="0"/>
              </a:rPr>
              <a:t> = 2</a:t>
            </a:r>
          </a:p>
          <a:p>
            <a:pPr marL="0" indent="0">
              <a:spcBef>
                <a:spcPts val="0"/>
              </a:spcBef>
              <a:spcAft>
                <a:spcPts val="0"/>
              </a:spcAft>
              <a:buNone/>
            </a:pPr>
            <a:r>
              <a:rPr lang="en-US" sz="1800" dirty="0">
                <a:latin typeface="Times New Roman" panose="02020603050405020304" pitchFamily="18" charset="0"/>
                <a:ea typeface="Times New Roman" panose="02020603050405020304" pitchFamily="18" charset="0"/>
              </a:rPr>
              <a:t>Decrementing.....</a:t>
            </a:r>
          </a:p>
          <a:p>
            <a:pPr marL="0" indent="0">
              <a:spcBef>
                <a:spcPts val="0"/>
              </a:spcBef>
              <a:spcAft>
                <a:spcPts val="0"/>
              </a:spcAft>
              <a:buNone/>
            </a:pPr>
            <a:r>
              <a:rPr lang="en-US" sz="1800" dirty="0" err="1">
                <a:latin typeface="Times New Roman" panose="02020603050405020304" pitchFamily="18" charset="0"/>
                <a:ea typeface="Times New Roman" panose="02020603050405020304" pitchFamily="18" charset="0"/>
              </a:rPr>
              <a:t>i</a:t>
            </a:r>
            <a:r>
              <a:rPr lang="en-US" sz="1800" dirty="0">
                <a:latin typeface="Times New Roman" panose="02020603050405020304" pitchFamily="18" charset="0"/>
                <a:ea typeface="Times New Roman" panose="02020603050405020304" pitchFamily="18" charset="0"/>
              </a:rPr>
              <a:t> = 3</a:t>
            </a:r>
          </a:p>
          <a:p>
            <a:pPr marL="0" indent="0">
              <a:spcBef>
                <a:spcPts val="0"/>
              </a:spcBef>
              <a:spcAft>
                <a:spcPts val="0"/>
              </a:spcAft>
              <a:buNone/>
            </a:pPr>
            <a:r>
              <a:rPr lang="en-US" sz="1800" dirty="0">
                <a:latin typeface="Times New Roman" panose="02020603050405020304" pitchFamily="18" charset="0"/>
                <a:ea typeface="Times New Roman" panose="02020603050405020304" pitchFamily="18" charset="0"/>
              </a:rPr>
              <a:t>Decrementing.....</a:t>
            </a:r>
          </a:p>
          <a:p>
            <a:pPr marL="0" indent="0">
              <a:spcBef>
                <a:spcPts val="0"/>
              </a:spcBef>
              <a:spcAft>
                <a:spcPts val="0"/>
              </a:spcAft>
              <a:buNone/>
            </a:pPr>
            <a:r>
              <a:rPr lang="en-US" sz="1800" dirty="0" err="1">
                <a:latin typeface="Times New Roman" panose="02020603050405020304" pitchFamily="18" charset="0"/>
                <a:ea typeface="Times New Roman" panose="02020603050405020304" pitchFamily="18" charset="0"/>
              </a:rPr>
              <a:t>i</a:t>
            </a:r>
            <a:r>
              <a:rPr lang="en-US" sz="1800" dirty="0">
                <a:latin typeface="Times New Roman" panose="02020603050405020304" pitchFamily="18" charset="0"/>
                <a:ea typeface="Times New Roman" panose="02020603050405020304" pitchFamily="18" charset="0"/>
              </a:rPr>
              <a:t> = 2</a:t>
            </a:r>
          </a:p>
          <a:p>
            <a:pPr marL="0" indent="0">
              <a:spcBef>
                <a:spcPts val="0"/>
              </a:spcBef>
              <a:spcAft>
                <a:spcPts val="0"/>
              </a:spcAft>
              <a:buNone/>
            </a:pPr>
            <a:r>
              <a:rPr lang="en-US" sz="1800" dirty="0">
                <a:latin typeface="Times New Roman" panose="02020603050405020304" pitchFamily="18" charset="0"/>
                <a:ea typeface="Times New Roman" panose="02020603050405020304" pitchFamily="18" charset="0"/>
              </a:rPr>
              <a:t>Decrementing.....</a:t>
            </a:r>
          </a:p>
          <a:p>
            <a:pPr marL="0" indent="0">
              <a:spcBef>
                <a:spcPts val="0"/>
              </a:spcBef>
              <a:spcAft>
                <a:spcPts val="0"/>
              </a:spcAft>
              <a:buNone/>
            </a:pPr>
            <a:r>
              <a:rPr lang="en-US" sz="1800" dirty="0" err="1">
                <a:latin typeface="Times New Roman" panose="02020603050405020304" pitchFamily="18" charset="0"/>
                <a:ea typeface="Times New Roman" panose="02020603050405020304" pitchFamily="18" charset="0"/>
              </a:rPr>
              <a:t>i</a:t>
            </a:r>
            <a:r>
              <a:rPr lang="en-US" sz="1800" dirty="0">
                <a:latin typeface="Times New Roman" panose="02020603050405020304" pitchFamily="18" charset="0"/>
                <a:ea typeface="Times New Roman" panose="02020603050405020304" pitchFamily="18" charset="0"/>
              </a:rPr>
              <a:t> = 1</a:t>
            </a:r>
          </a:p>
          <a:p>
            <a:pPr marL="0" indent="0">
              <a:spcBef>
                <a:spcPts val="0"/>
              </a:spcBef>
              <a:spcAft>
                <a:spcPts val="0"/>
              </a:spcAft>
              <a:buNone/>
            </a:pPr>
            <a:r>
              <a:rPr lang="en-US" sz="1800" dirty="0">
                <a:latin typeface="Times New Roman" panose="02020603050405020304" pitchFamily="18" charset="0"/>
                <a:ea typeface="Times New Roman" panose="02020603050405020304" pitchFamily="18" charset="0"/>
              </a:rPr>
              <a:t>Bye!</a:t>
            </a:r>
          </a:p>
        </p:txBody>
      </p:sp>
    </p:spTree>
    <p:extLst>
      <p:ext uri="{BB962C8B-B14F-4D97-AF65-F5344CB8AC3E}">
        <p14:creationId xmlns:p14="http://schemas.microsoft.com/office/powerpoint/2010/main" val="12715027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a:extLst>
              <a:ext uri="{FF2B5EF4-FFF2-40B4-BE49-F238E27FC236}">
                <a16:creationId xmlns:a16="http://schemas.microsoft.com/office/drawing/2014/main" id="{04BE1E00-3E05-4210-A7DC-DCB216C49C9A}"/>
              </a:ext>
            </a:extLst>
          </p:cNvPr>
          <p:cNvSpPr>
            <a:spLocks noGrp="1" noChangeArrowheads="1"/>
          </p:cNvSpPr>
          <p:nvPr>
            <p:ph type="title"/>
          </p:nvPr>
        </p:nvSpPr>
        <p:spPr>
          <a:xfrm>
            <a:off x="2009775" y="274638"/>
            <a:ext cx="7042150" cy="1143000"/>
          </a:xfrm>
        </p:spPr>
        <p:txBody>
          <a:bodyPr wrap="square" anchor="ctr">
            <a:normAutofit/>
          </a:bodyPr>
          <a:lstStyle/>
          <a:p>
            <a:r>
              <a:rPr lang="en-US" altLang="en-US"/>
              <a:t>Exercise</a:t>
            </a:r>
          </a:p>
        </p:txBody>
      </p:sp>
      <p:graphicFrame>
        <p:nvGraphicFramePr>
          <p:cNvPr id="59397" name="Content Placeholder 2">
            <a:extLst>
              <a:ext uri="{FF2B5EF4-FFF2-40B4-BE49-F238E27FC236}">
                <a16:creationId xmlns:a16="http://schemas.microsoft.com/office/drawing/2014/main" id="{2AB6B93D-A663-4CFC-8514-4AFCDD4CFB20}"/>
              </a:ext>
            </a:extLst>
          </p:cNvPr>
          <p:cNvGraphicFramePr>
            <a:graphicFrameLocks noGrp="1"/>
          </p:cNvGraphicFramePr>
          <p:nvPr>
            <p:ph idx="1"/>
          </p:nvPr>
        </p:nvGraphicFramePr>
        <p:xfrm>
          <a:off x="2011363" y="16970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BB71F-018C-41F5-89D5-AF8A7F2F2666}"/>
              </a:ext>
            </a:extLst>
          </p:cNvPr>
          <p:cNvSpPr>
            <a:spLocks noGrp="1"/>
          </p:cNvSpPr>
          <p:nvPr>
            <p:ph type="title"/>
          </p:nvPr>
        </p:nvSpPr>
        <p:spPr/>
        <p:txBody>
          <a:bodyPr/>
          <a:lstStyle/>
          <a:p>
            <a:r>
              <a:rPr lang="en-US" dirty="0"/>
              <a:t>volatile</a:t>
            </a:r>
          </a:p>
        </p:txBody>
      </p:sp>
      <p:sp>
        <p:nvSpPr>
          <p:cNvPr id="3" name="Content Placeholder 2">
            <a:extLst>
              <a:ext uri="{FF2B5EF4-FFF2-40B4-BE49-F238E27FC236}">
                <a16:creationId xmlns:a16="http://schemas.microsoft.com/office/drawing/2014/main" id="{88ACCDC1-30CF-4120-9480-FEAF70041360}"/>
              </a:ext>
            </a:extLst>
          </p:cNvPr>
          <p:cNvSpPr>
            <a:spLocks noGrp="1"/>
          </p:cNvSpPr>
          <p:nvPr>
            <p:ph idx="1"/>
          </p:nvPr>
        </p:nvSpPr>
        <p:spPr/>
        <p:txBody>
          <a:bodyPr/>
          <a:lstStyle/>
          <a:p>
            <a:endParaRPr lang="en-US"/>
          </a:p>
        </p:txBody>
      </p:sp>
      <p:pic>
        <p:nvPicPr>
          <p:cNvPr id="2050" name="Picture 2" descr="Java Volatile Keyword">
            <a:extLst>
              <a:ext uri="{FF2B5EF4-FFF2-40B4-BE49-F238E27FC236}">
                <a16:creationId xmlns:a16="http://schemas.microsoft.com/office/drawing/2014/main" id="{BA85656F-A771-4640-BB8F-0AE7CB258D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525400"/>
            <a:ext cx="6002594" cy="50579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70583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4210" name="Title 1">
            <a:extLst>
              <a:ext uri="{FF2B5EF4-FFF2-40B4-BE49-F238E27FC236}">
                <a16:creationId xmlns:a16="http://schemas.microsoft.com/office/drawing/2014/main" id="{B4929447-B3F8-48BC-A49B-5BD874F0BADB}"/>
              </a:ext>
            </a:extLst>
          </p:cNvPr>
          <p:cNvSpPr>
            <a:spLocks noGrp="1" noChangeArrowheads="1"/>
          </p:cNvSpPr>
          <p:nvPr>
            <p:ph type="title"/>
          </p:nvPr>
        </p:nvSpPr>
        <p:spPr/>
        <p:txBody>
          <a:bodyPr/>
          <a:lstStyle/>
          <a:p>
            <a:r>
              <a:rPr lang="en-US" altLang="en-US"/>
              <a:t>Assignment Brief</a:t>
            </a:r>
          </a:p>
        </p:txBody>
      </p:sp>
      <p:sp>
        <p:nvSpPr>
          <p:cNvPr id="94211" name="Content Placeholder 2">
            <a:extLst>
              <a:ext uri="{FF2B5EF4-FFF2-40B4-BE49-F238E27FC236}">
                <a16:creationId xmlns:a16="http://schemas.microsoft.com/office/drawing/2014/main" id="{0CA69BD5-DD67-42E3-B872-1D63D590AB98}"/>
              </a:ext>
            </a:extLst>
          </p:cNvPr>
          <p:cNvSpPr>
            <a:spLocks noGrp="1" noChangeArrowheads="1"/>
          </p:cNvSpPr>
          <p:nvPr>
            <p:ph idx="1"/>
          </p:nvPr>
        </p:nvSpPr>
        <p:spPr/>
        <p:txBody>
          <a:bodyPr/>
          <a:lstStyle/>
          <a:p>
            <a:endParaRPr lang="en-US"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3">
            <a:extLst>
              <a:ext uri="{FF2B5EF4-FFF2-40B4-BE49-F238E27FC236}">
                <a16:creationId xmlns:a16="http://schemas.microsoft.com/office/drawing/2014/main" id="{C99F80B4-4DB4-4BCE-80DA-2E8D135ECBCB}"/>
              </a:ext>
            </a:extLst>
          </p:cNvPr>
          <p:cNvSpPr>
            <a:spLocks noGrp="1" noChangeArrowheads="1"/>
          </p:cNvSpPr>
          <p:nvPr>
            <p:ph type="title"/>
          </p:nvPr>
        </p:nvSpPr>
        <p:spPr>
          <a:xfrm>
            <a:off x="2847975" y="569139"/>
            <a:ext cx="5069016" cy="553998"/>
          </a:xfrm>
        </p:spPr>
        <p:txBody>
          <a:bodyPr wrap="none">
            <a:spAutoFit/>
          </a:bodyPr>
          <a:lstStyle/>
          <a:p>
            <a:r>
              <a:rPr lang="en-US" altLang="en-US" b="1" u="sng">
                <a:solidFill>
                  <a:srgbClr val="003366"/>
                </a:solidFill>
              </a:rPr>
              <a:t>What we will cover next</a:t>
            </a:r>
            <a:endParaRPr lang="en-US" altLang="en-US" u="sng">
              <a:solidFill>
                <a:srgbClr val="003366"/>
              </a:solidFill>
            </a:endParaRPr>
          </a:p>
        </p:txBody>
      </p:sp>
      <p:sp>
        <p:nvSpPr>
          <p:cNvPr id="58371" name="Content Placeholder 2">
            <a:extLst>
              <a:ext uri="{FF2B5EF4-FFF2-40B4-BE49-F238E27FC236}">
                <a16:creationId xmlns:a16="http://schemas.microsoft.com/office/drawing/2014/main" id="{3CFCBC53-D1E7-4DA6-90D9-17F634AA9B34}"/>
              </a:ext>
            </a:extLst>
          </p:cNvPr>
          <p:cNvSpPr>
            <a:spLocks noGrp="1" noChangeArrowheads="1"/>
          </p:cNvSpPr>
          <p:nvPr>
            <p:ph idx="1"/>
          </p:nvPr>
        </p:nvSpPr>
        <p:spPr/>
        <p:txBody>
          <a:bodyPr/>
          <a:lstStyle/>
          <a:p>
            <a:pPr eaLnBrk="1" hangingPunct="1"/>
            <a:r>
              <a:rPr lang="en-US" altLang="en-US"/>
              <a:t>Shared objects and mutual exclusion</a:t>
            </a:r>
          </a:p>
          <a:p>
            <a:pPr eaLnBrk="1" hangingPunct="1"/>
            <a:endParaRPr lang="en-US" altLang="en-US"/>
          </a:p>
        </p:txBody>
      </p:sp>
    </p:spTree>
  </p:cSld>
  <p:clrMapOvr>
    <a:masterClrMapping/>
  </p:clrMapOvr>
</p:sld>
</file>

<file path=ppt/theme/theme1.xml><?xml version="1.0" encoding="utf-8"?>
<a:theme xmlns:a="http://schemas.openxmlformats.org/drawingml/2006/main" name="UCTI-Template-foundation-level">
  <a:themeElements>
    <a:clrScheme name="APU-2023">
      <a:dk1>
        <a:srgbClr val="082F50"/>
      </a:dk1>
      <a:lt1>
        <a:srgbClr val="FFFFFF"/>
      </a:lt1>
      <a:dk2>
        <a:srgbClr val="0070C0"/>
      </a:dk2>
      <a:lt2>
        <a:srgbClr val="C0F9FC"/>
      </a:lt2>
      <a:accent1>
        <a:srgbClr val="00B0F0"/>
      </a:accent1>
      <a:accent2>
        <a:srgbClr val="079244"/>
      </a:accent2>
      <a:accent3>
        <a:srgbClr val="E02C32"/>
      </a:accent3>
      <a:accent4>
        <a:srgbClr val="45D7EA"/>
      </a:accent4>
      <a:accent5>
        <a:srgbClr val="FAC41B"/>
      </a:accent5>
      <a:accent6>
        <a:srgbClr val="082F50"/>
      </a:accent6>
      <a:hlink>
        <a:srgbClr val="9AB1D0"/>
      </a:hlink>
      <a:folHlink>
        <a:srgbClr val="0D3358"/>
      </a:folHlink>
    </a:clrScheme>
    <a:fontScheme name="APU-2023">
      <a:majorFont>
        <a:latin typeface="PT Sans"/>
        <a:ea typeface=""/>
        <a:cs typeface=""/>
      </a:majorFont>
      <a:minorFont>
        <a:latin typeface="PT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lnDef>
  </a:objectDefaults>
  <a:extraClrSchemeLst>
    <a:extraClrScheme>
      <a:clrScheme name="UCTI-Template-foundation-leve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UCTI-Template-foundation-level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UCTI-Template-foundation-level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UCTI-Template-foundation-level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UCTI-Template-foundation-level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UCTI-Template-foundation-level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UCTI-Template-foundation-level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UCTI-Template-foundation-level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UCTI-Template-foundation-level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UCTI-Template-foundation-level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UCTI-Template-foundation-level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UCTI-Template-foundation-level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APU-2023">
      <a:dk1>
        <a:srgbClr val="081929"/>
      </a:dk1>
      <a:lt1>
        <a:srgbClr val="FFFFFF"/>
      </a:lt1>
      <a:dk2>
        <a:srgbClr val="0070C0"/>
      </a:dk2>
      <a:lt2>
        <a:srgbClr val="FFFFFF"/>
      </a:lt2>
      <a:accent1>
        <a:srgbClr val="00B0F0"/>
      </a:accent1>
      <a:accent2>
        <a:srgbClr val="99CC00"/>
      </a:accent2>
      <a:accent3>
        <a:srgbClr val="FF9966"/>
      </a:accent3>
      <a:accent4>
        <a:srgbClr val="45D7EA"/>
      </a:accent4>
      <a:accent5>
        <a:srgbClr val="CC66FF"/>
      </a:accent5>
      <a:accent6>
        <a:srgbClr val="FCE456"/>
      </a:accent6>
      <a:hlink>
        <a:srgbClr val="B7C6FE"/>
      </a:hlink>
      <a:folHlink>
        <a:srgbClr val="00B0F0"/>
      </a:folHlink>
    </a:clrScheme>
    <a:fontScheme name="APU-2023">
      <a:majorFont>
        <a:latin typeface="PT Sans"/>
        <a:ea typeface=""/>
        <a:cs typeface=""/>
      </a:majorFont>
      <a:minorFont>
        <a:latin typeface="PT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0C09830CF6CB84B8D12D02B69700FAF" ma:contentTypeVersion="14" ma:contentTypeDescription="Create a new document." ma:contentTypeScope="" ma:versionID="91bb3fc2fda44f6dca498e4986d3c34f">
  <xsd:schema xmlns:xsd="http://www.w3.org/2001/XMLSchema" xmlns:xs="http://www.w3.org/2001/XMLSchema" xmlns:p="http://schemas.microsoft.com/office/2006/metadata/properties" xmlns:ns3="c0f90a4e-2534-4174-991f-0eb794d5b859" xmlns:ns4="d2981e9c-0c44-4237-a41f-50944ddb2e5d" targetNamespace="http://schemas.microsoft.com/office/2006/metadata/properties" ma:root="true" ma:fieldsID="d346f1bbf5bc0d23fe733b73729b7857" ns3:_="" ns4:_="">
    <xsd:import namespace="c0f90a4e-2534-4174-991f-0eb794d5b859"/>
    <xsd:import namespace="d2981e9c-0c44-4237-a41f-50944ddb2e5d"/>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GenerationTime" minOccurs="0"/>
                <xsd:element ref="ns3:MediaServiceEventHashCode" minOccurs="0"/>
                <xsd:element ref="ns3:MediaServiceDateTaken" minOccurs="0"/>
                <xsd:element ref="ns4:SharedWithUsers" minOccurs="0"/>
                <xsd:element ref="ns4:SharedWithDetails" minOccurs="0"/>
                <xsd:element ref="ns4:SharingHintHash" minOccurs="0"/>
                <xsd:element ref="ns3:MediaServiceOCR" minOccurs="0"/>
                <xsd:element ref="ns3:MediaServiceLocation"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f90a4e-2534-4174-991f-0eb794d5b8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2981e9c-0c44-4237-a41f-50944ddb2e5d"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SharingHintHash" ma:index="16"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B6039F5-814C-4C5B-A6B0-438D9C48FD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0f90a4e-2534-4174-991f-0eb794d5b859"/>
    <ds:schemaRef ds:uri="d2981e9c-0c44-4237-a41f-50944ddb2e5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374C82B-844E-4C6D-B41E-036AD4E59A6E}">
  <ds:schemaRefs>
    <ds:schemaRef ds:uri="http://schemas.microsoft.com/sharepoint/v3/contenttype/forms"/>
  </ds:schemaRefs>
</ds:datastoreItem>
</file>

<file path=customXml/itemProps3.xml><?xml version="1.0" encoding="utf-8"?>
<ds:datastoreItem xmlns:ds="http://schemas.openxmlformats.org/officeDocument/2006/customXml" ds:itemID="{6ED3909F-E191-4C23-B23C-BA46B5ADDDA2}">
  <ds:schemaRefs>
    <ds:schemaRef ds:uri="http://purl.org/dc/terms/"/>
    <ds:schemaRef ds:uri="http://schemas.microsoft.com/office/2006/documentManagement/types"/>
    <ds:schemaRef ds:uri="d2981e9c-0c44-4237-a41f-50944ddb2e5d"/>
    <ds:schemaRef ds:uri="http://schemas.microsoft.com/office/infopath/2007/PartnerControls"/>
    <ds:schemaRef ds:uri="http://purl.org/dc/elements/1.1/"/>
    <ds:schemaRef ds:uri="http://schemas.microsoft.com/office/2006/metadata/properties"/>
    <ds:schemaRef ds:uri="c0f90a4e-2534-4174-991f-0eb794d5b859"/>
    <ds:schemaRef ds:uri="http://schemas.openxmlformats.org/package/2006/metadata/core-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1421</TotalTime>
  <Pages>11</Pages>
  <Words>1038</Words>
  <Application>Microsoft Office PowerPoint</Application>
  <PresentationFormat>Widescreen</PresentationFormat>
  <Paragraphs>129</Paragraphs>
  <Slides>44</Slides>
  <Notes>7</Notes>
  <HiddenSlides>2</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44</vt:i4>
      </vt:variant>
    </vt:vector>
  </HeadingPairs>
  <TitlesOfParts>
    <vt:vector size="53" baseType="lpstr">
      <vt:lpstr>Arial</vt:lpstr>
      <vt:lpstr>Calibri</vt:lpstr>
      <vt:lpstr>Century Gothic</vt:lpstr>
      <vt:lpstr>Montserrat</vt:lpstr>
      <vt:lpstr>Open Sans</vt:lpstr>
      <vt:lpstr>PT Sans</vt:lpstr>
      <vt:lpstr>Times New Roman</vt:lpstr>
      <vt:lpstr>UCTI-Template-foundation-level</vt:lpstr>
      <vt:lpstr>Document</vt:lpstr>
      <vt:lpstr>Concurrency Concepts Threads</vt:lpstr>
      <vt:lpstr>Mock Exam</vt:lpstr>
      <vt:lpstr>volatile</vt:lpstr>
      <vt:lpstr>Topic &amp; Structure of The Lesson</vt:lpstr>
      <vt:lpstr>Learning Outcomes</vt:lpstr>
      <vt:lpstr>Key Terms You Must Be Able To Use</vt:lpstr>
      <vt:lpstr>Concurrency types</vt:lpstr>
      <vt:lpstr>Round Robin</vt:lpstr>
      <vt:lpstr>Quantum</vt:lpstr>
      <vt:lpstr>PowerPoint Presentation</vt:lpstr>
      <vt:lpstr>PowerPoint Presentation</vt:lpstr>
      <vt:lpstr>Round Robin</vt:lpstr>
      <vt:lpstr>PowerPoint Presentation</vt:lpstr>
      <vt:lpstr>First Come First Serve (FCFS) Scheduler</vt:lpstr>
      <vt:lpstr>PowerPoint Presentation</vt:lpstr>
      <vt:lpstr>PowerPoint Presentation</vt:lpstr>
      <vt:lpstr>LIFO</vt:lpstr>
      <vt:lpstr>Priority</vt:lpstr>
      <vt:lpstr>PowerPoint Presentation</vt:lpstr>
      <vt:lpstr>What we will cover next</vt:lpstr>
      <vt:lpstr>Topic &amp; Structure of The Lesson</vt:lpstr>
      <vt:lpstr>Learning Outcomes</vt:lpstr>
      <vt:lpstr>Key Terms You Must Be Able To Use</vt:lpstr>
      <vt:lpstr>Processes vs Threads</vt:lpstr>
      <vt:lpstr>Processes vs Threads</vt:lpstr>
      <vt:lpstr>Processes vs Threads</vt:lpstr>
      <vt:lpstr>Implementing processes - the OS view</vt:lpstr>
      <vt:lpstr>Synchronisation</vt:lpstr>
      <vt:lpstr>Synchronisation</vt:lpstr>
      <vt:lpstr>Monitors</vt:lpstr>
      <vt:lpstr>Mutual exclusion</vt:lpstr>
      <vt:lpstr>PowerPoint Presentation</vt:lpstr>
      <vt:lpstr>Asynchronicity</vt:lpstr>
      <vt:lpstr>PowerPoint Presentation</vt:lpstr>
      <vt:lpstr>Asynchronicity</vt:lpstr>
      <vt:lpstr>Asynchronicity</vt:lpstr>
      <vt:lpstr>PowerPoint Presentation</vt:lpstr>
      <vt:lpstr>PowerPoint Presentation</vt:lpstr>
      <vt:lpstr>Assignment</vt:lpstr>
      <vt:lpstr>Programming exercise</vt:lpstr>
      <vt:lpstr>Exercise</vt:lpstr>
      <vt:lpstr>volatile</vt:lpstr>
      <vt:lpstr>Assignment Brief</vt:lpstr>
      <vt:lpstr>What we will cover next</vt:lpstr>
    </vt:vector>
  </TitlesOfParts>
  <Company>APU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Teaching Slides</dc:subject>
  <dc:creator>DBB</dc:creator>
  <cp:keywords>2023</cp:keywords>
  <cp:lastModifiedBy>Zailan Arabee Abdul Salam</cp:lastModifiedBy>
  <cp:revision>330</cp:revision>
  <cp:lastPrinted>2023-02-03T03:07:34Z</cp:lastPrinted>
  <dcterms:created xsi:type="dcterms:W3CDTF">2005-08-02T10:18:20Z</dcterms:created>
  <dcterms:modified xsi:type="dcterms:W3CDTF">2023-11-06T04:57:03Z</dcterms:modified>
  <cp:category>Teaching Slides</cp:category>
  <cp:contentStatus>2023 Version</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0x01010050C09830CF6CB84B8D12D02B69700FAF</vt:lpwstr>
  </property>
</Properties>
</file>