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4"/>
  </p:sldMasterIdLst>
  <p:notesMasterIdLst>
    <p:notesMasterId r:id="rId69"/>
  </p:notesMasterIdLst>
  <p:handoutMasterIdLst>
    <p:handoutMasterId r:id="rId70"/>
  </p:handoutMasterIdLst>
  <p:sldIdLst>
    <p:sldId id="318" r:id="rId5"/>
    <p:sldId id="387" r:id="rId6"/>
    <p:sldId id="388" r:id="rId7"/>
    <p:sldId id="389" r:id="rId8"/>
    <p:sldId id="390" r:id="rId9"/>
    <p:sldId id="391" r:id="rId10"/>
    <p:sldId id="392" r:id="rId11"/>
    <p:sldId id="393" r:id="rId12"/>
    <p:sldId id="394" r:id="rId13"/>
    <p:sldId id="395" r:id="rId14"/>
    <p:sldId id="396" r:id="rId15"/>
    <p:sldId id="397" r:id="rId16"/>
    <p:sldId id="398" r:id="rId17"/>
    <p:sldId id="399" r:id="rId18"/>
    <p:sldId id="400" r:id="rId19"/>
    <p:sldId id="401" r:id="rId20"/>
    <p:sldId id="447" r:id="rId21"/>
    <p:sldId id="402" r:id="rId22"/>
    <p:sldId id="403" r:id="rId23"/>
    <p:sldId id="404" r:id="rId24"/>
    <p:sldId id="405" r:id="rId25"/>
    <p:sldId id="406" r:id="rId26"/>
    <p:sldId id="444" r:id="rId27"/>
    <p:sldId id="446" r:id="rId28"/>
    <p:sldId id="445" r:id="rId29"/>
    <p:sldId id="451" r:id="rId30"/>
    <p:sldId id="407" r:id="rId31"/>
    <p:sldId id="408" r:id="rId32"/>
    <p:sldId id="409" r:id="rId33"/>
    <p:sldId id="410" r:id="rId34"/>
    <p:sldId id="452" r:id="rId35"/>
    <p:sldId id="442" r:id="rId36"/>
    <p:sldId id="411" r:id="rId37"/>
    <p:sldId id="412" r:id="rId38"/>
    <p:sldId id="449" r:id="rId39"/>
    <p:sldId id="413" r:id="rId40"/>
    <p:sldId id="414" r:id="rId41"/>
    <p:sldId id="415" r:id="rId42"/>
    <p:sldId id="416" r:id="rId43"/>
    <p:sldId id="417" r:id="rId44"/>
    <p:sldId id="418" r:id="rId45"/>
    <p:sldId id="419" r:id="rId46"/>
    <p:sldId id="420" r:id="rId47"/>
    <p:sldId id="421" r:id="rId48"/>
    <p:sldId id="497" r:id="rId49"/>
    <p:sldId id="498" r:id="rId50"/>
    <p:sldId id="499" r:id="rId51"/>
    <p:sldId id="500" r:id="rId52"/>
    <p:sldId id="426" r:id="rId53"/>
    <p:sldId id="501" r:id="rId54"/>
    <p:sldId id="502" r:id="rId55"/>
    <p:sldId id="503" r:id="rId56"/>
    <p:sldId id="430" r:id="rId57"/>
    <p:sldId id="431" r:id="rId58"/>
    <p:sldId id="432" r:id="rId59"/>
    <p:sldId id="433" r:id="rId60"/>
    <p:sldId id="434" r:id="rId61"/>
    <p:sldId id="435" r:id="rId62"/>
    <p:sldId id="436" r:id="rId63"/>
    <p:sldId id="437" r:id="rId64"/>
    <p:sldId id="438" r:id="rId65"/>
    <p:sldId id="439" r:id="rId66"/>
    <p:sldId id="440" r:id="rId67"/>
    <p:sldId id="441" r:id="rId68"/>
  </p:sldIdLst>
  <p:sldSz cx="12192000" cy="6858000"/>
  <p:notesSz cx="7315200" cy="9601200"/>
  <p:kinsoku lang="ja-JP" invalStChars="、。，．・：；？！゛゜ヽヾゝゞ々ー’”）〕］｝〉》」』】°‰′″℃￠％ぁぃぅぇぉっゃゅょゎァィゥェォッャュョヮヵヶ!%),.:;?]}｡｣､･ｧｨｩｪｫｬｭｮｯｰﾞﾟ" invalEndChars="‘“（〔［｛〈《「『【￥＄$([\{｢￡"/>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Weekly Intro - White BG" id="{B4587B1E-BB88-4173-8339-2929187587A5}">
          <p14:sldIdLst>
            <p14:sldId id="318"/>
            <p14:sldId id="387"/>
            <p14:sldId id="388"/>
            <p14:sldId id="389"/>
            <p14:sldId id="390"/>
            <p14:sldId id="391"/>
            <p14:sldId id="392"/>
            <p14:sldId id="393"/>
            <p14:sldId id="394"/>
            <p14:sldId id="395"/>
            <p14:sldId id="396"/>
            <p14:sldId id="397"/>
            <p14:sldId id="398"/>
            <p14:sldId id="399"/>
            <p14:sldId id="400"/>
            <p14:sldId id="401"/>
            <p14:sldId id="447"/>
            <p14:sldId id="402"/>
            <p14:sldId id="403"/>
            <p14:sldId id="404"/>
            <p14:sldId id="405"/>
            <p14:sldId id="406"/>
            <p14:sldId id="444"/>
            <p14:sldId id="446"/>
            <p14:sldId id="445"/>
            <p14:sldId id="451"/>
            <p14:sldId id="407"/>
            <p14:sldId id="408"/>
            <p14:sldId id="409"/>
            <p14:sldId id="410"/>
            <p14:sldId id="452"/>
            <p14:sldId id="442"/>
            <p14:sldId id="411"/>
            <p14:sldId id="412"/>
            <p14:sldId id="449"/>
            <p14:sldId id="413"/>
            <p14:sldId id="414"/>
            <p14:sldId id="415"/>
            <p14:sldId id="416"/>
            <p14:sldId id="417"/>
            <p14:sldId id="418"/>
            <p14:sldId id="419"/>
            <p14:sldId id="420"/>
            <p14:sldId id="421"/>
            <p14:sldId id="497"/>
            <p14:sldId id="498"/>
            <p14:sldId id="499"/>
            <p14:sldId id="500"/>
            <p14:sldId id="426"/>
            <p14:sldId id="501"/>
            <p14:sldId id="502"/>
            <p14:sldId id="503"/>
            <p14:sldId id="430"/>
            <p14:sldId id="431"/>
            <p14:sldId id="432"/>
            <p14:sldId id="433"/>
            <p14:sldId id="434"/>
            <p14:sldId id="435"/>
            <p14:sldId id="436"/>
            <p14:sldId id="437"/>
            <p14:sldId id="438"/>
            <p14:sldId id="439"/>
            <p14:sldId id="440"/>
            <p14:sldId id="44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F1449"/>
    <a:srgbClr val="001B4D"/>
    <a:srgbClr val="FB6B53"/>
    <a:srgbClr val="FF6600"/>
    <a:srgbClr val="A2C1FE"/>
    <a:srgbClr val="A2FFA3"/>
    <a:srgbClr val="FFFF99"/>
    <a:srgbClr val="FFFF66"/>
    <a:srgbClr val="FCFEB9"/>
    <a:srgbClr val="CECE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F0FE54-82B2-4E16-BA22-A2D130144312}" v="2" dt="2023-11-06T04:59:07.6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279" autoAdjust="0"/>
    <p:restoredTop sz="94249" autoAdjust="0"/>
  </p:normalViewPr>
  <p:slideViewPr>
    <p:cSldViewPr snapToGrid="0">
      <p:cViewPr varScale="1">
        <p:scale>
          <a:sx n="109" d="100"/>
          <a:sy n="109" d="100"/>
        </p:scale>
        <p:origin x="654" y="96"/>
      </p:cViewPr>
      <p:guideLst/>
    </p:cSldViewPr>
  </p:slideViewPr>
  <p:outlineViewPr>
    <p:cViewPr>
      <p:scale>
        <a:sx n="33" d="100"/>
        <a:sy n="33" d="100"/>
      </p:scale>
      <p:origin x="0" y="-4056"/>
    </p:cViewPr>
  </p:outlineViewPr>
  <p:notesTextViewPr>
    <p:cViewPr>
      <p:scale>
        <a:sx n="1" d="1"/>
        <a:sy n="1" d="1"/>
      </p:scale>
      <p:origin x="0" y="0"/>
    </p:cViewPr>
  </p:notesTextViewPr>
  <p:sorterViewPr>
    <p:cViewPr varScale="1">
      <p:scale>
        <a:sx n="1" d="1"/>
        <a:sy n="1" d="1"/>
      </p:scale>
      <p:origin x="0" y="-13278"/>
    </p:cViewPr>
  </p:sorterViewPr>
  <p:notesViewPr>
    <p:cSldViewPr snapToGrid="0">
      <p:cViewPr varScale="1">
        <p:scale>
          <a:sx n="52" d="100"/>
          <a:sy n="52" d="100"/>
        </p:scale>
        <p:origin x="3006"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handoutMaster" Target="handoutMasters/handoutMaster1.xml"/><Relationship Id="rId75"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ilan Arabee Abdul Salam" userId="5bc04053-34d1-46af-a9d4-ff754460ad4b" providerId="ADAL" clId="{09F0FE54-82B2-4E16-BA22-A2D130144312}"/>
    <pc:docChg chg="addSld delSld modSld modSection">
      <pc:chgData name="Zailan Arabee Abdul Salam" userId="5bc04053-34d1-46af-a9d4-ff754460ad4b" providerId="ADAL" clId="{09F0FE54-82B2-4E16-BA22-A2D130144312}" dt="2023-11-06T04:59:16.295" v="3" actId="47"/>
      <pc:docMkLst>
        <pc:docMk/>
      </pc:docMkLst>
      <pc:sldChg chg="modSp add">
        <pc:chgData name="Zailan Arabee Abdul Salam" userId="5bc04053-34d1-46af-a9d4-ff754460ad4b" providerId="ADAL" clId="{09F0FE54-82B2-4E16-BA22-A2D130144312}" dt="2023-11-06T04:59:07.663" v="2" actId="207"/>
        <pc:sldMkLst>
          <pc:docMk/>
          <pc:sldMk cId="0" sldId="318"/>
        </pc:sldMkLst>
        <pc:spChg chg="mod">
          <ac:chgData name="Zailan Arabee Abdul Salam" userId="5bc04053-34d1-46af-a9d4-ff754460ad4b" providerId="ADAL" clId="{09F0FE54-82B2-4E16-BA22-A2D130144312}" dt="2023-11-06T04:59:07.663" v="2" actId="207"/>
          <ac:spMkLst>
            <pc:docMk/>
            <pc:sldMk cId="0" sldId="318"/>
            <ac:spMk id="4" creationId="{A5DFE4A3-08B6-4FB7-BCE6-37AD0E1A7C0F}"/>
          </ac:spMkLst>
        </pc:spChg>
      </pc:sldChg>
      <pc:sldChg chg="del">
        <pc:chgData name="Zailan Arabee Abdul Salam" userId="5bc04053-34d1-46af-a9d4-ff754460ad4b" providerId="ADAL" clId="{09F0FE54-82B2-4E16-BA22-A2D130144312}" dt="2023-11-06T04:59:16.295" v="3" actId="47"/>
        <pc:sldMkLst>
          <pc:docMk/>
          <pc:sldMk cId="2937824831" sldId="321"/>
        </pc:sldMkLst>
      </pc:sldChg>
      <pc:sldChg chg="add">
        <pc:chgData name="Zailan Arabee Abdul Salam" userId="5bc04053-34d1-46af-a9d4-ff754460ad4b" providerId="ADAL" clId="{09F0FE54-82B2-4E16-BA22-A2D130144312}" dt="2023-11-06T04:59:01.735" v="0"/>
        <pc:sldMkLst>
          <pc:docMk/>
          <pc:sldMk cId="3258952786" sldId="387"/>
        </pc:sldMkLst>
      </pc:sldChg>
      <pc:sldChg chg="add">
        <pc:chgData name="Zailan Arabee Abdul Salam" userId="5bc04053-34d1-46af-a9d4-ff754460ad4b" providerId="ADAL" clId="{09F0FE54-82B2-4E16-BA22-A2D130144312}" dt="2023-11-06T04:59:01.735" v="0"/>
        <pc:sldMkLst>
          <pc:docMk/>
          <pc:sldMk cId="1437241095" sldId="388"/>
        </pc:sldMkLst>
      </pc:sldChg>
      <pc:sldChg chg="add">
        <pc:chgData name="Zailan Arabee Abdul Salam" userId="5bc04053-34d1-46af-a9d4-ff754460ad4b" providerId="ADAL" clId="{09F0FE54-82B2-4E16-BA22-A2D130144312}" dt="2023-11-06T04:59:01.735" v="0"/>
        <pc:sldMkLst>
          <pc:docMk/>
          <pc:sldMk cId="3565446218" sldId="389"/>
        </pc:sldMkLst>
      </pc:sldChg>
      <pc:sldChg chg="add">
        <pc:chgData name="Zailan Arabee Abdul Salam" userId="5bc04053-34d1-46af-a9d4-ff754460ad4b" providerId="ADAL" clId="{09F0FE54-82B2-4E16-BA22-A2D130144312}" dt="2023-11-06T04:59:01.735" v="0"/>
        <pc:sldMkLst>
          <pc:docMk/>
          <pc:sldMk cId="2667481396" sldId="390"/>
        </pc:sldMkLst>
      </pc:sldChg>
      <pc:sldChg chg="add">
        <pc:chgData name="Zailan Arabee Abdul Salam" userId="5bc04053-34d1-46af-a9d4-ff754460ad4b" providerId="ADAL" clId="{09F0FE54-82B2-4E16-BA22-A2D130144312}" dt="2023-11-06T04:59:01.735" v="0"/>
        <pc:sldMkLst>
          <pc:docMk/>
          <pc:sldMk cId="695889501" sldId="391"/>
        </pc:sldMkLst>
      </pc:sldChg>
      <pc:sldChg chg="add">
        <pc:chgData name="Zailan Arabee Abdul Salam" userId="5bc04053-34d1-46af-a9d4-ff754460ad4b" providerId="ADAL" clId="{09F0FE54-82B2-4E16-BA22-A2D130144312}" dt="2023-11-06T04:59:01.735" v="0"/>
        <pc:sldMkLst>
          <pc:docMk/>
          <pc:sldMk cId="3275276182" sldId="392"/>
        </pc:sldMkLst>
      </pc:sldChg>
      <pc:sldChg chg="add">
        <pc:chgData name="Zailan Arabee Abdul Salam" userId="5bc04053-34d1-46af-a9d4-ff754460ad4b" providerId="ADAL" clId="{09F0FE54-82B2-4E16-BA22-A2D130144312}" dt="2023-11-06T04:59:01.735" v="0"/>
        <pc:sldMkLst>
          <pc:docMk/>
          <pc:sldMk cId="4166704820" sldId="393"/>
        </pc:sldMkLst>
      </pc:sldChg>
      <pc:sldChg chg="add">
        <pc:chgData name="Zailan Arabee Abdul Salam" userId="5bc04053-34d1-46af-a9d4-ff754460ad4b" providerId="ADAL" clId="{09F0FE54-82B2-4E16-BA22-A2D130144312}" dt="2023-11-06T04:59:01.735" v="0"/>
        <pc:sldMkLst>
          <pc:docMk/>
          <pc:sldMk cId="3284710965" sldId="394"/>
        </pc:sldMkLst>
      </pc:sldChg>
      <pc:sldChg chg="add">
        <pc:chgData name="Zailan Arabee Abdul Salam" userId="5bc04053-34d1-46af-a9d4-ff754460ad4b" providerId="ADAL" clId="{09F0FE54-82B2-4E16-BA22-A2D130144312}" dt="2023-11-06T04:59:01.735" v="0"/>
        <pc:sldMkLst>
          <pc:docMk/>
          <pc:sldMk cId="3214444879" sldId="395"/>
        </pc:sldMkLst>
      </pc:sldChg>
      <pc:sldChg chg="add">
        <pc:chgData name="Zailan Arabee Abdul Salam" userId="5bc04053-34d1-46af-a9d4-ff754460ad4b" providerId="ADAL" clId="{09F0FE54-82B2-4E16-BA22-A2D130144312}" dt="2023-11-06T04:59:01.735" v="0"/>
        <pc:sldMkLst>
          <pc:docMk/>
          <pc:sldMk cId="261088992" sldId="396"/>
        </pc:sldMkLst>
      </pc:sldChg>
      <pc:sldChg chg="add">
        <pc:chgData name="Zailan Arabee Abdul Salam" userId="5bc04053-34d1-46af-a9d4-ff754460ad4b" providerId="ADAL" clId="{09F0FE54-82B2-4E16-BA22-A2D130144312}" dt="2023-11-06T04:59:01.735" v="0"/>
        <pc:sldMkLst>
          <pc:docMk/>
          <pc:sldMk cId="855574011" sldId="397"/>
        </pc:sldMkLst>
      </pc:sldChg>
      <pc:sldChg chg="add">
        <pc:chgData name="Zailan Arabee Abdul Salam" userId="5bc04053-34d1-46af-a9d4-ff754460ad4b" providerId="ADAL" clId="{09F0FE54-82B2-4E16-BA22-A2D130144312}" dt="2023-11-06T04:59:01.735" v="0"/>
        <pc:sldMkLst>
          <pc:docMk/>
          <pc:sldMk cId="2665063798" sldId="398"/>
        </pc:sldMkLst>
      </pc:sldChg>
      <pc:sldChg chg="add">
        <pc:chgData name="Zailan Arabee Abdul Salam" userId="5bc04053-34d1-46af-a9d4-ff754460ad4b" providerId="ADAL" clId="{09F0FE54-82B2-4E16-BA22-A2D130144312}" dt="2023-11-06T04:59:01.735" v="0"/>
        <pc:sldMkLst>
          <pc:docMk/>
          <pc:sldMk cId="3888809857" sldId="399"/>
        </pc:sldMkLst>
      </pc:sldChg>
      <pc:sldChg chg="add">
        <pc:chgData name="Zailan Arabee Abdul Salam" userId="5bc04053-34d1-46af-a9d4-ff754460ad4b" providerId="ADAL" clId="{09F0FE54-82B2-4E16-BA22-A2D130144312}" dt="2023-11-06T04:59:01.735" v="0"/>
        <pc:sldMkLst>
          <pc:docMk/>
          <pc:sldMk cId="2914360291" sldId="400"/>
        </pc:sldMkLst>
      </pc:sldChg>
      <pc:sldChg chg="add">
        <pc:chgData name="Zailan Arabee Abdul Salam" userId="5bc04053-34d1-46af-a9d4-ff754460ad4b" providerId="ADAL" clId="{09F0FE54-82B2-4E16-BA22-A2D130144312}" dt="2023-11-06T04:59:01.735" v="0"/>
        <pc:sldMkLst>
          <pc:docMk/>
          <pc:sldMk cId="2438008836" sldId="401"/>
        </pc:sldMkLst>
      </pc:sldChg>
      <pc:sldChg chg="add">
        <pc:chgData name="Zailan Arabee Abdul Salam" userId="5bc04053-34d1-46af-a9d4-ff754460ad4b" providerId="ADAL" clId="{09F0FE54-82B2-4E16-BA22-A2D130144312}" dt="2023-11-06T04:59:01.735" v="0"/>
        <pc:sldMkLst>
          <pc:docMk/>
          <pc:sldMk cId="2392829795" sldId="402"/>
        </pc:sldMkLst>
      </pc:sldChg>
      <pc:sldChg chg="add">
        <pc:chgData name="Zailan Arabee Abdul Salam" userId="5bc04053-34d1-46af-a9d4-ff754460ad4b" providerId="ADAL" clId="{09F0FE54-82B2-4E16-BA22-A2D130144312}" dt="2023-11-06T04:59:01.735" v="0"/>
        <pc:sldMkLst>
          <pc:docMk/>
          <pc:sldMk cId="1895481509" sldId="403"/>
        </pc:sldMkLst>
      </pc:sldChg>
      <pc:sldChg chg="add">
        <pc:chgData name="Zailan Arabee Abdul Salam" userId="5bc04053-34d1-46af-a9d4-ff754460ad4b" providerId="ADAL" clId="{09F0FE54-82B2-4E16-BA22-A2D130144312}" dt="2023-11-06T04:59:01.735" v="0"/>
        <pc:sldMkLst>
          <pc:docMk/>
          <pc:sldMk cId="2151137720" sldId="404"/>
        </pc:sldMkLst>
      </pc:sldChg>
      <pc:sldChg chg="add">
        <pc:chgData name="Zailan Arabee Abdul Salam" userId="5bc04053-34d1-46af-a9d4-ff754460ad4b" providerId="ADAL" clId="{09F0FE54-82B2-4E16-BA22-A2D130144312}" dt="2023-11-06T04:59:01.735" v="0"/>
        <pc:sldMkLst>
          <pc:docMk/>
          <pc:sldMk cId="2572900434" sldId="405"/>
        </pc:sldMkLst>
      </pc:sldChg>
      <pc:sldChg chg="add">
        <pc:chgData name="Zailan Arabee Abdul Salam" userId="5bc04053-34d1-46af-a9d4-ff754460ad4b" providerId="ADAL" clId="{09F0FE54-82B2-4E16-BA22-A2D130144312}" dt="2023-11-06T04:59:01.735" v="0"/>
        <pc:sldMkLst>
          <pc:docMk/>
          <pc:sldMk cId="2752549955" sldId="406"/>
        </pc:sldMkLst>
      </pc:sldChg>
      <pc:sldChg chg="add">
        <pc:chgData name="Zailan Arabee Abdul Salam" userId="5bc04053-34d1-46af-a9d4-ff754460ad4b" providerId="ADAL" clId="{09F0FE54-82B2-4E16-BA22-A2D130144312}" dt="2023-11-06T04:59:01.735" v="0"/>
        <pc:sldMkLst>
          <pc:docMk/>
          <pc:sldMk cId="2173127240" sldId="407"/>
        </pc:sldMkLst>
      </pc:sldChg>
      <pc:sldChg chg="add">
        <pc:chgData name="Zailan Arabee Abdul Salam" userId="5bc04053-34d1-46af-a9d4-ff754460ad4b" providerId="ADAL" clId="{09F0FE54-82B2-4E16-BA22-A2D130144312}" dt="2023-11-06T04:59:01.735" v="0"/>
        <pc:sldMkLst>
          <pc:docMk/>
          <pc:sldMk cId="1032277344" sldId="408"/>
        </pc:sldMkLst>
      </pc:sldChg>
      <pc:sldChg chg="add">
        <pc:chgData name="Zailan Arabee Abdul Salam" userId="5bc04053-34d1-46af-a9d4-ff754460ad4b" providerId="ADAL" clId="{09F0FE54-82B2-4E16-BA22-A2D130144312}" dt="2023-11-06T04:59:01.735" v="0"/>
        <pc:sldMkLst>
          <pc:docMk/>
          <pc:sldMk cId="4179316397" sldId="409"/>
        </pc:sldMkLst>
      </pc:sldChg>
      <pc:sldChg chg="add">
        <pc:chgData name="Zailan Arabee Abdul Salam" userId="5bc04053-34d1-46af-a9d4-ff754460ad4b" providerId="ADAL" clId="{09F0FE54-82B2-4E16-BA22-A2D130144312}" dt="2023-11-06T04:59:01.735" v="0"/>
        <pc:sldMkLst>
          <pc:docMk/>
          <pc:sldMk cId="1863457104" sldId="410"/>
        </pc:sldMkLst>
      </pc:sldChg>
      <pc:sldChg chg="add">
        <pc:chgData name="Zailan Arabee Abdul Salam" userId="5bc04053-34d1-46af-a9d4-ff754460ad4b" providerId="ADAL" clId="{09F0FE54-82B2-4E16-BA22-A2D130144312}" dt="2023-11-06T04:59:01.735" v="0"/>
        <pc:sldMkLst>
          <pc:docMk/>
          <pc:sldMk cId="80887292" sldId="411"/>
        </pc:sldMkLst>
      </pc:sldChg>
      <pc:sldChg chg="add">
        <pc:chgData name="Zailan Arabee Abdul Salam" userId="5bc04053-34d1-46af-a9d4-ff754460ad4b" providerId="ADAL" clId="{09F0FE54-82B2-4E16-BA22-A2D130144312}" dt="2023-11-06T04:59:01.735" v="0"/>
        <pc:sldMkLst>
          <pc:docMk/>
          <pc:sldMk cId="4173530245" sldId="412"/>
        </pc:sldMkLst>
      </pc:sldChg>
      <pc:sldChg chg="add">
        <pc:chgData name="Zailan Arabee Abdul Salam" userId="5bc04053-34d1-46af-a9d4-ff754460ad4b" providerId="ADAL" clId="{09F0FE54-82B2-4E16-BA22-A2D130144312}" dt="2023-11-06T04:59:01.735" v="0"/>
        <pc:sldMkLst>
          <pc:docMk/>
          <pc:sldMk cId="702150465" sldId="413"/>
        </pc:sldMkLst>
      </pc:sldChg>
      <pc:sldChg chg="add">
        <pc:chgData name="Zailan Arabee Abdul Salam" userId="5bc04053-34d1-46af-a9d4-ff754460ad4b" providerId="ADAL" clId="{09F0FE54-82B2-4E16-BA22-A2D130144312}" dt="2023-11-06T04:59:01.735" v="0"/>
        <pc:sldMkLst>
          <pc:docMk/>
          <pc:sldMk cId="534452825" sldId="414"/>
        </pc:sldMkLst>
      </pc:sldChg>
      <pc:sldChg chg="add">
        <pc:chgData name="Zailan Arabee Abdul Salam" userId="5bc04053-34d1-46af-a9d4-ff754460ad4b" providerId="ADAL" clId="{09F0FE54-82B2-4E16-BA22-A2D130144312}" dt="2023-11-06T04:59:01.735" v="0"/>
        <pc:sldMkLst>
          <pc:docMk/>
          <pc:sldMk cId="2787948809" sldId="415"/>
        </pc:sldMkLst>
      </pc:sldChg>
      <pc:sldChg chg="add">
        <pc:chgData name="Zailan Arabee Abdul Salam" userId="5bc04053-34d1-46af-a9d4-ff754460ad4b" providerId="ADAL" clId="{09F0FE54-82B2-4E16-BA22-A2D130144312}" dt="2023-11-06T04:59:01.735" v="0"/>
        <pc:sldMkLst>
          <pc:docMk/>
          <pc:sldMk cId="3484892784" sldId="416"/>
        </pc:sldMkLst>
      </pc:sldChg>
      <pc:sldChg chg="add">
        <pc:chgData name="Zailan Arabee Abdul Salam" userId="5bc04053-34d1-46af-a9d4-ff754460ad4b" providerId="ADAL" clId="{09F0FE54-82B2-4E16-BA22-A2D130144312}" dt="2023-11-06T04:59:01.735" v="0"/>
        <pc:sldMkLst>
          <pc:docMk/>
          <pc:sldMk cId="832530118" sldId="417"/>
        </pc:sldMkLst>
      </pc:sldChg>
      <pc:sldChg chg="add">
        <pc:chgData name="Zailan Arabee Abdul Salam" userId="5bc04053-34d1-46af-a9d4-ff754460ad4b" providerId="ADAL" clId="{09F0FE54-82B2-4E16-BA22-A2D130144312}" dt="2023-11-06T04:59:01.735" v="0"/>
        <pc:sldMkLst>
          <pc:docMk/>
          <pc:sldMk cId="357978331" sldId="418"/>
        </pc:sldMkLst>
      </pc:sldChg>
      <pc:sldChg chg="add">
        <pc:chgData name="Zailan Arabee Abdul Salam" userId="5bc04053-34d1-46af-a9d4-ff754460ad4b" providerId="ADAL" clId="{09F0FE54-82B2-4E16-BA22-A2D130144312}" dt="2023-11-06T04:59:01.735" v="0"/>
        <pc:sldMkLst>
          <pc:docMk/>
          <pc:sldMk cId="2083271707" sldId="419"/>
        </pc:sldMkLst>
      </pc:sldChg>
      <pc:sldChg chg="add">
        <pc:chgData name="Zailan Arabee Abdul Salam" userId="5bc04053-34d1-46af-a9d4-ff754460ad4b" providerId="ADAL" clId="{09F0FE54-82B2-4E16-BA22-A2D130144312}" dt="2023-11-06T04:59:01.735" v="0"/>
        <pc:sldMkLst>
          <pc:docMk/>
          <pc:sldMk cId="1776033938" sldId="420"/>
        </pc:sldMkLst>
      </pc:sldChg>
      <pc:sldChg chg="add">
        <pc:chgData name="Zailan Arabee Abdul Salam" userId="5bc04053-34d1-46af-a9d4-ff754460ad4b" providerId="ADAL" clId="{09F0FE54-82B2-4E16-BA22-A2D130144312}" dt="2023-11-06T04:59:01.735" v="0"/>
        <pc:sldMkLst>
          <pc:docMk/>
          <pc:sldMk cId="1943832022" sldId="421"/>
        </pc:sldMkLst>
      </pc:sldChg>
      <pc:sldChg chg="del">
        <pc:chgData name="Zailan Arabee Abdul Salam" userId="5bc04053-34d1-46af-a9d4-ff754460ad4b" providerId="ADAL" clId="{09F0FE54-82B2-4E16-BA22-A2D130144312}" dt="2023-11-06T04:59:03.601" v="1" actId="47"/>
        <pc:sldMkLst>
          <pc:docMk/>
          <pc:sldMk cId="0" sldId="422"/>
        </pc:sldMkLst>
      </pc:sldChg>
      <pc:sldChg chg="del">
        <pc:chgData name="Zailan Arabee Abdul Salam" userId="5bc04053-34d1-46af-a9d4-ff754460ad4b" providerId="ADAL" clId="{09F0FE54-82B2-4E16-BA22-A2D130144312}" dt="2023-11-06T04:59:16.295" v="3" actId="47"/>
        <pc:sldMkLst>
          <pc:docMk/>
          <pc:sldMk cId="0" sldId="423"/>
        </pc:sldMkLst>
      </pc:sldChg>
      <pc:sldChg chg="del">
        <pc:chgData name="Zailan Arabee Abdul Salam" userId="5bc04053-34d1-46af-a9d4-ff754460ad4b" providerId="ADAL" clId="{09F0FE54-82B2-4E16-BA22-A2D130144312}" dt="2023-11-06T04:59:16.295" v="3" actId="47"/>
        <pc:sldMkLst>
          <pc:docMk/>
          <pc:sldMk cId="0" sldId="424"/>
        </pc:sldMkLst>
      </pc:sldChg>
      <pc:sldChg chg="del">
        <pc:chgData name="Zailan Arabee Abdul Salam" userId="5bc04053-34d1-46af-a9d4-ff754460ad4b" providerId="ADAL" clId="{09F0FE54-82B2-4E16-BA22-A2D130144312}" dt="2023-11-06T04:59:16.295" v="3" actId="47"/>
        <pc:sldMkLst>
          <pc:docMk/>
          <pc:sldMk cId="0" sldId="425"/>
        </pc:sldMkLst>
      </pc:sldChg>
      <pc:sldChg chg="add">
        <pc:chgData name="Zailan Arabee Abdul Salam" userId="5bc04053-34d1-46af-a9d4-ff754460ad4b" providerId="ADAL" clId="{09F0FE54-82B2-4E16-BA22-A2D130144312}" dt="2023-11-06T04:59:01.735" v="0"/>
        <pc:sldMkLst>
          <pc:docMk/>
          <pc:sldMk cId="1672027590" sldId="426"/>
        </pc:sldMkLst>
      </pc:sldChg>
      <pc:sldChg chg="del">
        <pc:chgData name="Zailan Arabee Abdul Salam" userId="5bc04053-34d1-46af-a9d4-ff754460ad4b" providerId="ADAL" clId="{09F0FE54-82B2-4E16-BA22-A2D130144312}" dt="2023-11-06T04:59:16.295" v="3" actId="47"/>
        <pc:sldMkLst>
          <pc:docMk/>
          <pc:sldMk cId="0" sldId="427"/>
        </pc:sldMkLst>
      </pc:sldChg>
      <pc:sldChg chg="del">
        <pc:chgData name="Zailan Arabee Abdul Salam" userId="5bc04053-34d1-46af-a9d4-ff754460ad4b" providerId="ADAL" clId="{09F0FE54-82B2-4E16-BA22-A2D130144312}" dt="2023-11-06T04:59:16.295" v="3" actId="47"/>
        <pc:sldMkLst>
          <pc:docMk/>
          <pc:sldMk cId="0" sldId="428"/>
        </pc:sldMkLst>
      </pc:sldChg>
      <pc:sldChg chg="del">
        <pc:chgData name="Zailan Arabee Abdul Salam" userId="5bc04053-34d1-46af-a9d4-ff754460ad4b" providerId="ADAL" clId="{09F0FE54-82B2-4E16-BA22-A2D130144312}" dt="2023-11-06T04:59:16.295" v="3" actId="47"/>
        <pc:sldMkLst>
          <pc:docMk/>
          <pc:sldMk cId="0" sldId="429"/>
        </pc:sldMkLst>
      </pc:sldChg>
      <pc:sldChg chg="add">
        <pc:chgData name="Zailan Arabee Abdul Salam" userId="5bc04053-34d1-46af-a9d4-ff754460ad4b" providerId="ADAL" clId="{09F0FE54-82B2-4E16-BA22-A2D130144312}" dt="2023-11-06T04:59:01.735" v="0"/>
        <pc:sldMkLst>
          <pc:docMk/>
          <pc:sldMk cId="2807947405" sldId="430"/>
        </pc:sldMkLst>
      </pc:sldChg>
      <pc:sldChg chg="add">
        <pc:chgData name="Zailan Arabee Abdul Salam" userId="5bc04053-34d1-46af-a9d4-ff754460ad4b" providerId="ADAL" clId="{09F0FE54-82B2-4E16-BA22-A2D130144312}" dt="2023-11-06T04:59:01.735" v="0"/>
        <pc:sldMkLst>
          <pc:docMk/>
          <pc:sldMk cId="1137312726" sldId="431"/>
        </pc:sldMkLst>
      </pc:sldChg>
      <pc:sldChg chg="add">
        <pc:chgData name="Zailan Arabee Abdul Salam" userId="5bc04053-34d1-46af-a9d4-ff754460ad4b" providerId="ADAL" clId="{09F0FE54-82B2-4E16-BA22-A2D130144312}" dt="2023-11-06T04:59:01.735" v="0"/>
        <pc:sldMkLst>
          <pc:docMk/>
          <pc:sldMk cId="1279446125" sldId="432"/>
        </pc:sldMkLst>
      </pc:sldChg>
      <pc:sldChg chg="add">
        <pc:chgData name="Zailan Arabee Abdul Salam" userId="5bc04053-34d1-46af-a9d4-ff754460ad4b" providerId="ADAL" clId="{09F0FE54-82B2-4E16-BA22-A2D130144312}" dt="2023-11-06T04:59:01.735" v="0"/>
        <pc:sldMkLst>
          <pc:docMk/>
          <pc:sldMk cId="1185433577" sldId="433"/>
        </pc:sldMkLst>
      </pc:sldChg>
      <pc:sldChg chg="add">
        <pc:chgData name="Zailan Arabee Abdul Salam" userId="5bc04053-34d1-46af-a9d4-ff754460ad4b" providerId="ADAL" clId="{09F0FE54-82B2-4E16-BA22-A2D130144312}" dt="2023-11-06T04:59:01.735" v="0"/>
        <pc:sldMkLst>
          <pc:docMk/>
          <pc:sldMk cId="3390789298" sldId="434"/>
        </pc:sldMkLst>
      </pc:sldChg>
      <pc:sldChg chg="add">
        <pc:chgData name="Zailan Arabee Abdul Salam" userId="5bc04053-34d1-46af-a9d4-ff754460ad4b" providerId="ADAL" clId="{09F0FE54-82B2-4E16-BA22-A2D130144312}" dt="2023-11-06T04:59:01.735" v="0"/>
        <pc:sldMkLst>
          <pc:docMk/>
          <pc:sldMk cId="2560316340" sldId="435"/>
        </pc:sldMkLst>
      </pc:sldChg>
      <pc:sldChg chg="add">
        <pc:chgData name="Zailan Arabee Abdul Salam" userId="5bc04053-34d1-46af-a9d4-ff754460ad4b" providerId="ADAL" clId="{09F0FE54-82B2-4E16-BA22-A2D130144312}" dt="2023-11-06T04:59:01.735" v="0"/>
        <pc:sldMkLst>
          <pc:docMk/>
          <pc:sldMk cId="1995400597" sldId="436"/>
        </pc:sldMkLst>
      </pc:sldChg>
      <pc:sldChg chg="add">
        <pc:chgData name="Zailan Arabee Abdul Salam" userId="5bc04053-34d1-46af-a9d4-ff754460ad4b" providerId="ADAL" clId="{09F0FE54-82B2-4E16-BA22-A2D130144312}" dt="2023-11-06T04:59:01.735" v="0"/>
        <pc:sldMkLst>
          <pc:docMk/>
          <pc:sldMk cId="4071484972" sldId="437"/>
        </pc:sldMkLst>
      </pc:sldChg>
      <pc:sldChg chg="add">
        <pc:chgData name="Zailan Arabee Abdul Salam" userId="5bc04053-34d1-46af-a9d4-ff754460ad4b" providerId="ADAL" clId="{09F0FE54-82B2-4E16-BA22-A2D130144312}" dt="2023-11-06T04:59:01.735" v="0"/>
        <pc:sldMkLst>
          <pc:docMk/>
          <pc:sldMk cId="2117600963" sldId="438"/>
        </pc:sldMkLst>
      </pc:sldChg>
      <pc:sldChg chg="add">
        <pc:chgData name="Zailan Arabee Abdul Salam" userId="5bc04053-34d1-46af-a9d4-ff754460ad4b" providerId="ADAL" clId="{09F0FE54-82B2-4E16-BA22-A2D130144312}" dt="2023-11-06T04:59:01.735" v="0"/>
        <pc:sldMkLst>
          <pc:docMk/>
          <pc:sldMk cId="2578132223" sldId="439"/>
        </pc:sldMkLst>
      </pc:sldChg>
      <pc:sldChg chg="add">
        <pc:chgData name="Zailan Arabee Abdul Salam" userId="5bc04053-34d1-46af-a9d4-ff754460ad4b" providerId="ADAL" clId="{09F0FE54-82B2-4E16-BA22-A2D130144312}" dt="2023-11-06T04:59:01.735" v="0"/>
        <pc:sldMkLst>
          <pc:docMk/>
          <pc:sldMk cId="3049061779" sldId="440"/>
        </pc:sldMkLst>
      </pc:sldChg>
      <pc:sldChg chg="add">
        <pc:chgData name="Zailan Arabee Abdul Salam" userId="5bc04053-34d1-46af-a9d4-ff754460ad4b" providerId="ADAL" clId="{09F0FE54-82B2-4E16-BA22-A2D130144312}" dt="2023-11-06T04:59:01.735" v="0"/>
        <pc:sldMkLst>
          <pc:docMk/>
          <pc:sldMk cId="2939516953" sldId="441"/>
        </pc:sldMkLst>
      </pc:sldChg>
      <pc:sldChg chg="add">
        <pc:chgData name="Zailan Arabee Abdul Salam" userId="5bc04053-34d1-46af-a9d4-ff754460ad4b" providerId="ADAL" clId="{09F0FE54-82B2-4E16-BA22-A2D130144312}" dt="2023-11-06T04:59:01.735" v="0"/>
        <pc:sldMkLst>
          <pc:docMk/>
          <pc:sldMk cId="2174007714" sldId="442"/>
        </pc:sldMkLst>
      </pc:sldChg>
      <pc:sldChg chg="add">
        <pc:chgData name="Zailan Arabee Abdul Salam" userId="5bc04053-34d1-46af-a9d4-ff754460ad4b" providerId="ADAL" clId="{09F0FE54-82B2-4E16-BA22-A2D130144312}" dt="2023-11-06T04:59:01.735" v="0"/>
        <pc:sldMkLst>
          <pc:docMk/>
          <pc:sldMk cId="878200241" sldId="444"/>
        </pc:sldMkLst>
      </pc:sldChg>
      <pc:sldChg chg="add">
        <pc:chgData name="Zailan Arabee Abdul Salam" userId="5bc04053-34d1-46af-a9d4-ff754460ad4b" providerId="ADAL" clId="{09F0FE54-82B2-4E16-BA22-A2D130144312}" dt="2023-11-06T04:59:01.735" v="0"/>
        <pc:sldMkLst>
          <pc:docMk/>
          <pc:sldMk cId="1286673987" sldId="445"/>
        </pc:sldMkLst>
      </pc:sldChg>
      <pc:sldChg chg="add">
        <pc:chgData name="Zailan Arabee Abdul Salam" userId="5bc04053-34d1-46af-a9d4-ff754460ad4b" providerId="ADAL" clId="{09F0FE54-82B2-4E16-BA22-A2D130144312}" dt="2023-11-06T04:59:01.735" v="0"/>
        <pc:sldMkLst>
          <pc:docMk/>
          <pc:sldMk cId="3869904787" sldId="446"/>
        </pc:sldMkLst>
      </pc:sldChg>
      <pc:sldChg chg="add">
        <pc:chgData name="Zailan Arabee Abdul Salam" userId="5bc04053-34d1-46af-a9d4-ff754460ad4b" providerId="ADAL" clId="{09F0FE54-82B2-4E16-BA22-A2D130144312}" dt="2023-11-06T04:59:01.735" v="0"/>
        <pc:sldMkLst>
          <pc:docMk/>
          <pc:sldMk cId="37301577" sldId="447"/>
        </pc:sldMkLst>
      </pc:sldChg>
      <pc:sldChg chg="add">
        <pc:chgData name="Zailan Arabee Abdul Salam" userId="5bc04053-34d1-46af-a9d4-ff754460ad4b" providerId="ADAL" clId="{09F0FE54-82B2-4E16-BA22-A2D130144312}" dt="2023-11-06T04:59:01.735" v="0"/>
        <pc:sldMkLst>
          <pc:docMk/>
          <pc:sldMk cId="750691978" sldId="449"/>
        </pc:sldMkLst>
      </pc:sldChg>
      <pc:sldChg chg="add">
        <pc:chgData name="Zailan Arabee Abdul Salam" userId="5bc04053-34d1-46af-a9d4-ff754460ad4b" providerId="ADAL" clId="{09F0FE54-82B2-4E16-BA22-A2D130144312}" dt="2023-11-06T04:59:01.735" v="0"/>
        <pc:sldMkLst>
          <pc:docMk/>
          <pc:sldMk cId="2221065829" sldId="451"/>
        </pc:sldMkLst>
      </pc:sldChg>
      <pc:sldChg chg="add">
        <pc:chgData name="Zailan Arabee Abdul Salam" userId="5bc04053-34d1-46af-a9d4-ff754460ad4b" providerId="ADAL" clId="{09F0FE54-82B2-4E16-BA22-A2D130144312}" dt="2023-11-06T04:59:01.735" v="0"/>
        <pc:sldMkLst>
          <pc:docMk/>
          <pc:sldMk cId="1586374491" sldId="452"/>
        </pc:sldMkLst>
      </pc:sldChg>
      <pc:sldChg chg="del">
        <pc:chgData name="Zailan Arabee Abdul Salam" userId="5bc04053-34d1-46af-a9d4-ff754460ad4b" providerId="ADAL" clId="{09F0FE54-82B2-4E16-BA22-A2D130144312}" dt="2023-11-06T04:59:16.295" v="3" actId="47"/>
        <pc:sldMkLst>
          <pc:docMk/>
          <pc:sldMk cId="0" sldId="471"/>
        </pc:sldMkLst>
      </pc:sldChg>
      <pc:sldChg chg="del">
        <pc:chgData name="Zailan Arabee Abdul Salam" userId="5bc04053-34d1-46af-a9d4-ff754460ad4b" providerId="ADAL" clId="{09F0FE54-82B2-4E16-BA22-A2D130144312}" dt="2023-11-06T04:59:16.295" v="3" actId="47"/>
        <pc:sldMkLst>
          <pc:docMk/>
          <pc:sldMk cId="0" sldId="472"/>
        </pc:sldMkLst>
      </pc:sldChg>
      <pc:sldChg chg="del">
        <pc:chgData name="Zailan Arabee Abdul Salam" userId="5bc04053-34d1-46af-a9d4-ff754460ad4b" providerId="ADAL" clId="{09F0FE54-82B2-4E16-BA22-A2D130144312}" dt="2023-11-06T04:59:16.295" v="3" actId="47"/>
        <pc:sldMkLst>
          <pc:docMk/>
          <pc:sldMk cId="0" sldId="473"/>
        </pc:sldMkLst>
      </pc:sldChg>
      <pc:sldChg chg="del">
        <pc:chgData name="Zailan Arabee Abdul Salam" userId="5bc04053-34d1-46af-a9d4-ff754460ad4b" providerId="ADAL" clId="{09F0FE54-82B2-4E16-BA22-A2D130144312}" dt="2023-11-06T04:59:16.295" v="3" actId="47"/>
        <pc:sldMkLst>
          <pc:docMk/>
          <pc:sldMk cId="0" sldId="474"/>
        </pc:sldMkLst>
      </pc:sldChg>
      <pc:sldChg chg="del">
        <pc:chgData name="Zailan Arabee Abdul Salam" userId="5bc04053-34d1-46af-a9d4-ff754460ad4b" providerId="ADAL" clId="{09F0FE54-82B2-4E16-BA22-A2D130144312}" dt="2023-11-06T04:59:16.295" v="3" actId="47"/>
        <pc:sldMkLst>
          <pc:docMk/>
          <pc:sldMk cId="0" sldId="475"/>
        </pc:sldMkLst>
      </pc:sldChg>
      <pc:sldChg chg="del">
        <pc:chgData name="Zailan Arabee Abdul Salam" userId="5bc04053-34d1-46af-a9d4-ff754460ad4b" providerId="ADAL" clId="{09F0FE54-82B2-4E16-BA22-A2D130144312}" dt="2023-11-06T04:59:16.295" v="3" actId="47"/>
        <pc:sldMkLst>
          <pc:docMk/>
          <pc:sldMk cId="0" sldId="476"/>
        </pc:sldMkLst>
      </pc:sldChg>
      <pc:sldChg chg="del">
        <pc:chgData name="Zailan Arabee Abdul Salam" userId="5bc04053-34d1-46af-a9d4-ff754460ad4b" providerId="ADAL" clId="{09F0FE54-82B2-4E16-BA22-A2D130144312}" dt="2023-11-06T04:59:16.295" v="3" actId="47"/>
        <pc:sldMkLst>
          <pc:docMk/>
          <pc:sldMk cId="0" sldId="477"/>
        </pc:sldMkLst>
      </pc:sldChg>
      <pc:sldChg chg="del">
        <pc:chgData name="Zailan Arabee Abdul Salam" userId="5bc04053-34d1-46af-a9d4-ff754460ad4b" providerId="ADAL" clId="{09F0FE54-82B2-4E16-BA22-A2D130144312}" dt="2023-11-06T04:59:16.295" v="3" actId="47"/>
        <pc:sldMkLst>
          <pc:docMk/>
          <pc:sldMk cId="2755726583" sldId="478"/>
        </pc:sldMkLst>
      </pc:sldChg>
      <pc:sldChg chg="del">
        <pc:chgData name="Zailan Arabee Abdul Salam" userId="5bc04053-34d1-46af-a9d4-ff754460ad4b" providerId="ADAL" clId="{09F0FE54-82B2-4E16-BA22-A2D130144312}" dt="2023-11-06T04:59:16.295" v="3" actId="47"/>
        <pc:sldMkLst>
          <pc:docMk/>
          <pc:sldMk cId="3358647978" sldId="479"/>
        </pc:sldMkLst>
      </pc:sldChg>
      <pc:sldChg chg="del">
        <pc:chgData name="Zailan Arabee Abdul Salam" userId="5bc04053-34d1-46af-a9d4-ff754460ad4b" providerId="ADAL" clId="{09F0FE54-82B2-4E16-BA22-A2D130144312}" dt="2023-11-06T04:59:16.295" v="3" actId="47"/>
        <pc:sldMkLst>
          <pc:docMk/>
          <pc:sldMk cId="372360413" sldId="480"/>
        </pc:sldMkLst>
      </pc:sldChg>
      <pc:sldChg chg="del">
        <pc:chgData name="Zailan Arabee Abdul Salam" userId="5bc04053-34d1-46af-a9d4-ff754460ad4b" providerId="ADAL" clId="{09F0FE54-82B2-4E16-BA22-A2D130144312}" dt="2023-11-06T04:59:16.295" v="3" actId="47"/>
        <pc:sldMkLst>
          <pc:docMk/>
          <pc:sldMk cId="0" sldId="481"/>
        </pc:sldMkLst>
      </pc:sldChg>
      <pc:sldChg chg="del">
        <pc:chgData name="Zailan Arabee Abdul Salam" userId="5bc04053-34d1-46af-a9d4-ff754460ad4b" providerId="ADAL" clId="{09F0FE54-82B2-4E16-BA22-A2D130144312}" dt="2023-11-06T04:59:16.295" v="3" actId="47"/>
        <pc:sldMkLst>
          <pc:docMk/>
          <pc:sldMk cId="0" sldId="482"/>
        </pc:sldMkLst>
      </pc:sldChg>
      <pc:sldChg chg="del">
        <pc:chgData name="Zailan Arabee Abdul Salam" userId="5bc04053-34d1-46af-a9d4-ff754460ad4b" providerId="ADAL" clId="{09F0FE54-82B2-4E16-BA22-A2D130144312}" dt="2023-11-06T04:59:16.295" v="3" actId="47"/>
        <pc:sldMkLst>
          <pc:docMk/>
          <pc:sldMk cId="0" sldId="483"/>
        </pc:sldMkLst>
      </pc:sldChg>
      <pc:sldChg chg="del">
        <pc:chgData name="Zailan Arabee Abdul Salam" userId="5bc04053-34d1-46af-a9d4-ff754460ad4b" providerId="ADAL" clId="{09F0FE54-82B2-4E16-BA22-A2D130144312}" dt="2023-11-06T04:59:16.295" v="3" actId="47"/>
        <pc:sldMkLst>
          <pc:docMk/>
          <pc:sldMk cId="0" sldId="484"/>
        </pc:sldMkLst>
      </pc:sldChg>
      <pc:sldChg chg="del">
        <pc:chgData name="Zailan Arabee Abdul Salam" userId="5bc04053-34d1-46af-a9d4-ff754460ad4b" providerId="ADAL" clId="{09F0FE54-82B2-4E16-BA22-A2D130144312}" dt="2023-11-06T04:59:16.295" v="3" actId="47"/>
        <pc:sldMkLst>
          <pc:docMk/>
          <pc:sldMk cId="0" sldId="485"/>
        </pc:sldMkLst>
      </pc:sldChg>
      <pc:sldChg chg="del">
        <pc:chgData name="Zailan Arabee Abdul Salam" userId="5bc04053-34d1-46af-a9d4-ff754460ad4b" providerId="ADAL" clId="{09F0FE54-82B2-4E16-BA22-A2D130144312}" dt="2023-11-06T04:59:16.295" v="3" actId="47"/>
        <pc:sldMkLst>
          <pc:docMk/>
          <pc:sldMk cId="0" sldId="486"/>
        </pc:sldMkLst>
      </pc:sldChg>
      <pc:sldChg chg="del">
        <pc:chgData name="Zailan Arabee Abdul Salam" userId="5bc04053-34d1-46af-a9d4-ff754460ad4b" providerId="ADAL" clId="{09F0FE54-82B2-4E16-BA22-A2D130144312}" dt="2023-11-06T04:59:16.295" v="3" actId="47"/>
        <pc:sldMkLst>
          <pc:docMk/>
          <pc:sldMk cId="0" sldId="487"/>
        </pc:sldMkLst>
      </pc:sldChg>
      <pc:sldChg chg="del">
        <pc:chgData name="Zailan Arabee Abdul Salam" userId="5bc04053-34d1-46af-a9d4-ff754460ad4b" providerId="ADAL" clId="{09F0FE54-82B2-4E16-BA22-A2D130144312}" dt="2023-11-06T04:59:16.295" v="3" actId="47"/>
        <pc:sldMkLst>
          <pc:docMk/>
          <pc:sldMk cId="0" sldId="488"/>
        </pc:sldMkLst>
      </pc:sldChg>
      <pc:sldChg chg="del">
        <pc:chgData name="Zailan Arabee Abdul Salam" userId="5bc04053-34d1-46af-a9d4-ff754460ad4b" providerId="ADAL" clId="{09F0FE54-82B2-4E16-BA22-A2D130144312}" dt="2023-11-06T04:59:16.295" v="3" actId="47"/>
        <pc:sldMkLst>
          <pc:docMk/>
          <pc:sldMk cId="0" sldId="489"/>
        </pc:sldMkLst>
      </pc:sldChg>
      <pc:sldChg chg="del">
        <pc:chgData name="Zailan Arabee Abdul Salam" userId="5bc04053-34d1-46af-a9d4-ff754460ad4b" providerId="ADAL" clId="{09F0FE54-82B2-4E16-BA22-A2D130144312}" dt="2023-11-06T04:59:16.295" v="3" actId="47"/>
        <pc:sldMkLst>
          <pc:docMk/>
          <pc:sldMk cId="0" sldId="490"/>
        </pc:sldMkLst>
      </pc:sldChg>
      <pc:sldChg chg="del">
        <pc:chgData name="Zailan Arabee Abdul Salam" userId="5bc04053-34d1-46af-a9d4-ff754460ad4b" providerId="ADAL" clId="{09F0FE54-82B2-4E16-BA22-A2D130144312}" dt="2023-11-06T04:59:16.295" v="3" actId="47"/>
        <pc:sldMkLst>
          <pc:docMk/>
          <pc:sldMk cId="0" sldId="491"/>
        </pc:sldMkLst>
      </pc:sldChg>
      <pc:sldChg chg="del">
        <pc:chgData name="Zailan Arabee Abdul Salam" userId="5bc04053-34d1-46af-a9d4-ff754460ad4b" providerId="ADAL" clId="{09F0FE54-82B2-4E16-BA22-A2D130144312}" dt="2023-11-06T04:59:16.295" v="3" actId="47"/>
        <pc:sldMkLst>
          <pc:docMk/>
          <pc:sldMk cId="0" sldId="492"/>
        </pc:sldMkLst>
      </pc:sldChg>
      <pc:sldChg chg="del">
        <pc:chgData name="Zailan Arabee Abdul Salam" userId="5bc04053-34d1-46af-a9d4-ff754460ad4b" providerId="ADAL" clId="{09F0FE54-82B2-4E16-BA22-A2D130144312}" dt="2023-11-06T04:59:16.295" v="3" actId="47"/>
        <pc:sldMkLst>
          <pc:docMk/>
          <pc:sldMk cId="0" sldId="493"/>
        </pc:sldMkLst>
      </pc:sldChg>
      <pc:sldChg chg="del">
        <pc:chgData name="Zailan Arabee Abdul Salam" userId="5bc04053-34d1-46af-a9d4-ff754460ad4b" providerId="ADAL" clId="{09F0FE54-82B2-4E16-BA22-A2D130144312}" dt="2023-11-06T04:59:16.295" v="3" actId="47"/>
        <pc:sldMkLst>
          <pc:docMk/>
          <pc:sldMk cId="0" sldId="494"/>
        </pc:sldMkLst>
      </pc:sldChg>
      <pc:sldChg chg="del">
        <pc:chgData name="Zailan Arabee Abdul Salam" userId="5bc04053-34d1-46af-a9d4-ff754460ad4b" providerId="ADAL" clId="{09F0FE54-82B2-4E16-BA22-A2D130144312}" dt="2023-11-06T04:59:16.295" v="3" actId="47"/>
        <pc:sldMkLst>
          <pc:docMk/>
          <pc:sldMk cId="0" sldId="495"/>
        </pc:sldMkLst>
      </pc:sldChg>
      <pc:sldChg chg="del">
        <pc:chgData name="Zailan Arabee Abdul Salam" userId="5bc04053-34d1-46af-a9d4-ff754460ad4b" providerId="ADAL" clId="{09F0FE54-82B2-4E16-BA22-A2D130144312}" dt="2023-11-06T04:59:16.295" v="3" actId="47"/>
        <pc:sldMkLst>
          <pc:docMk/>
          <pc:sldMk cId="0" sldId="496"/>
        </pc:sldMkLst>
      </pc:sldChg>
      <pc:sldChg chg="add">
        <pc:chgData name="Zailan Arabee Abdul Salam" userId="5bc04053-34d1-46af-a9d4-ff754460ad4b" providerId="ADAL" clId="{09F0FE54-82B2-4E16-BA22-A2D130144312}" dt="2023-11-06T04:59:01.735" v="0"/>
        <pc:sldMkLst>
          <pc:docMk/>
          <pc:sldMk cId="2303722514" sldId="497"/>
        </pc:sldMkLst>
      </pc:sldChg>
      <pc:sldChg chg="add">
        <pc:chgData name="Zailan Arabee Abdul Salam" userId="5bc04053-34d1-46af-a9d4-ff754460ad4b" providerId="ADAL" clId="{09F0FE54-82B2-4E16-BA22-A2D130144312}" dt="2023-11-06T04:59:01.735" v="0"/>
        <pc:sldMkLst>
          <pc:docMk/>
          <pc:sldMk cId="1904997648" sldId="498"/>
        </pc:sldMkLst>
      </pc:sldChg>
      <pc:sldChg chg="add">
        <pc:chgData name="Zailan Arabee Abdul Salam" userId="5bc04053-34d1-46af-a9d4-ff754460ad4b" providerId="ADAL" clId="{09F0FE54-82B2-4E16-BA22-A2D130144312}" dt="2023-11-06T04:59:01.735" v="0"/>
        <pc:sldMkLst>
          <pc:docMk/>
          <pc:sldMk cId="2586457689" sldId="499"/>
        </pc:sldMkLst>
      </pc:sldChg>
      <pc:sldChg chg="add">
        <pc:chgData name="Zailan Arabee Abdul Salam" userId="5bc04053-34d1-46af-a9d4-ff754460ad4b" providerId="ADAL" clId="{09F0FE54-82B2-4E16-BA22-A2D130144312}" dt="2023-11-06T04:59:01.735" v="0"/>
        <pc:sldMkLst>
          <pc:docMk/>
          <pc:sldMk cId="3349740203" sldId="500"/>
        </pc:sldMkLst>
      </pc:sldChg>
      <pc:sldChg chg="add">
        <pc:chgData name="Zailan Arabee Abdul Salam" userId="5bc04053-34d1-46af-a9d4-ff754460ad4b" providerId="ADAL" clId="{09F0FE54-82B2-4E16-BA22-A2D130144312}" dt="2023-11-06T04:59:01.735" v="0"/>
        <pc:sldMkLst>
          <pc:docMk/>
          <pc:sldMk cId="2039543439" sldId="501"/>
        </pc:sldMkLst>
      </pc:sldChg>
      <pc:sldChg chg="add">
        <pc:chgData name="Zailan Arabee Abdul Salam" userId="5bc04053-34d1-46af-a9d4-ff754460ad4b" providerId="ADAL" clId="{09F0FE54-82B2-4E16-BA22-A2D130144312}" dt="2023-11-06T04:59:01.735" v="0"/>
        <pc:sldMkLst>
          <pc:docMk/>
          <pc:sldMk cId="2751271311" sldId="502"/>
        </pc:sldMkLst>
      </pc:sldChg>
      <pc:sldChg chg="add">
        <pc:chgData name="Zailan Arabee Abdul Salam" userId="5bc04053-34d1-46af-a9d4-ff754460ad4b" providerId="ADAL" clId="{09F0FE54-82B2-4E16-BA22-A2D130144312}" dt="2023-11-06T04:59:01.735" v="0"/>
        <pc:sldMkLst>
          <pc:docMk/>
          <pc:sldMk cId="1061446575" sldId="503"/>
        </pc:sldMkLst>
      </pc:sldChg>
    </pc:docChg>
  </pc:docChgLst>
  <pc:docChgLst>
    <pc:chgData name="Zailan Arabee Abdul Salam" userId="5bc04053-34d1-46af-a9d4-ff754460ad4b" providerId="ADAL" clId="{A0333D6F-5E67-435A-B1D3-C03FF9393500}"/>
    <pc:docChg chg="addSld delSld modSld modSection">
      <pc:chgData name="Zailan Arabee Abdul Salam" userId="5bc04053-34d1-46af-a9d4-ff754460ad4b" providerId="ADAL" clId="{A0333D6F-5E67-435A-B1D3-C03FF9393500}" dt="2023-10-30T03:31:00.820" v="2" actId="47"/>
      <pc:docMkLst>
        <pc:docMk/>
      </pc:docMkLst>
      <pc:sldChg chg="add">
        <pc:chgData name="Zailan Arabee Abdul Salam" userId="5bc04053-34d1-46af-a9d4-ff754460ad4b" providerId="ADAL" clId="{A0333D6F-5E67-435A-B1D3-C03FF9393500}" dt="2023-10-30T03:30:40.571" v="0"/>
        <pc:sldMkLst>
          <pc:docMk/>
          <pc:sldMk cId="2937824831" sldId="321"/>
        </pc:sldMkLst>
      </pc:sldChg>
      <pc:sldChg chg="del">
        <pc:chgData name="Zailan Arabee Abdul Salam" userId="5bc04053-34d1-46af-a9d4-ff754460ad4b" providerId="ADAL" clId="{A0333D6F-5E67-435A-B1D3-C03FF9393500}" dt="2023-10-30T03:31:00.820" v="2" actId="47"/>
        <pc:sldMkLst>
          <pc:docMk/>
          <pc:sldMk cId="0" sldId="342"/>
        </pc:sldMkLst>
      </pc:sldChg>
      <pc:sldChg chg="del">
        <pc:chgData name="Zailan Arabee Abdul Salam" userId="5bc04053-34d1-46af-a9d4-ff754460ad4b" providerId="ADAL" clId="{A0333D6F-5E67-435A-B1D3-C03FF9393500}" dt="2023-10-30T03:31:00.820" v="2" actId="47"/>
        <pc:sldMkLst>
          <pc:docMk/>
          <pc:sldMk cId="0" sldId="364"/>
        </pc:sldMkLst>
      </pc:sldChg>
      <pc:sldChg chg="del">
        <pc:chgData name="Zailan Arabee Abdul Salam" userId="5bc04053-34d1-46af-a9d4-ff754460ad4b" providerId="ADAL" clId="{A0333D6F-5E67-435A-B1D3-C03FF9393500}" dt="2023-10-30T03:30:42.447" v="1" actId="47"/>
        <pc:sldMkLst>
          <pc:docMk/>
          <pc:sldMk cId="0" sldId="367"/>
        </pc:sldMkLst>
      </pc:sldChg>
      <pc:sldChg chg="del">
        <pc:chgData name="Zailan Arabee Abdul Salam" userId="5bc04053-34d1-46af-a9d4-ff754460ad4b" providerId="ADAL" clId="{A0333D6F-5E67-435A-B1D3-C03FF9393500}" dt="2023-10-30T03:31:00.820" v="2" actId="47"/>
        <pc:sldMkLst>
          <pc:docMk/>
          <pc:sldMk cId="0" sldId="368"/>
        </pc:sldMkLst>
      </pc:sldChg>
      <pc:sldChg chg="del">
        <pc:chgData name="Zailan Arabee Abdul Salam" userId="5bc04053-34d1-46af-a9d4-ff754460ad4b" providerId="ADAL" clId="{A0333D6F-5E67-435A-B1D3-C03FF9393500}" dt="2023-10-30T03:31:00.820" v="2" actId="47"/>
        <pc:sldMkLst>
          <pc:docMk/>
          <pc:sldMk cId="0" sldId="373"/>
        </pc:sldMkLst>
      </pc:sldChg>
      <pc:sldChg chg="del">
        <pc:chgData name="Zailan Arabee Abdul Salam" userId="5bc04053-34d1-46af-a9d4-ff754460ad4b" providerId="ADAL" clId="{A0333D6F-5E67-435A-B1D3-C03FF9393500}" dt="2023-10-30T03:31:00.820" v="2" actId="47"/>
        <pc:sldMkLst>
          <pc:docMk/>
          <pc:sldMk cId="0" sldId="377"/>
        </pc:sldMkLst>
      </pc:sldChg>
      <pc:sldChg chg="del">
        <pc:chgData name="Zailan Arabee Abdul Salam" userId="5bc04053-34d1-46af-a9d4-ff754460ad4b" providerId="ADAL" clId="{A0333D6F-5E67-435A-B1D3-C03FF9393500}" dt="2023-10-30T03:31:00.820" v="2" actId="47"/>
        <pc:sldMkLst>
          <pc:docMk/>
          <pc:sldMk cId="0" sldId="379"/>
        </pc:sldMkLst>
      </pc:sldChg>
      <pc:sldChg chg="del">
        <pc:chgData name="Zailan Arabee Abdul Salam" userId="5bc04053-34d1-46af-a9d4-ff754460ad4b" providerId="ADAL" clId="{A0333D6F-5E67-435A-B1D3-C03FF9393500}" dt="2023-10-30T03:31:00.820" v="2" actId="47"/>
        <pc:sldMkLst>
          <pc:docMk/>
          <pc:sldMk cId="0" sldId="382"/>
        </pc:sldMkLst>
      </pc:sldChg>
      <pc:sldChg chg="del">
        <pc:chgData name="Zailan Arabee Abdul Salam" userId="5bc04053-34d1-46af-a9d4-ff754460ad4b" providerId="ADAL" clId="{A0333D6F-5E67-435A-B1D3-C03FF9393500}" dt="2023-10-30T03:31:00.820" v="2" actId="47"/>
        <pc:sldMkLst>
          <pc:docMk/>
          <pc:sldMk cId="0" sldId="384"/>
        </pc:sldMkLst>
      </pc:sldChg>
      <pc:sldChg chg="del">
        <pc:chgData name="Zailan Arabee Abdul Salam" userId="5bc04053-34d1-46af-a9d4-ff754460ad4b" providerId="ADAL" clId="{A0333D6F-5E67-435A-B1D3-C03FF9393500}" dt="2023-10-30T03:31:00.820" v="2" actId="47"/>
        <pc:sldMkLst>
          <pc:docMk/>
          <pc:sldMk cId="0" sldId="385"/>
        </pc:sldMkLst>
      </pc:sldChg>
      <pc:sldChg chg="del">
        <pc:chgData name="Zailan Arabee Abdul Salam" userId="5bc04053-34d1-46af-a9d4-ff754460ad4b" providerId="ADAL" clId="{A0333D6F-5E67-435A-B1D3-C03FF9393500}" dt="2023-10-30T03:31:00.820" v="2" actId="47"/>
        <pc:sldMkLst>
          <pc:docMk/>
          <pc:sldMk cId="0" sldId="386"/>
        </pc:sldMkLst>
      </pc:sldChg>
      <pc:sldChg chg="del">
        <pc:chgData name="Zailan Arabee Abdul Salam" userId="5bc04053-34d1-46af-a9d4-ff754460ad4b" providerId="ADAL" clId="{A0333D6F-5E67-435A-B1D3-C03FF9393500}" dt="2023-10-30T03:31:00.820" v="2" actId="47"/>
        <pc:sldMkLst>
          <pc:docMk/>
          <pc:sldMk cId="0" sldId="387"/>
        </pc:sldMkLst>
      </pc:sldChg>
      <pc:sldChg chg="del">
        <pc:chgData name="Zailan Arabee Abdul Salam" userId="5bc04053-34d1-46af-a9d4-ff754460ad4b" providerId="ADAL" clId="{A0333D6F-5E67-435A-B1D3-C03FF9393500}" dt="2023-10-30T03:31:00.820" v="2" actId="47"/>
        <pc:sldMkLst>
          <pc:docMk/>
          <pc:sldMk cId="0" sldId="388"/>
        </pc:sldMkLst>
      </pc:sldChg>
      <pc:sldChg chg="del">
        <pc:chgData name="Zailan Arabee Abdul Salam" userId="5bc04053-34d1-46af-a9d4-ff754460ad4b" providerId="ADAL" clId="{A0333D6F-5E67-435A-B1D3-C03FF9393500}" dt="2023-10-30T03:31:00.820" v="2" actId="47"/>
        <pc:sldMkLst>
          <pc:docMk/>
          <pc:sldMk cId="0" sldId="389"/>
        </pc:sldMkLst>
      </pc:sldChg>
      <pc:sldChg chg="del">
        <pc:chgData name="Zailan Arabee Abdul Salam" userId="5bc04053-34d1-46af-a9d4-ff754460ad4b" providerId="ADAL" clId="{A0333D6F-5E67-435A-B1D3-C03FF9393500}" dt="2023-10-30T03:31:00.820" v="2" actId="47"/>
        <pc:sldMkLst>
          <pc:docMk/>
          <pc:sldMk cId="0" sldId="390"/>
        </pc:sldMkLst>
      </pc:sldChg>
      <pc:sldChg chg="del">
        <pc:chgData name="Zailan Arabee Abdul Salam" userId="5bc04053-34d1-46af-a9d4-ff754460ad4b" providerId="ADAL" clId="{A0333D6F-5E67-435A-B1D3-C03FF9393500}" dt="2023-10-30T03:31:00.820" v="2" actId="47"/>
        <pc:sldMkLst>
          <pc:docMk/>
          <pc:sldMk cId="0" sldId="395"/>
        </pc:sldMkLst>
      </pc:sldChg>
      <pc:sldChg chg="del">
        <pc:chgData name="Zailan Arabee Abdul Salam" userId="5bc04053-34d1-46af-a9d4-ff754460ad4b" providerId="ADAL" clId="{A0333D6F-5E67-435A-B1D3-C03FF9393500}" dt="2023-10-30T03:31:00.820" v="2" actId="47"/>
        <pc:sldMkLst>
          <pc:docMk/>
          <pc:sldMk cId="0" sldId="396"/>
        </pc:sldMkLst>
      </pc:sldChg>
      <pc:sldChg chg="del">
        <pc:chgData name="Zailan Arabee Abdul Salam" userId="5bc04053-34d1-46af-a9d4-ff754460ad4b" providerId="ADAL" clId="{A0333D6F-5E67-435A-B1D3-C03FF9393500}" dt="2023-10-30T03:31:00.820" v="2" actId="47"/>
        <pc:sldMkLst>
          <pc:docMk/>
          <pc:sldMk cId="0" sldId="397"/>
        </pc:sldMkLst>
      </pc:sldChg>
      <pc:sldChg chg="del">
        <pc:chgData name="Zailan Arabee Abdul Salam" userId="5bc04053-34d1-46af-a9d4-ff754460ad4b" providerId="ADAL" clId="{A0333D6F-5E67-435A-B1D3-C03FF9393500}" dt="2023-10-30T03:31:00.820" v="2" actId="47"/>
        <pc:sldMkLst>
          <pc:docMk/>
          <pc:sldMk cId="0" sldId="398"/>
        </pc:sldMkLst>
      </pc:sldChg>
      <pc:sldChg chg="del">
        <pc:chgData name="Zailan Arabee Abdul Salam" userId="5bc04053-34d1-46af-a9d4-ff754460ad4b" providerId="ADAL" clId="{A0333D6F-5E67-435A-B1D3-C03FF9393500}" dt="2023-10-30T03:31:00.820" v="2" actId="47"/>
        <pc:sldMkLst>
          <pc:docMk/>
          <pc:sldMk cId="0" sldId="399"/>
        </pc:sldMkLst>
      </pc:sldChg>
      <pc:sldChg chg="del">
        <pc:chgData name="Zailan Arabee Abdul Salam" userId="5bc04053-34d1-46af-a9d4-ff754460ad4b" providerId="ADAL" clId="{A0333D6F-5E67-435A-B1D3-C03FF9393500}" dt="2023-10-30T03:31:00.820" v="2" actId="47"/>
        <pc:sldMkLst>
          <pc:docMk/>
          <pc:sldMk cId="0" sldId="400"/>
        </pc:sldMkLst>
      </pc:sldChg>
      <pc:sldChg chg="del">
        <pc:chgData name="Zailan Arabee Abdul Salam" userId="5bc04053-34d1-46af-a9d4-ff754460ad4b" providerId="ADAL" clId="{A0333D6F-5E67-435A-B1D3-C03FF9393500}" dt="2023-10-30T03:31:00.820" v="2" actId="47"/>
        <pc:sldMkLst>
          <pc:docMk/>
          <pc:sldMk cId="0" sldId="401"/>
        </pc:sldMkLst>
      </pc:sldChg>
      <pc:sldChg chg="del">
        <pc:chgData name="Zailan Arabee Abdul Salam" userId="5bc04053-34d1-46af-a9d4-ff754460ad4b" providerId="ADAL" clId="{A0333D6F-5E67-435A-B1D3-C03FF9393500}" dt="2023-10-30T03:31:00.820" v="2" actId="47"/>
        <pc:sldMkLst>
          <pc:docMk/>
          <pc:sldMk cId="0" sldId="402"/>
        </pc:sldMkLst>
      </pc:sldChg>
      <pc:sldChg chg="del">
        <pc:chgData name="Zailan Arabee Abdul Salam" userId="5bc04053-34d1-46af-a9d4-ff754460ad4b" providerId="ADAL" clId="{A0333D6F-5E67-435A-B1D3-C03FF9393500}" dt="2023-10-30T03:31:00.820" v="2" actId="47"/>
        <pc:sldMkLst>
          <pc:docMk/>
          <pc:sldMk cId="0" sldId="403"/>
        </pc:sldMkLst>
      </pc:sldChg>
      <pc:sldChg chg="del">
        <pc:chgData name="Zailan Arabee Abdul Salam" userId="5bc04053-34d1-46af-a9d4-ff754460ad4b" providerId="ADAL" clId="{A0333D6F-5E67-435A-B1D3-C03FF9393500}" dt="2023-10-30T03:31:00.820" v="2" actId="47"/>
        <pc:sldMkLst>
          <pc:docMk/>
          <pc:sldMk cId="0" sldId="404"/>
        </pc:sldMkLst>
      </pc:sldChg>
      <pc:sldChg chg="add">
        <pc:chgData name="Zailan Arabee Abdul Salam" userId="5bc04053-34d1-46af-a9d4-ff754460ad4b" providerId="ADAL" clId="{A0333D6F-5E67-435A-B1D3-C03FF9393500}" dt="2023-10-30T03:30:40.571" v="0"/>
        <pc:sldMkLst>
          <pc:docMk/>
          <pc:sldMk cId="0" sldId="422"/>
        </pc:sldMkLst>
      </pc:sldChg>
      <pc:sldChg chg="add">
        <pc:chgData name="Zailan Arabee Abdul Salam" userId="5bc04053-34d1-46af-a9d4-ff754460ad4b" providerId="ADAL" clId="{A0333D6F-5E67-435A-B1D3-C03FF9393500}" dt="2023-10-30T03:30:40.571" v="0"/>
        <pc:sldMkLst>
          <pc:docMk/>
          <pc:sldMk cId="0" sldId="423"/>
        </pc:sldMkLst>
      </pc:sldChg>
      <pc:sldChg chg="add">
        <pc:chgData name="Zailan Arabee Abdul Salam" userId="5bc04053-34d1-46af-a9d4-ff754460ad4b" providerId="ADAL" clId="{A0333D6F-5E67-435A-B1D3-C03FF9393500}" dt="2023-10-30T03:30:40.571" v="0"/>
        <pc:sldMkLst>
          <pc:docMk/>
          <pc:sldMk cId="0" sldId="424"/>
        </pc:sldMkLst>
      </pc:sldChg>
      <pc:sldChg chg="add">
        <pc:chgData name="Zailan Arabee Abdul Salam" userId="5bc04053-34d1-46af-a9d4-ff754460ad4b" providerId="ADAL" clId="{A0333D6F-5E67-435A-B1D3-C03FF9393500}" dt="2023-10-30T03:30:40.571" v="0"/>
        <pc:sldMkLst>
          <pc:docMk/>
          <pc:sldMk cId="0" sldId="425"/>
        </pc:sldMkLst>
      </pc:sldChg>
      <pc:sldChg chg="del">
        <pc:chgData name="Zailan Arabee Abdul Salam" userId="5bc04053-34d1-46af-a9d4-ff754460ad4b" providerId="ADAL" clId="{A0333D6F-5E67-435A-B1D3-C03FF9393500}" dt="2023-10-30T03:31:00.820" v="2" actId="47"/>
        <pc:sldMkLst>
          <pc:docMk/>
          <pc:sldMk cId="0" sldId="426"/>
        </pc:sldMkLst>
      </pc:sldChg>
      <pc:sldChg chg="add">
        <pc:chgData name="Zailan Arabee Abdul Salam" userId="5bc04053-34d1-46af-a9d4-ff754460ad4b" providerId="ADAL" clId="{A0333D6F-5E67-435A-B1D3-C03FF9393500}" dt="2023-10-30T03:30:40.571" v="0"/>
        <pc:sldMkLst>
          <pc:docMk/>
          <pc:sldMk cId="0" sldId="427"/>
        </pc:sldMkLst>
      </pc:sldChg>
      <pc:sldChg chg="add">
        <pc:chgData name="Zailan Arabee Abdul Salam" userId="5bc04053-34d1-46af-a9d4-ff754460ad4b" providerId="ADAL" clId="{A0333D6F-5E67-435A-B1D3-C03FF9393500}" dt="2023-10-30T03:30:40.571" v="0"/>
        <pc:sldMkLst>
          <pc:docMk/>
          <pc:sldMk cId="0" sldId="428"/>
        </pc:sldMkLst>
      </pc:sldChg>
      <pc:sldChg chg="add">
        <pc:chgData name="Zailan Arabee Abdul Salam" userId="5bc04053-34d1-46af-a9d4-ff754460ad4b" providerId="ADAL" clId="{A0333D6F-5E67-435A-B1D3-C03FF9393500}" dt="2023-10-30T03:30:40.571" v="0"/>
        <pc:sldMkLst>
          <pc:docMk/>
          <pc:sldMk cId="0" sldId="429"/>
        </pc:sldMkLst>
      </pc:sldChg>
      <pc:sldChg chg="del">
        <pc:chgData name="Zailan Arabee Abdul Salam" userId="5bc04053-34d1-46af-a9d4-ff754460ad4b" providerId="ADAL" clId="{A0333D6F-5E67-435A-B1D3-C03FF9393500}" dt="2023-10-30T03:31:00.820" v="2" actId="47"/>
        <pc:sldMkLst>
          <pc:docMk/>
          <pc:sldMk cId="0" sldId="430"/>
        </pc:sldMkLst>
      </pc:sldChg>
      <pc:sldChg chg="del">
        <pc:chgData name="Zailan Arabee Abdul Salam" userId="5bc04053-34d1-46af-a9d4-ff754460ad4b" providerId="ADAL" clId="{A0333D6F-5E67-435A-B1D3-C03FF9393500}" dt="2023-10-30T03:31:00.820" v="2" actId="47"/>
        <pc:sldMkLst>
          <pc:docMk/>
          <pc:sldMk cId="0" sldId="432"/>
        </pc:sldMkLst>
      </pc:sldChg>
      <pc:sldChg chg="del">
        <pc:chgData name="Zailan Arabee Abdul Salam" userId="5bc04053-34d1-46af-a9d4-ff754460ad4b" providerId="ADAL" clId="{A0333D6F-5E67-435A-B1D3-C03FF9393500}" dt="2023-10-30T03:31:00.820" v="2" actId="47"/>
        <pc:sldMkLst>
          <pc:docMk/>
          <pc:sldMk cId="0" sldId="433"/>
        </pc:sldMkLst>
      </pc:sldChg>
      <pc:sldChg chg="del">
        <pc:chgData name="Zailan Arabee Abdul Salam" userId="5bc04053-34d1-46af-a9d4-ff754460ad4b" providerId="ADAL" clId="{A0333D6F-5E67-435A-B1D3-C03FF9393500}" dt="2023-10-30T03:31:00.820" v="2" actId="47"/>
        <pc:sldMkLst>
          <pc:docMk/>
          <pc:sldMk cId="0" sldId="434"/>
        </pc:sldMkLst>
      </pc:sldChg>
      <pc:sldChg chg="del">
        <pc:chgData name="Zailan Arabee Abdul Salam" userId="5bc04053-34d1-46af-a9d4-ff754460ad4b" providerId="ADAL" clId="{A0333D6F-5E67-435A-B1D3-C03FF9393500}" dt="2023-10-30T03:31:00.820" v="2" actId="47"/>
        <pc:sldMkLst>
          <pc:docMk/>
          <pc:sldMk cId="0" sldId="435"/>
        </pc:sldMkLst>
      </pc:sldChg>
      <pc:sldChg chg="del">
        <pc:chgData name="Zailan Arabee Abdul Salam" userId="5bc04053-34d1-46af-a9d4-ff754460ad4b" providerId="ADAL" clId="{A0333D6F-5E67-435A-B1D3-C03FF9393500}" dt="2023-10-30T03:31:00.820" v="2" actId="47"/>
        <pc:sldMkLst>
          <pc:docMk/>
          <pc:sldMk cId="0" sldId="436"/>
        </pc:sldMkLst>
      </pc:sldChg>
      <pc:sldChg chg="del">
        <pc:chgData name="Zailan Arabee Abdul Salam" userId="5bc04053-34d1-46af-a9d4-ff754460ad4b" providerId="ADAL" clId="{A0333D6F-5E67-435A-B1D3-C03FF9393500}" dt="2023-10-30T03:31:00.820" v="2" actId="47"/>
        <pc:sldMkLst>
          <pc:docMk/>
          <pc:sldMk cId="0" sldId="437"/>
        </pc:sldMkLst>
      </pc:sldChg>
      <pc:sldChg chg="del">
        <pc:chgData name="Zailan Arabee Abdul Salam" userId="5bc04053-34d1-46af-a9d4-ff754460ad4b" providerId="ADAL" clId="{A0333D6F-5E67-435A-B1D3-C03FF9393500}" dt="2023-10-30T03:31:00.820" v="2" actId="47"/>
        <pc:sldMkLst>
          <pc:docMk/>
          <pc:sldMk cId="0" sldId="438"/>
        </pc:sldMkLst>
      </pc:sldChg>
      <pc:sldChg chg="del">
        <pc:chgData name="Zailan Arabee Abdul Salam" userId="5bc04053-34d1-46af-a9d4-ff754460ad4b" providerId="ADAL" clId="{A0333D6F-5E67-435A-B1D3-C03FF9393500}" dt="2023-10-30T03:31:00.820" v="2" actId="47"/>
        <pc:sldMkLst>
          <pc:docMk/>
          <pc:sldMk cId="0" sldId="439"/>
        </pc:sldMkLst>
      </pc:sldChg>
      <pc:sldChg chg="del">
        <pc:chgData name="Zailan Arabee Abdul Salam" userId="5bc04053-34d1-46af-a9d4-ff754460ad4b" providerId="ADAL" clId="{A0333D6F-5E67-435A-B1D3-C03FF9393500}" dt="2023-10-30T03:31:00.820" v="2" actId="47"/>
        <pc:sldMkLst>
          <pc:docMk/>
          <pc:sldMk cId="0" sldId="440"/>
        </pc:sldMkLst>
      </pc:sldChg>
      <pc:sldChg chg="del">
        <pc:chgData name="Zailan Arabee Abdul Salam" userId="5bc04053-34d1-46af-a9d4-ff754460ad4b" providerId="ADAL" clId="{A0333D6F-5E67-435A-B1D3-C03FF9393500}" dt="2023-10-30T03:31:00.820" v="2" actId="47"/>
        <pc:sldMkLst>
          <pc:docMk/>
          <pc:sldMk cId="0" sldId="441"/>
        </pc:sldMkLst>
      </pc:sldChg>
      <pc:sldChg chg="del">
        <pc:chgData name="Zailan Arabee Abdul Salam" userId="5bc04053-34d1-46af-a9d4-ff754460ad4b" providerId="ADAL" clId="{A0333D6F-5E67-435A-B1D3-C03FF9393500}" dt="2023-10-30T03:31:00.820" v="2" actId="47"/>
        <pc:sldMkLst>
          <pc:docMk/>
          <pc:sldMk cId="0" sldId="442"/>
        </pc:sldMkLst>
      </pc:sldChg>
      <pc:sldChg chg="del">
        <pc:chgData name="Zailan Arabee Abdul Salam" userId="5bc04053-34d1-46af-a9d4-ff754460ad4b" providerId="ADAL" clId="{A0333D6F-5E67-435A-B1D3-C03FF9393500}" dt="2023-10-30T03:31:00.820" v="2" actId="47"/>
        <pc:sldMkLst>
          <pc:docMk/>
          <pc:sldMk cId="0" sldId="443"/>
        </pc:sldMkLst>
      </pc:sldChg>
      <pc:sldChg chg="del">
        <pc:chgData name="Zailan Arabee Abdul Salam" userId="5bc04053-34d1-46af-a9d4-ff754460ad4b" providerId="ADAL" clId="{A0333D6F-5E67-435A-B1D3-C03FF9393500}" dt="2023-10-30T03:31:00.820" v="2" actId="47"/>
        <pc:sldMkLst>
          <pc:docMk/>
          <pc:sldMk cId="0" sldId="444"/>
        </pc:sldMkLst>
      </pc:sldChg>
      <pc:sldChg chg="del">
        <pc:chgData name="Zailan Arabee Abdul Salam" userId="5bc04053-34d1-46af-a9d4-ff754460ad4b" providerId="ADAL" clId="{A0333D6F-5E67-435A-B1D3-C03FF9393500}" dt="2023-10-30T03:31:00.820" v="2" actId="47"/>
        <pc:sldMkLst>
          <pc:docMk/>
          <pc:sldMk cId="0" sldId="445"/>
        </pc:sldMkLst>
      </pc:sldChg>
      <pc:sldChg chg="del">
        <pc:chgData name="Zailan Arabee Abdul Salam" userId="5bc04053-34d1-46af-a9d4-ff754460ad4b" providerId="ADAL" clId="{A0333D6F-5E67-435A-B1D3-C03FF9393500}" dt="2023-10-30T03:31:00.820" v="2" actId="47"/>
        <pc:sldMkLst>
          <pc:docMk/>
          <pc:sldMk cId="0" sldId="446"/>
        </pc:sldMkLst>
      </pc:sldChg>
      <pc:sldChg chg="del">
        <pc:chgData name="Zailan Arabee Abdul Salam" userId="5bc04053-34d1-46af-a9d4-ff754460ad4b" providerId="ADAL" clId="{A0333D6F-5E67-435A-B1D3-C03FF9393500}" dt="2023-10-30T03:31:00.820" v="2" actId="47"/>
        <pc:sldMkLst>
          <pc:docMk/>
          <pc:sldMk cId="0" sldId="447"/>
        </pc:sldMkLst>
      </pc:sldChg>
      <pc:sldChg chg="del">
        <pc:chgData name="Zailan Arabee Abdul Salam" userId="5bc04053-34d1-46af-a9d4-ff754460ad4b" providerId="ADAL" clId="{A0333D6F-5E67-435A-B1D3-C03FF9393500}" dt="2023-10-30T03:31:00.820" v="2" actId="47"/>
        <pc:sldMkLst>
          <pc:docMk/>
          <pc:sldMk cId="0" sldId="448"/>
        </pc:sldMkLst>
      </pc:sldChg>
      <pc:sldChg chg="del">
        <pc:chgData name="Zailan Arabee Abdul Salam" userId="5bc04053-34d1-46af-a9d4-ff754460ad4b" providerId="ADAL" clId="{A0333D6F-5E67-435A-B1D3-C03FF9393500}" dt="2023-10-30T03:31:00.820" v="2" actId="47"/>
        <pc:sldMkLst>
          <pc:docMk/>
          <pc:sldMk cId="0" sldId="449"/>
        </pc:sldMkLst>
      </pc:sldChg>
      <pc:sldChg chg="del">
        <pc:chgData name="Zailan Arabee Abdul Salam" userId="5bc04053-34d1-46af-a9d4-ff754460ad4b" providerId="ADAL" clId="{A0333D6F-5E67-435A-B1D3-C03FF9393500}" dt="2023-10-30T03:31:00.820" v="2" actId="47"/>
        <pc:sldMkLst>
          <pc:docMk/>
          <pc:sldMk cId="0" sldId="450"/>
        </pc:sldMkLst>
      </pc:sldChg>
      <pc:sldChg chg="del">
        <pc:chgData name="Zailan Arabee Abdul Salam" userId="5bc04053-34d1-46af-a9d4-ff754460ad4b" providerId="ADAL" clId="{A0333D6F-5E67-435A-B1D3-C03FF9393500}" dt="2023-10-30T03:31:00.820" v="2" actId="47"/>
        <pc:sldMkLst>
          <pc:docMk/>
          <pc:sldMk cId="0" sldId="451"/>
        </pc:sldMkLst>
      </pc:sldChg>
      <pc:sldChg chg="del">
        <pc:chgData name="Zailan Arabee Abdul Salam" userId="5bc04053-34d1-46af-a9d4-ff754460ad4b" providerId="ADAL" clId="{A0333D6F-5E67-435A-B1D3-C03FF9393500}" dt="2023-10-30T03:31:00.820" v="2" actId="47"/>
        <pc:sldMkLst>
          <pc:docMk/>
          <pc:sldMk cId="0" sldId="452"/>
        </pc:sldMkLst>
      </pc:sldChg>
      <pc:sldChg chg="del">
        <pc:chgData name="Zailan Arabee Abdul Salam" userId="5bc04053-34d1-46af-a9d4-ff754460ad4b" providerId="ADAL" clId="{A0333D6F-5E67-435A-B1D3-C03FF9393500}" dt="2023-10-30T03:31:00.820" v="2" actId="47"/>
        <pc:sldMkLst>
          <pc:docMk/>
          <pc:sldMk cId="0" sldId="453"/>
        </pc:sldMkLst>
      </pc:sldChg>
      <pc:sldChg chg="del">
        <pc:chgData name="Zailan Arabee Abdul Salam" userId="5bc04053-34d1-46af-a9d4-ff754460ad4b" providerId="ADAL" clId="{A0333D6F-5E67-435A-B1D3-C03FF9393500}" dt="2023-10-30T03:31:00.820" v="2" actId="47"/>
        <pc:sldMkLst>
          <pc:docMk/>
          <pc:sldMk cId="0" sldId="454"/>
        </pc:sldMkLst>
      </pc:sldChg>
      <pc:sldChg chg="del">
        <pc:chgData name="Zailan Arabee Abdul Salam" userId="5bc04053-34d1-46af-a9d4-ff754460ad4b" providerId="ADAL" clId="{A0333D6F-5E67-435A-B1D3-C03FF9393500}" dt="2023-10-30T03:31:00.820" v="2" actId="47"/>
        <pc:sldMkLst>
          <pc:docMk/>
          <pc:sldMk cId="0" sldId="455"/>
        </pc:sldMkLst>
      </pc:sldChg>
      <pc:sldChg chg="del">
        <pc:chgData name="Zailan Arabee Abdul Salam" userId="5bc04053-34d1-46af-a9d4-ff754460ad4b" providerId="ADAL" clId="{A0333D6F-5E67-435A-B1D3-C03FF9393500}" dt="2023-10-30T03:31:00.820" v="2" actId="47"/>
        <pc:sldMkLst>
          <pc:docMk/>
          <pc:sldMk cId="0" sldId="456"/>
        </pc:sldMkLst>
      </pc:sldChg>
      <pc:sldChg chg="del">
        <pc:chgData name="Zailan Arabee Abdul Salam" userId="5bc04053-34d1-46af-a9d4-ff754460ad4b" providerId="ADAL" clId="{A0333D6F-5E67-435A-B1D3-C03FF9393500}" dt="2023-10-30T03:31:00.820" v="2" actId="47"/>
        <pc:sldMkLst>
          <pc:docMk/>
          <pc:sldMk cId="0" sldId="457"/>
        </pc:sldMkLst>
      </pc:sldChg>
      <pc:sldChg chg="del">
        <pc:chgData name="Zailan Arabee Abdul Salam" userId="5bc04053-34d1-46af-a9d4-ff754460ad4b" providerId="ADAL" clId="{A0333D6F-5E67-435A-B1D3-C03FF9393500}" dt="2023-10-30T03:31:00.820" v="2" actId="47"/>
        <pc:sldMkLst>
          <pc:docMk/>
          <pc:sldMk cId="0" sldId="458"/>
        </pc:sldMkLst>
      </pc:sldChg>
      <pc:sldChg chg="del">
        <pc:chgData name="Zailan Arabee Abdul Salam" userId="5bc04053-34d1-46af-a9d4-ff754460ad4b" providerId="ADAL" clId="{A0333D6F-5E67-435A-B1D3-C03FF9393500}" dt="2023-10-30T03:31:00.820" v="2" actId="47"/>
        <pc:sldMkLst>
          <pc:docMk/>
          <pc:sldMk cId="0" sldId="459"/>
        </pc:sldMkLst>
      </pc:sldChg>
      <pc:sldChg chg="del">
        <pc:chgData name="Zailan Arabee Abdul Salam" userId="5bc04053-34d1-46af-a9d4-ff754460ad4b" providerId="ADAL" clId="{A0333D6F-5E67-435A-B1D3-C03FF9393500}" dt="2023-10-30T03:31:00.820" v="2" actId="47"/>
        <pc:sldMkLst>
          <pc:docMk/>
          <pc:sldMk cId="0" sldId="460"/>
        </pc:sldMkLst>
      </pc:sldChg>
      <pc:sldChg chg="del">
        <pc:chgData name="Zailan Arabee Abdul Salam" userId="5bc04053-34d1-46af-a9d4-ff754460ad4b" providerId="ADAL" clId="{A0333D6F-5E67-435A-B1D3-C03FF9393500}" dt="2023-10-30T03:31:00.820" v="2" actId="47"/>
        <pc:sldMkLst>
          <pc:docMk/>
          <pc:sldMk cId="0" sldId="461"/>
        </pc:sldMkLst>
      </pc:sldChg>
      <pc:sldChg chg="del">
        <pc:chgData name="Zailan Arabee Abdul Salam" userId="5bc04053-34d1-46af-a9d4-ff754460ad4b" providerId="ADAL" clId="{A0333D6F-5E67-435A-B1D3-C03FF9393500}" dt="2023-10-30T03:31:00.820" v="2" actId="47"/>
        <pc:sldMkLst>
          <pc:docMk/>
          <pc:sldMk cId="0" sldId="462"/>
        </pc:sldMkLst>
      </pc:sldChg>
      <pc:sldChg chg="del">
        <pc:chgData name="Zailan Arabee Abdul Salam" userId="5bc04053-34d1-46af-a9d4-ff754460ad4b" providerId="ADAL" clId="{A0333D6F-5E67-435A-B1D3-C03FF9393500}" dt="2023-10-30T03:31:00.820" v="2" actId="47"/>
        <pc:sldMkLst>
          <pc:docMk/>
          <pc:sldMk cId="0" sldId="463"/>
        </pc:sldMkLst>
      </pc:sldChg>
      <pc:sldChg chg="del">
        <pc:chgData name="Zailan Arabee Abdul Salam" userId="5bc04053-34d1-46af-a9d4-ff754460ad4b" providerId="ADAL" clId="{A0333D6F-5E67-435A-B1D3-C03FF9393500}" dt="2023-10-30T03:31:00.820" v="2" actId="47"/>
        <pc:sldMkLst>
          <pc:docMk/>
          <pc:sldMk cId="0" sldId="464"/>
        </pc:sldMkLst>
      </pc:sldChg>
      <pc:sldChg chg="del">
        <pc:chgData name="Zailan Arabee Abdul Salam" userId="5bc04053-34d1-46af-a9d4-ff754460ad4b" providerId="ADAL" clId="{A0333D6F-5E67-435A-B1D3-C03FF9393500}" dt="2023-10-30T03:31:00.820" v="2" actId="47"/>
        <pc:sldMkLst>
          <pc:docMk/>
          <pc:sldMk cId="0" sldId="465"/>
        </pc:sldMkLst>
      </pc:sldChg>
      <pc:sldChg chg="del">
        <pc:chgData name="Zailan Arabee Abdul Salam" userId="5bc04053-34d1-46af-a9d4-ff754460ad4b" providerId="ADAL" clId="{A0333D6F-5E67-435A-B1D3-C03FF9393500}" dt="2023-10-30T03:31:00.820" v="2" actId="47"/>
        <pc:sldMkLst>
          <pc:docMk/>
          <pc:sldMk cId="0" sldId="466"/>
        </pc:sldMkLst>
      </pc:sldChg>
      <pc:sldChg chg="del">
        <pc:chgData name="Zailan Arabee Abdul Salam" userId="5bc04053-34d1-46af-a9d4-ff754460ad4b" providerId="ADAL" clId="{A0333D6F-5E67-435A-B1D3-C03FF9393500}" dt="2023-10-30T03:31:00.820" v="2" actId="47"/>
        <pc:sldMkLst>
          <pc:docMk/>
          <pc:sldMk cId="0" sldId="467"/>
        </pc:sldMkLst>
      </pc:sldChg>
      <pc:sldChg chg="del">
        <pc:chgData name="Zailan Arabee Abdul Salam" userId="5bc04053-34d1-46af-a9d4-ff754460ad4b" providerId="ADAL" clId="{A0333D6F-5E67-435A-B1D3-C03FF9393500}" dt="2023-10-30T03:31:00.820" v="2" actId="47"/>
        <pc:sldMkLst>
          <pc:docMk/>
          <pc:sldMk cId="0" sldId="468"/>
        </pc:sldMkLst>
      </pc:sldChg>
      <pc:sldChg chg="del">
        <pc:chgData name="Zailan Arabee Abdul Salam" userId="5bc04053-34d1-46af-a9d4-ff754460ad4b" providerId="ADAL" clId="{A0333D6F-5E67-435A-B1D3-C03FF9393500}" dt="2023-10-30T03:31:00.820" v="2" actId="47"/>
        <pc:sldMkLst>
          <pc:docMk/>
          <pc:sldMk cId="0" sldId="469"/>
        </pc:sldMkLst>
      </pc:sldChg>
      <pc:sldChg chg="del">
        <pc:chgData name="Zailan Arabee Abdul Salam" userId="5bc04053-34d1-46af-a9d4-ff754460ad4b" providerId="ADAL" clId="{A0333D6F-5E67-435A-B1D3-C03FF9393500}" dt="2023-10-30T03:31:00.820" v="2" actId="47"/>
        <pc:sldMkLst>
          <pc:docMk/>
          <pc:sldMk cId="0" sldId="470"/>
        </pc:sldMkLst>
      </pc:sldChg>
      <pc:sldChg chg="add">
        <pc:chgData name="Zailan Arabee Abdul Salam" userId="5bc04053-34d1-46af-a9d4-ff754460ad4b" providerId="ADAL" clId="{A0333D6F-5E67-435A-B1D3-C03FF9393500}" dt="2023-10-30T03:30:40.571" v="0"/>
        <pc:sldMkLst>
          <pc:docMk/>
          <pc:sldMk cId="0" sldId="471"/>
        </pc:sldMkLst>
      </pc:sldChg>
      <pc:sldChg chg="add">
        <pc:chgData name="Zailan Arabee Abdul Salam" userId="5bc04053-34d1-46af-a9d4-ff754460ad4b" providerId="ADAL" clId="{A0333D6F-5E67-435A-B1D3-C03FF9393500}" dt="2023-10-30T03:30:40.571" v="0"/>
        <pc:sldMkLst>
          <pc:docMk/>
          <pc:sldMk cId="0" sldId="472"/>
        </pc:sldMkLst>
      </pc:sldChg>
      <pc:sldChg chg="add">
        <pc:chgData name="Zailan Arabee Abdul Salam" userId="5bc04053-34d1-46af-a9d4-ff754460ad4b" providerId="ADAL" clId="{A0333D6F-5E67-435A-B1D3-C03FF9393500}" dt="2023-10-30T03:30:40.571" v="0"/>
        <pc:sldMkLst>
          <pc:docMk/>
          <pc:sldMk cId="0" sldId="473"/>
        </pc:sldMkLst>
      </pc:sldChg>
      <pc:sldChg chg="add">
        <pc:chgData name="Zailan Arabee Abdul Salam" userId="5bc04053-34d1-46af-a9d4-ff754460ad4b" providerId="ADAL" clId="{A0333D6F-5E67-435A-B1D3-C03FF9393500}" dt="2023-10-30T03:30:40.571" v="0"/>
        <pc:sldMkLst>
          <pc:docMk/>
          <pc:sldMk cId="0" sldId="474"/>
        </pc:sldMkLst>
      </pc:sldChg>
      <pc:sldChg chg="add">
        <pc:chgData name="Zailan Arabee Abdul Salam" userId="5bc04053-34d1-46af-a9d4-ff754460ad4b" providerId="ADAL" clId="{A0333D6F-5E67-435A-B1D3-C03FF9393500}" dt="2023-10-30T03:30:40.571" v="0"/>
        <pc:sldMkLst>
          <pc:docMk/>
          <pc:sldMk cId="0" sldId="475"/>
        </pc:sldMkLst>
      </pc:sldChg>
      <pc:sldChg chg="add">
        <pc:chgData name="Zailan Arabee Abdul Salam" userId="5bc04053-34d1-46af-a9d4-ff754460ad4b" providerId="ADAL" clId="{A0333D6F-5E67-435A-B1D3-C03FF9393500}" dt="2023-10-30T03:30:40.571" v="0"/>
        <pc:sldMkLst>
          <pc:docMk/>
          <pc:sldMk cId="0" sldId="476"/>
        </pc:sldMkLst>
      </pc:sldChg>
      <pc:sldChg chg="add">
        <pc:chgData name="Zailan Arabee Abdul Salam" userId="5bc04053-34d1-46af-a9d4-ff754460ad4b" providerId="ADAL" clId="{A0333D6F-5E67-435A-B1D3-C03FF9393500}" dt="2023-10-30T03:30:40.571" v="0"/>
        <pc:sldMkLst>
          <pc:docMk/>
          <pc:sldMk cId="0" sldId="477"/>
        </pc:sldMkLst>
      </pc:sldChg>
      <pc:sldChg chg="add">
        <pc:chgData name="Zailan Arabee Abdul Salam" userId="5bc04053-34d1-46af-a9d4-ff754460ad4b" providerId="ADAL" clId="{A0333D6F-5E67-435A-B1D3-C03FF9393500}" dt="2023-10-30T03:30:40.571" v="0"/>
        <pc:sldMkLst>
          <pc:docMk/>
          <pc:sldMk cId="2755726583" sldId="478"/>
        </pc:sldMkLst>
      </pc:sldChg>
      <pc:sldChg chg="add">
        <pc:chgData name="Zailan Arabee Abdul Salam" userId="5bc04053-34d1-46af-a9d4-ff754460ad4b" providerId="ADAL" clId="{A0333D6F-5E67-435A-B1D3-C03FF9393500}" dt="2023-10-30T03:30:40.571" v="0"/>
        <pc:sldMkLst>
          <pc:docMk/>
          <pc:sldMk cId="3358647978" sldId="479"/>
        </pc:sldMkLst>
      </pc:sldChg>
      <pc:sldChg chg="add">
        <pc:chgData name="Zailan Arabee Abdul Salam" userId="5bc04053-34d1-46af-a9d4-ff754460ad4b" providerId="ADAL" clId="{A0333D6F-5E67-435A-B1D3-C03FF9393500}" dt="2023-10-30T03:30:40.571" v="0"/>
        <pc:sldMkLst>
          <pc:docMk/>
          <pc:sldMk cId="372360413" sldId="480"/>
        </pc:sldMkLst>
      </pc:sldChg>
      <pc:sldChg chg="add">
        <pc:chgData name="Zailan Arabee Abdul Salam" userId="5bc04053-34d1-46af-a9d4-ff754460ad4b" providerId="ADAL" clId="{A0333D6F-5E67-435A-B1D3-C03FF9393500}" dt="2023-10-30T03:30:40.571" v="0"/>
        <pc:sldMkLst>
          <pc:docMk/>
          <pc:sldMk cId="0" sldId="481"/>
        </pc:sldMkLst>
      </pc:sldChg>
      <pc:sldChg chg="add">
        <pc:chgData name="Zailan Arabee Abdul Salam" userId="5bc04053-34d1-46af-a9d4-ff754460ad4b" providerId="ADAL" clId="{A0333D6F-5E67-435A-B1D3-C03FF9393500}" dt="2023-10-30T03:30:40.571" v="0"/>
        <pc:sldMkLst>
          <pc:docMk/>
          <pc:sldMk cId="0" sldId="482"/>
        </pc:sldMkLst>
      </pc:sldChg>
      <pc:sldChg chg="add">
        <pc:chgData name="Zailan Arabee Abdul Salam" userId="5bc04053-34d1-46af-a9d4-ff754460ad4b" providerId="ADAL" clId="{A0333D6F-5E67-435A-B1D3-C03FF9393500}" dt="2023-10-30T03:30:40.571" v="0"/>
        <pc:sldMkLst>
          <pc:docMk/>
          <pc:sldMk cId="0" sldId="483"/>
        </pc:sldMkLst>
      </pc:sldChg>
      <pc:sldChg chg="add">
        <pc:chgData name="Zailan Arabee Abdul Salam" userId="5bc04053-34d1-46af-a9d4-ff754460ad4b" providerId="ADAL" clId="{A0333D6F-5E67-435A-B1D3-C03FF9393500}" dt="2023-10-30T03:30:40.571" v="0"/>
        <pc:sldMkLst>
          <pc:docMk/>
          <pc:sldMk cId="0" sldId="484"/>
        </pc:sldMkLst>
      </pc:sldChg>
      <pc:sldChg chg="add">
        <pc:chgData name="Zailan Arabee Abdul Salam" userId="5bc04053-34d1-46af-a9d4-ff754460ad4b" providerId="ADAL" clId="{A0333D6F-5E67-435A-B1D3-C03FF9393500}" dt="2023-10-30T03:30:40.571" v="0"/>
        <pc:sldMkLst>
          <pc:docMk/>
          <pc:sldMk cId="0" sldId="485"/>
        </pc:sldMkLst>
      </pc:sldChg>
      <pc:sldChg chg="add">
        <pc:chgData name="Zailan Arabee Abdul Salam" userId="5bc04053-34d1-46af-a9d4-ff754460ad4b" providerId="ADAL" clId="{A0333D6F-5E67-435A-B1D3-C03FF9393500}" dt="2023-10-30T03:30:40.571" v="0"/>
        <pc:sldMkLst>
          <pc:docMk/>
          <pc:sldMk cId="0" sldId="486"/>
        </pc:sldMkLst>
      </pc:sldChg>
      <pc:sldChg chg="add">
        <pc:chgData name="Zailan Arabee Abdul Salam" userId="5bc04053-34d1-46af-a9d4-ff754460ad4b" providerId="ADAL" clId="{A0333D6F-5E67-435A-B1D3-C03FF9393500}" dt="2023-10-30T03:30:40.571" v="0"/>
        <pc:sldMkLst>
          <pc:docMk/>
          <pc:sldMk cId="0" sldId="487"/>
        </pc:sldMkLst>
      </pc:sldChg>
      <pc:sldChg chg="add">
        <pc:chgData name="Zailan Arabee Abdul Salam" userId="5bc04053-34d1-46af-a9d4-ff754460ad4b" providerId="ADAL" clId="{A0333D6F-5E67-435A-B1D3-C03FF9393500}" dt="2023-10-30T03:30:40.571" v="0"/>
        <pc:sldMkLst>
          <pc:docMk/>
          <pc:sldMk cId="0" sldId="488"/>
        </pc:sldMkLst>
      </pc:sldChg>
      <pc:sldChg chg="add">
        <pc:chgData name="Zailan Arabee Abdul Salam" userId="5bc04053-34d1-46af-a9d4-ff754460ad4b" providerId="ADAL" clId="{A0333D6F-5E67-435A-B1D3-C03FF9393500}" dt="2023-10-30T03:30:40.571" v="0"/>
        <pc:sldMkLst>
          <pc:docMk/>
          <pc:sldMk cId="0" sldId="489"/>
        </pc:sldMkLst>
      </pc:sldChg>
      <pc:sldChg chg="add">
        <pc:chgData name="Zailan Arabee Abdul Salam" userId="5bc04053-34d1-46af-a9d4-ff754460ad4b" providerId="ADAL" clId="{A0333D6F-5E67-435A-B1D3-C03FF9393500}" dt="2023-10-30T03:30:40.571" v="0"/>
        <pc:sldMkLst>
          <pc:docMk/>
          <pc:sldMk cId="0" sldId="490"/>
        </pc:sldMkLst>
      </pc:sldChg>
      <pc:sldChg chg="add">
        <pc:chgData name="Zailan Arabee Abdul Salam" userId="5bc04053-34d1-46af-a9d4-ff754460ad4b" providerId="ADAL" clId="{A0333D6F-5E67-435A-B1D3-C03FF9393500}" dt="2023-10-30T03:30:40.571" v="0"/>
        <pc:sldMkLst>
          <pc:docMk/>
          <pc:sldMk cId="0" sldId="491"/>
        </pc:sldMkLst>
      </pc:sldChg>
      <pc:sldChg chg="add">
        <pc:chgData name="Zailan Arabee Abdul Salam" userId="5bc04053-34d1-46af-a9d4-ff754460ad4b" providerId="ADAL" clId="{A0333D6F-5E67-435A-B1D3-C03FF9393500}" dt="2023-10-30T03:30:40.571" v="0"/>
        <pc:sldMkLst>
          <pc:docMk/>
          <pc:sldMk cId="0" sldId="492"/>
        </pc:sldMkLst>
      </pc:sldChg>
      <pc:sldChg chg="add">
        <pc:chgData name="Zailan Arabee Abdul Salam" userId="5bc04053-34d1-46af-a9d4-ff754460ad4b" providerId="ADAL" clId="{A0333D6F-5E67-435A-B1D3-C03FF9393500}" dt="2023-10-30T03:30:40.571" v="0"/>
        <pc:sldMkLst>
          <pc:docMk/>
          <pc:sldMk cId="0" sldId="493"/>
        </pc:sldMkLst>
      </pc:sldChg>
      <pc:sldChg chg="add">
        <pc:chgData name="Zailan Arabee Abdul Salam" userId="5bc04053-34d1-46af-a9d4-ff754460ad4b" providerId="ADAL" clId="{A0333D6F-5E67-435A-B1D3-C03FF9393500}" dt="2023-10-30T03:30:40.571" v="0"/>
        <pc:sldMkLst>
          <pc:docMk/>
          <pc:sldMk cId="0" sldId="494"/>
        </pc:sldMkLst>
      </pc:sldChg>
      <pc:sldChg chg="add">
        <pc:chgData name="Zailan Arabee Abdul Salam" userId="5bc04053-34d1-46af-a9d4-ff754460ad4b" providerId="ADAL" clId="{A0333D6F-5E67-435A-B1D3-C03FF9393500}" dt="2023-10-30T03:30:40.571" v="0"/>
        <pc:sldMkLst>
          <pc:docMk/>
          <pc:sldMk cId="0" sldId="495"/>
        </pc:sldMkLst>
      </pc:sldChg>
      <pc:sldChg chg="add">
        <pc:chgData name="Zailan Arabee Abdul Salam" userId="5bc04053-34d1-46af-a9d4-ff754460ad4b" providerId="ADAL" clId="{A0333D6F-5E67-435A-B1D3-C03FF9393500}" dt="2023-10-30T03:30:40.571" v="0"/>
        <pc:sldMkLst>
          <pc:docMk/>
          <pc:sldMk cId="0" sldId="496"/>
        </pc:sldMkLst>
      </pc:sldChg>
    </pc:docChg>
  </pc:docChgLst>
  <pc:docChgLst>
    <pc:chgData name="Zailan Arabee Abdul Salam" userId="5bc04053-34d1-46af-a9d4-ff754460ad4b" providerId="ADAL" clId="{76D53FD3-137B-42A7-8814-A5128FB68CB9}"/>
    <pc:docChg chg="addSld delSld modSld modSection">
      <pc:chgData name="Zailan Arabee Abdul Salam" userId="5bc04053-34d1-46af-a9d4-ff754460ad4b" providerId="ADAL" clId="{76D53FD3-137B-42A7-8814-A5128FB68CB9}" dt="2023-10-30T03:24:22.666" v="2" actId="47"/>
      <pc:docMkLst>
        <pc:docMk/>
      </pc:docMkLst>
      <pc:sldChg chg="add">
        <pc:chgData name="Zailan Arabee Abdul Salam" userId="5bc04053-34d1-46af-a9d4-ff754460ad4b" providerId="ADAL" clId="{76D53FD3-137B-42A7-8814-A5128FB68CB9}" dt="2023-10-30T03:23:50.545" v="0"/>
        <pc:sldMkLst>
          <pc:docMk/>
          <pc:sldMk cId="0" sldId="257"/>
        </pc:sldMkLst>
      </pc:sldChg>
      <pc:sldChg chg="del">
        <pc:chgData name="Zailan Arabee Abdul Salam" userId="5bc04053-34d1-46af-a9d4-ff754460ad4b" providerId="ADAL" clId="{76D53FD3-137B-42A7-8814-A5128FB68CB9}" dt="2023-10-30T03:24:22.666" v="2" actId="47"/>
        <pc:sldMkLst>
          <pc:docMk/>
          <pc:sldMk cId="0" sldId="264"/>
        </pc:sldMkLst>
      </pc:sldChg>
      <pc:sldChg chg="del">
        <pc:chgData name="Zailan Arabee Abdul Salam" userId="5bc04053-34d1-46af-a9d4-ff754460ad4b" providerId="ADAL" clId="{76D53FD3-137B-42A7-8814-A5128FB68CB9}" dt="2023-10-30T03:24:22.666" v="2" actId="47"/>
        <pc:sldMkLst>
          <pc:docMk/>
          <pc:sldMk cId="0" sldId="265"/>
        </pc:sldMkLst>
      </pc:sldChg>
      <pc:sldChg chg="del">
        <pc:chgData name="Zailan Arabee Abdul Salam" userId="5bc04053-34d1-46af-a9d4-ff754460ad4b" providerId="ADAL" clId="{76D53FD3-137B-42A7-8814-A5128FB68CB9}" dt="2023-10-30T03:24:22.666" v="2" actId="47"/>
        <pc:sldMkLst>
          <pc:docMk/>
          <pc:sldMk cId="0" sldId="266"/>
        </pc:sldMkLst>
      </pc:sldChg>
      <pc:sldChg chg="del">
        <pc:chgData name="Zailan Arabee Abdul Salam" userId="5bc04053-34d1-46af-a9d4-ff754460ad4b" providerId="ADAL" clId="{76D53FD3-137B-42A7-8814-A5128FB68CB9}" dt="2023-10-30T03:24:22.666" v="2" actId="47"/>
        <pc:sldMkLst>
          <pc:docMk/>
          <pc:sldMk cId="0" sldId="267"/>
        </pc:sldMkLst>
      </pc:sldChg>
      <pc:sldChg chg="del">
        <pc:chgData name="Zailan Arabee Abdul Salam" userId="5bc04053-34d1-46af-a9d4-ff754460ad4b" providerId="ADAL" clId="{76D53FD3-137B-42A7-8814-A5128FB68CB9}" dt="2023-10-30T03:24:22.666" v="2" actId="47"/>
        <pc:sldMkLst>
          <pc:docMk/>
          <pc:sldMk cId="0" sldId="268"/>
        </pc:sldMkLst>
      </pc:sldChg>
      <pc:sldChg chg="del">
        <pc:chgData name="Zailan Arabee Abdul Salam" userId="5bc04053-34d1-46af-a9d4-ff754460ad4b" providerId="ADAL" clId="{76D53FD3-137B-42A7-8814-A5128FB68CB9}" dt="2023-10-30T03:24:22.666" v="2" actId="47"/>
        <pc:sldMkLst>
          <pc:docMk/>
          <pc:sldMk cId="0" sldId="269"/>
        </pc:sldMkLst>
      </pc:sldChg>
      <pc:sldChg chg="del">
        <pc:chgData name="Zailan Arabee Abdul Salam" userId="5bc04053-34d1-46af-a9d4-ff754460ad4b" providerId="ADAL" clId="{76D53FD3-137B-42A7-8814-A5128FB68CB9}" dt="2023-10-30T03:24:22.666" v="2" actId="47"/>
        <pc:sldMkLst>
          <pc:docMk/>
          <pc:sldMk cId="0" sldId="270"/>
        </pc:sldMkLst>
      </pc:sldChg>
      <pc:sldChg chg="del">
        <pc:chgData name="Zailan Arabee Abdul Salam" userId="5bc04053-34d1-46af-a9d4-ff754460ad4b" providerId="ADAL" clId="{76D53FD3-137B-42A7-8814-A5128FB68CB9}" dt="2023-10-30T03:24:22.666" v="2" actId="47"/>
        <pc:sldMkLst>
          <pc:docMk/>
          <pc:sldMk cId="4027869332" sldId="271"/>
        </pc:sldMkLst>
      </pc:sldChg>
      <pc:sldChg chg="del">
        <pc:chgData name="Zailan Arabee Abdul Salam" userId="5bc04053-34d1-46af-a9d4-ff754460ad4b" providerId="ADAL" clId="{76D53FD3-137B-42A7-8814-A5128FB68CB9}" dt="2023-10-30T03:24:22.666" v="2" actId="47"/>
        <pc:sldMkLst>
          <pc:docMk/>
          <pc:sldMk cId="0" sldId="272"/>
        </pc:sldMkLst>
      </pc:sldChg>
      <pc:sldChg chg="del">
        <pc:chgData name="Zailan Arabee Abdul Salam" userId="5bc04053-34d1-46af-a9d4-ff754460ad4b" providerId="ADAL" clId="{76D53FD3-137B-42A7-8814-A5128FB68CB9}" dt="2023-10-30T03:24:22.666" v="2" actId="47"/>
        <pc:sldMkLst>
          <pc:docMk/>
          <pc:sldMk cId="0" sldId="273"/>
        </pc:sldMkLst>
      </pc:sldChg>
      <pc:sldChg chg="del">
        <pc:chgData name="Zailan Arabee Abdul Salam" userId="5bc04053-34d1-46af-a9d4-ff754460ad4b" providerId="ADAL" clId="{76D53FD3-137B-42A7-8814-A5128FB68CB9}" dt="2023-10-30T03:24:22.666" v="2" actId="47"/>
        <pc:sldMkLst>
          <pc:docMk/>
          <pc:sldMk cId="0" sldId="274"/>
        </pc:sldMkLst>
      </pc:sldChg>
      <pc:sldChg chg="del">
        <pc:chgData name="Zailan Arabee Abdul Salam" userId="5bc04053-34d1-46af-a9d4-ff754460ad4b" providerId="ADAL" clId="{76D53FD3-137B-42A7-8814-A5128FB68CB9}" dt="2023-10-30T03:24:22.666" v="2" actId="47"/>
        <pc:sldMkLst>
          <pc:docMk/>
          <pc:sldMk cId="0" sldId="275"/>
        </pc:sldMkLst>
      </pc:sldChg>
      <pc:sldChg chg="del">
        <pc:chgData name="Zailan Arabee Abdul Salam" userId="5bc04053-34d1-46af-a9d4-ff754460ad4b" providerId="ADAL" clId="{76D53FD3-137B-42A7-8814-A5128FB68CB9}" dt="2023-10-30T03:24:22.666" v="2" actId="47"/>
        <pc:sldMkLst>
          <pc:docMk/>
          <pc:sldMk cId="0" sldId="276"/>
        </pc:sldMkLst>
      </pc:sldChg>
      <pc:sldChg chg="del">
        <pc:chgData name="Zailan Arabee Abdul Salam" userId="5bc04053-34d1-46af-a9d4-ff754460ad4b" providerId="ADAL" clId="{76D53FD3-137B-42A7-8814-A5128FB68CB9}" dt="2023-10-30T03:24:22.666" v="2" actId="47"/>
        <pc:sldMkLst>
          <pc:docMk/>
          <pc:sldMk cId="0" sldId="277"/>
        </pc:sldMkLst>
      </pc:sldChg>
      <pc:sldChg chg="del">
        <pc:chgData name="Zailan Arabee Abdul Salam" userId="5bc04053-34d1-46af-a9d4-ff754460ad4b" providerId="ADAL" clId="{76D53FD3-137B-42A7-8814-A5128FB68CB9}" dt="2023-10-30T03:24:22.666" v="2" actId="47"/>
        <pc:sldMkLst>
          <pc:docMk/>
          <pc:sldMk cId="0" sldId="278"/>
        </pc:sldMkLst>
      </pc:sldChg>
      <pc:sldChg chg="del">
        <pc:chgData name="Zailan Arabee Abdul Salam" userId="5bc04053-34d1-46af-a9d4-ff754460ad4b" providerId="ADAL" clId="{76D53FD3-137B-42A7-8814-A5128FB68CB9}" dt="2023-10-30T03:24:22.666" v="2" actId="47"/>
        <pc:sldMkLst>
          <pc:docMk/>
          <pc:sldMk cId="0" sldId="279"/>
        </pc:sldMkLst>
      </pc:sldChg>
      <pc:sldChg chg="del">
        <pc:chgData name="Zailan Arabee Abdul Salam" userId="5bc04053-34d1-46af-a9d4-ff754460ad4b" providerId="ADAL" clId="{76D53FD3-137B-42A7-8814-A5128FB68CB9}" dt="2023-10-30T03:24:22.666" v="2" actId="47"/>
        <pc:sldMkLst>
          <pc:docMk/>
          <pc:sldMk cId="3225035349" sldId="280"/>
        </pc:sldMkLst>
      </pc:sldChg>
      <pc:sldChg chg="del">
        <pc:chgData name="Zailan Arabee Abdul Salam" userId="5bc04053-34d1-46af-a9d4-ff754460ad4b" providerId="ADAL" clId="{76D53FD3-137B-42A7-8814-A5128FB68CB9}" dt="2023-10-30T03:24:22.666" v="2" actId="47"/>
        <pc:sldMkLst>
          <pc:docMk/>
          <pc:sldMk cId="2979819931" sldId="281"/>
        </pc:sldMkLst>
      </pc:sldChg>
      <pc:sldChg chg="del">
        <pc:chgData name="Zailan Arabee Abdul Salam" userId="5bc04053-34d1-46af-a9d4-ff754460ad4b" providerId="ADAL" clId="{76D53FD3-137B-42A7-8814-A5128FB68CB9}" dt="2023-10-30T03:24:22.666" v="2" actId="47"/>
        <pc:sldMkLst>
          <pc:docMk/>
          <pc:sldMk cId="0" sldId="282"/>
        </pc:sldMkLst>
      </pc:sldChg>
      <pc:sldChg chg="del">
        <pc:chgData name="Zailan Arabee Abdul Salam" userId="5bc04053-34d1-46af-a9d4-ff754460ad4b" providerId="ADAL" clId="{76D53FD3-137B-42A7-8814-A5128FB68CB9}" dt="2023-10-30T03:24:22.666" v="2" actId="47"/>
        <pc:sldMkLst>
          <pc:docMk/>
          <pc:sldMk cId="0" sldId="283"/>
        </pc:sldMkLst>
      </pc:sldChg>
      <pc:sldChg chg="del">
        <pc:chgData name="Zailan Arabee Abdul Salam" userId="5bc04053-34d1-46af-a9d4-ff754460ad4b" providerId="ADAL" clId="{76D53FD3-137B-42A7-8814-A5128FB68CB9}" dt="2023-10-30T03:24:22.666" v="2" actId="47"/>
        <pc:sldMkLst>
          <pc:docMk/>
          <pc:sldMk cId="2994277211" sldId="284"/>
        </pc:sldMkLst>
      </pc:sldChg>
      <pc:sldChg chg="del">
        <pc:chgData name="Zailan Arabee Abdul Salam" userId="5bc04053-34d1-46af-a9d4-ff754460ad4b" providerId="ADAL" clId="{76D53FD3-137B-42A7-8814-A5128FB68CB9}" dt="2023-10-30T03:24:22.666" v="2" actId="47"/>
        <pc:sldMkLst>
          <pc:docMk/>
          <pc:sldMk cId="894897432" sldId="285"/>
        </pc:sldMkLst>
      </pc:sldChg>
      <pc:sldChg chg="del">
        <pc:chgData name="Zailan Arabee Abdul Salam" userId="5bc04053-34d1-46af-a9d4-ff754460ad4b" providerId="ADAL" clId="{76D53FD3-137B-42A7-8814-A5128FB68CB9}" dt="2023-10-30T03:24:22.666" v="2" actId="47"/>
        <pc:sldMkLst>
          <pc:docMk/>
          <pc:sldMk cId="2083618775" sldId="286"/>
        </pc:sldMkLst>
      </pc:sldChg>
      <pc:sldChg chg="del">
        <pc:chgData name="Zailan Arabee Abdul Salam" userId="5bc04053-34d1-46af-a9d4-ff754460ad4b" providerId="ADAL" clId="{76D53FD3-137B-42A7-8814-A5128FB68CB9}" dt="2023-10-30T03:24:22.666" v="2" actId="47"/>
        <pc:sldMkLst>
          <pc:docMk/>
          <pc:sldMk cId="3831505793" sldId="287"/>
        </pc:sldMkLst>
      </pc:sldChg>
      <pc:sldChg chg="del">
        <pc:chgData name="Zailan Arabee Abdul Salam" userId="5bc04053-34d1-46af-a9d4-ff754460ad4b" providerId="ADAL" clId="{76D53FD3-137B-42A7-8814-A5128FB68CB9}" dt="2023-10-30T03:24:22.666" v="2" actId="47"/>
        <pc:sldMkLst>
          <pc:docMk/>
          <pc:sldMk cId="0" sldId="288"/>
        </pc:sldMkLst>
      </pc:sldChg>
      <pc:sldChg chg="del">
        <pc:chgData name="Zailan Arabee Abdul Salam" userId="5bc04053-34d1-46af-a9d4-ff754460ad4b" providerId="ADAL" clId="{76D53FD3-137B-42A7-8814-A5128FB68CB9}" dt="2023-10-30T03:24:22.666" v="2" actId="47"/>
        <pc:sldMkLst>
          <pc:docMk/>
          <pc:sldMk cId="1147883940" sldId="289"/>
        </pc:sldMkLst>
      </pc:sldChg>
      <pc:sldChg chg="del">
        <pc:chgData name="Zailan Arabee Abdul Salam" userId="5bc04053-34d1-46af-a9d4-ff754460ad4b" providerId="ADAL" clId="{76D53FD3-137B-42A7-8814-A5128FB68CB9}" dt="2023-10-30T03:24:22.666" v="2" actId="47"/>
        <pc:sldMkLst>
          <pc:docMk/>
          <pc:sldMk cId="1929223683" sldId="290"/>
        </pc:sldMkLst>
      </pc:sldChg>
      <pc:sldChg chg="del">
        <pc:chgData name="Zailan Arabee Abdul Salam" userId="5bc04053-34d1-46af-a9d4-ff754460ad4b" providerId="ADAL" clId="{76D53FD3-137B-42A7-8814-A5128FB68CB9}" dt="2023-10-30T03:24:22.666" v="2" actId="47"/>
        <pc:sldMkLst>
          <pc:docMk/>
          <pc:sldMk cId="0" sldId="291"/>
        </pc:sldMkLst>
      </pc:sldChg>
      <pc:sldChg chg="del">
        <pc:chgData name="Zailan Arabee Abdul Salam" userId="5bc04053-34d1-46af-a9d4-ff754460ad4b" providerId="ADAL" clId="{76D53FD3-137B-42A7-8814-A5128FB68CB9}" dt="2023-10-30T03:24:22.666" v="2" actId="47"/>
        <pc:sldMkLst>
          <pc:docMk/>
          <pc:sldMk cId="0" sldId="293"/>
        </pc:sldMkLst>
      </pc:sldChg>
      <pc:sldChg chg="del">
        <pc:chgData name="Zailan Arabee Abdul Salam" userId="5bc04053-34d1-46af-a9d4-ff754460ad4b" providerId="ADAL" clId="{76D53FD3-137B-42A7-8814-A5128FB68CB9}" dt="2023-10-30T03:24:22.666" v="2" actId="47"/>
        <pc:sldMkLst>
          <pc:docMk/>
          <pc:sldMk cId="14364869" sldId="294"/>
        </pc:sldMkLst>
      </pc:sldChg>
      <pc:sldChg chg="del">
        <pc:chgData name="Zailan Arabee Abdul Salam" userId="5bc04053-34d1-46af-a9d4-ff754460ad4b" providerId="ADAL" clId="{76D53FD3-137B-42A7-8814-A5128FB68CB9}" dt="2023-10-30T03:24:22.666" v="2" actId="47"/>
        <pc:sldMkLst>
          <pc:docMk/>
          <pc:sldMk cId="393804965" sldId="295"/>
        </pc:sldMkLst>
      </pc:sldChg>
      <pc:sldChg chg="del">
        <pc:chgData name="Zailan Arabee Abdul Salam" userId="5bc04053-34d1-46af-a9d4-ff754460ad4b" providerId="ADAL" clId="{76D53FD3-137B-42A7-8814-A5128FB68CB9}" dt="2023-10-30T03:24:22.666" v="2" actId="47"/>
        <pc:sldMkLst>
          <pc:docMk/>
          <pc:sldMk cId="4053078876" sldId="296"/>
        </pc:sldMkLst>
      </pc:sldChg>
      <pc:sldChg chg="del">
        <pc:chgData name="Zailan Arabee Abdul Salam" userId="5bc04053-34d1-46af-a9d4-ff754460ad4b" providerId="ADAL" clId="{76D53FD3-137B-42A7-8814-A5128FB68CB9}" dt="2023-10-30T03:24:22.666" v="2" actId="47"/>
        <pc:sldMkLst>
          <pc:docMk/>
          <pc:sldMk cId="3067589673" sldId="297"/>
        </pc:sldMkLst>
      </pc:sldChg>
      <pc:sldChg chg="del">
        <pc:chgData name="Zailan Arabee Abdul Salam" userId="5bc04053-34d1-46af-a9d4-ff754460ad4b" providerId="ADAL" clId="{76D53FD3-137B-42A7-8814-A5128FB68CB9}" dt="2023-10-30T03:24:22.666" v="2" actId="47"/>
        <pc:sldMkLst>
          <pc:docMk/>
          <pc:sldMk cId="0" sldId="298"/>
        </pc:sldMkLst>
      </pc:sldChg>
      <pc:sldChg chg="del">
        <pc:chgData name="Zailan Arabee Abdul Salam" userId="5bc04053-34d1-46af-a9d4-ff754460ad4b" providerId="ADAL" clId="{76D53FD3-137B-42A7-8814-A5128FB68CB9}" dt="2023-10-30T03:24:22.666" v="2" actId="47"/>
        <pc:sldMkLst>
          <pc:docMk/>
          <pc:sldMk cId="0" sldId="299"/>
        </pc:sldMkLst>
      </pc:sldChg>
      <pc:sldChg chg="del">
        <pc:chgData name="Zailan Arabee Abdul Salam" userId="5bc04053-34d1-46af-a9d4-ff754460ad4b" providerId="ADAL" clId="{76D53FD3-137B-42A7-8814-A5128FB68CB9}" dt="2023-10-30T03:24:22.666" v="2" actId="47"/>
        <pc:sldMkLst>
          <pc:docMk/>
          <pc:sldMk cId="0" sldId="300"/>
        </pc:sldMkLst>
      </pc:sldChg>
      <pc:sldChg chg="del">
        <pc:chgData name="Zailan Arabee Abdul Salam" userId="5bc04053-34d1-46af-a9d4-ff754460ad4b" providerId="ADAL" clId="{76D53FD3-137B-42A7-8814-A5128FB68CB9}" dt="2023-10-30T03:24:22.666" v="2" actId="47"/>
        <pc:sldMkLst>
          <pc:docMk/>
          <pc:sldMk cId="0" sldId="301"/>
        </pc:sldMkLst>
      </pc:sldChg>
      <pc:sldChg chg="del">
        <pc:chgData name="Zailan Arabee Abdul Salam" userId="5bc04053-34d1-46af-a9d4-ff754460ad4b" providerId="ADAL" clId="{76D53FD3-137B-42A7-8814-A5128FB68CB9}" dt="2023-10-30T03:24:22.666" v="2" actId="47"/>
        <pc:sldMkLst>
          <pc:docMk/>
          <pc:sldMk cId="0" sldId="302"/>
        </pc:sldMkLst>
      </pc:sldChg>
      <pc:sldChg chg="del">
        <pc:chgData name="Zailan Arabee Abdul Salam" userId="5bc04053-34d1-46af-a9d4-ff754460ad4b" providerId="ADAL" clId="{76D53FD3-137B-42A7-8814-A5128FB68CB9}" dt="2023-10-30T03:24:22.666" v="2" actId="47"/>
        <pc:sldMkLst>
          <pc:docMk/>
          <pc:sldMk cId="0" sldId="303"/>
        </pc:sldMkLst>
      </pc:sldChg>
      <pc:sldChg chg="add">
        <pc:chgData name="Zailan Arabee Abdul Salam" userId="5bc04053-34d1-46af-a9d4-ff754460ad4b" providerId="ADAL" clId="{76D53FD3-137B-42A7-8814-A5128FB68CB9}" dt="2023-10-30T03:23:50.545" v="0"/>
        <pc:sldMkLst>
          <pc:docMk/>
          <pc:sldMk cId="0" sldId="310"/>
        </pc:sldMkLst>
      </pc:sldChg>
      <pc:sldChg chg="del">
        <pc:chgData name="Zailan Arabee Abdul Salam" userId="5bc04053-34d1-46af-a9d4-ff754460ad4b" providerId="ADAL" clId="{76D53FD3-137B-42A7-8814-A5128FB68CB9}" dt="2023-10-30T03:24:22.666" v="2" actId="47"/>
        <pc:sldMkLst>
          <pc:docMk/>
          <pc:sldMk cId="0" sldId="311"/>
        </pc:sldMkLst>
      </pc:sldChg>
      <pc:sldChg chg="del">
        <pc:chgData name="Zailan Arabee Abdul Salam" userId="5bc04053-34d1-46af-a9d4-ff754460ad4b" providerId="ADAL" clId="{76D53FD3-137B-42A7-8814-A5128FB68CB9}" dt="2023-10-30T03:24:22.666" v="2" actId="47"/>
        <pc:sldMkLst>
          <pc:docMk/>
          <pc:sldMk cId="0" sldId="312"/>
        </pc:sldMkLst>
      </pc:sldChg>
      <pc:sldChg chg="add">
        <pc:chgData name="Zailan Arabee Abdul Salam" userId="5bc04053-34d1-46af-a9d4-ff754460ad4b" providerId="ADAL" clId="{76D53FD3-137B-42A7-8814-A5128FB68CB9}" dt="2023-10-30T03:23:50.545" v="0"/>
        <pc:sldMkLst>
          <pc:docMk/>
          <pc:sldMk cId="0" sldId="313"/>
        </pc:sldMkLst>
      </pc:sldChg>
      <pc:sldChg chg="add">
        <pc:chgData name="Zailan Arabee Abdul Salam" userId="5bc04053-34d1-46af-a9d4-ff754460ad4b" providerId="ADAL" clId="{76D53FD3-137B-42A7-8814-A5128FB68CB9}" dt="2023-10-30T03:23:50.545" v="0"/>
        <pc:sldMkLst>
          <pc:docMk/>
          <pc:sldMk cId="0" sldId="314"/>
        </pc:sldMkLst>
      </pc:sldChg>
      <pc:sldChg chg="del">
        <pc:chgData name="Zailan Arabee Abdul Salam" userId="5bc04053-34d1-46af-a9d4-ff754460ad4b" providerId="ADAL" clId="{76D53FD3-137B-42A7-8814-A5128FB68CB9}" dt="2023-10-30T03:24:22.666" v="2" actId="47"/>
        <pc:sldMkLst>
          <pc:docMk/>
          <pc:sldMk cId="0" sldId="315"/>
        </pc:sldMkLst>
      </pc:sldChg>
      <pc:sldChg chg="add">
        <pc:chgData name="Zailan Arabee Abdul Salam" userId="5bc04053-34d1-46af-a9d4-ff754460ad4b" providerId="ADAL" clId="{76D53FD3-137B-42A7-8814-A5128FB68CB9}" dt="2023-10-30T03:23:50.545" v="0"/>
        <pc:sldMkLst>
          <pc:docMk/>
          <pc:sldMk cId="0" sldId="316"/>
        </pc:sldMkLst>
      </pc:sldChg>
      <pc:sldChg chg="add">
        <pc:chgData name="Zailan Arabee Abdul Salam" userId="5bc04053-34d1-46af-a9d4-ff754460ad4b" providerId="ADAL" clId="{76D53FD3-137B-42A7-8814-A5128FB68CB9}" dt="2023-10-30T03:23:50.545" v="0"/>
        <pc:sldMkLst>
          <pc:docMk/>
          <pc:sldMk cId="0" sldId="317"/>
        </pc:sldMkLst>
      </pc:sldChg>
      <pc:sldChg chg="del">
        <pc:chgData name="Zailan Arabee Abdul Salam" userId="5bc04053-34d1-46af-a9d4-ff754460ad4b" providerId="ADAL" clId="{76D53FD3-137B-42A7-8814-A5128FB68CB9}" dt="2023-10-30T03:24:22.666" v="2" actId="47"/>
        <pc:sldMkLst>
          <pc:docMk/>
          <pc:sldMk cId="0" sldId="318"/>
        </pc:sldMkLst>
      </pc:sldChg>
      <pc:sldChg chg="del">
        <pc:chgData name="Zailan Arabee Abdul Salam" userId="5bc04053-34d1-46af-a9d4-ff754460ad4b" providerId="ADAL" clId="{76D53FD3-137B-42A7-8814-A5128FB68CB9}" dt="2023-10-30T03:24:22.666" v="2" actId="47"/>
        <pc:sldMkLst>
          <pc:docMk/>
          <pc:sldMk cId="0" sldId="319"/>
        </pc:sldMkLst>
      </pc:sldChg>
      <pc:sldChg chg="del">
        <pc:chgData name="Zailan Arabee Abdul Salam" userId="5bc04053-34d1-46af-a9d4-ff754460ad4b" providerId="ADAL" clId="{76D53FD3-137B-42A7-8814-A5128FB68CB9}" dt="2023-10-30T03:24:22.666" v="2" actId="47"/>
        <pc:sldMkLst>
          <pc:docMk/>
          <pc:sldMk cId="0" sldId="320"/>
        </pc:sldMkLst>
      </pc:sldChg>
      <pc:sldChg chg="del">
        <pc:chgData name="Zailan Arabee Abdul Salam" userId="5bc04053-34d1-46af-a9d4-ff754460ad4b" providerId="ADAL" clId="{76D53FD3-137B-42A7-8814-A5128FB68CB9}" dt="2023-10-30T03:24:22.666" v="2" actId="47"/>
        <pc:sldMkLst>
          <pc:docMk/>
          <pc:sldMk cId="2937824831" sldId="321"/>
        </pc:sldMkLst>
      </pc:sldChg>
      <pc:sldChg chg="del">
        <pc:chgData name="Zailan Arabee Abdul Salam" userId="5bc04053-34d1-46af-a9d4-ff754460ad4b" providerId="ADAL" clId="{76D53FD3-137B-42A7-8814-A5128FB68CB9}" dt="2023-10-30T03:24:00.858" v="1" actId="47"/>
        <pc:sldMkLst>
          <pc:docMk/>
          <pc:sldMk cId="66905897" sldId="322"/>
        </pc:sldMkLst>
      </pc:sldChg>
      <pc:sldChg chg="del">
        <pc:chgData name="Zailan Arabee Abdul Salam" userId="5bc04053-34d1-46af-a9d4-ff754460ad4b" providerId="ADAL" clId="{76D53FD3-137B-42A7-8814-A5128FB68CB9}" dt="2023-10-30T03:24:22.666" v="2" actId="47"/>
        <pc:sldMkLst>
          <pc:docMk/>
          <pc:sldMk cId="2528312682" sldId="323"/>
        </pc:sldMkLst>
      </pc:sldChg>
      <pc:sldChg chg="del">
        <pc:chgData name="Zailan Arabee Abdul Salam" userId="5bc04053-34d1-46af-a9d4-ff754460ad4b" providerId="ADAL" clId="{76D53FD3-137B-42A7-8814-A5128FB68CB9}" dt="2023-10-30T03:24:22.666" v="2" actId="47"/>
        <pc:sldMkLst>
          <pc:docMk/>
          <pc:sldMk cId="0" sldId="324"/>
        </pc:sldMkLst>
      </pc:sldChg>
      <pc:sldChg chg="del">
        <pc:chgData name="Zailan Arabee Abdul Salam" userId="5bc04053-34d1-46af-a9d4-ff754460ad4b" providerId="ADAL" clId="{76D53FD3-137B-42A7-8814-A5128FB68CB9}" dt="2023-10-30T03:24:22.666" v="2" actId="47"/>
        <pc:sldMkLst>
          <pc:docMk/>
          <pc:sldMk cId="0" sldId="325"/>
        </pc:sldMkLst>
      </pc:sldChg>
      <pc:sldChg chg="del">
        <pc:chgData name="Zailan Arabee Abdul Salam" userId="5bc04053-34d1-46af-a9d4-ff754460ad4b" providerId="ADAL" clId="{76D53FD3-137B-42A7-8814-A5128FB68CB9}" dt="2023-10-30T03:24:22.666" v="2" actId="47"/>
        <pc:sldMkLst>
          <pc:docMk/>
          <pc:sldMk cId="0" sldId="326"/>
        </pc:sldMkLst>
      </pc:sldChg>
      <pc:sldChg chg="add">
        <pc:chgData name="Zailan Arabee Abdul Salam" userId="5bc04053-34d1-46af-a9d4-ff754460ad4b" providerId="ADAL" clId="{76D53FD3-137B-42A7-8814-A5128FB68CB9}" dt="2023-10-30T03:23:50.545" v="0"/>
        <pc:sldMkLst>
          <pc:docMk/>
          <pc:sldMk cId="2847682019" sldId="327"/>
        </pc:sldMkLst>
      </pc:sldChg>
      <pc:sldChg chg="add">
        <pc:chgData name="Zailan Arabee Abdul Salam" userId="5bc04053-34d1-46af-a9d4-ff754460ad4b" providerId="ADAL" clId="{76D53FD3-137B-42A7-8814-A5128FB68CB9}" dt="2023-10-30T03:23:50.545" v="0"/>
        <pc:sldMkLst>
          <pc:docMk/>
          <pc:sldMk cId="0" sldId="328"/>
        </pc:sldMkLst>
      </pc:sldChg>
      <pc:sldChg chg="del">
        <pc:chgData name="Zailan Arabee Abdul Salam" userId="5bc04053-34d1-46af-a9d4-ff754460ad4b" providerId="ADAL" clId="{76D53FD3-137B-42A7-8814-A5128FB68CB9}" dt="2023-10-30T03:24:22.666" v="2" actId="47"/>
        <pc:sldMkLst>
          <pc:docMk/>
          <pc:sldMk cId="0" sldId="329"/>
        </pc:sldMkLst>
      </pc:sldChg>
      <pc:sldChg chg="del">
        <pc:chgData name="Zailan Arabee Abdul Salam" userId="5bc04053-34d1-46af-a9d4-ff754460ad4b" providerId="ADAL" clId="{76D53FD3-137B-42A7-8814-A5128FB68CB9}" dt="2023-10-30T03:24:22.666" v="2" actId="47"/>
        <pc:sldMkLst>
          <pc:docMk/>
          <pc:sldMk cId="0" sldId="330"/>
        </pc:sldMkLst>
      </pc:sldChg>
      <pc:sldChg chg="del">
        <pc:chgData name="Zailan Arabee Abdul Salam" userId="5bc04053-34d1-46af-a9d4-ff754460ad4b" providerId="ADAL" clId="{76D53FD3-137B-42A7-8814-A5128FB68CB9}" dt="2023-10-30T03:24:22.666" v="2" actId="47"/>
        <pc:sldMkLst>
          <pc:docMk/>
          <pc:sldMk cId="0" sldId="331"/>
        </pc:sldMkLst>
      </pc:sldChg>
      <pc:sldChg chg="del">
        <pc:chgData name="Zailan Arabee Abdul Salam" userId="5bc04053-34d1-46af-a9d4-ff754460ad4b" providerId="ADAL" clId="{76D53FD3-137B-42A7-8814-A5128FB68CB9}" dt="2023-10-30T03:24:22.666" v="2" actId="47"/>
        <pc:sldMkLst>
          <pc:docMk/>
          <pc:sldMk cId="764497266" sldId="332"/>
        </pc:sldMkLst>
      </pc:sldChg>
      <pc:sldChg chg="del">
        <pc:chgData name="Zailan Arabee Abdul Salam" userId="5bc04053-34d1-46af-a9d4-ff754460ad4b" providerId="ADAL" clId="{76D53FD3-137B-42A7-8814-A5128FB68CB9}" dt="2023-10-30T03:24:22.666" v="2" actId="47"/>
        <pc:sldMkLst>
          <pc:docMk/>
          <pc:sldMk cId="0" sldId="333"/>
        </pc:sldMkLst>
      </pc:sldChg>
      <pc:sldChg chg="del">
        <pc:chgData name="Zailan Arabee Abdul Salam" userId="5bc04053-34d1-46af-a9d4-ff754460ad4b" providerId="ADAL" clId="{76D53FD3-137B-42A7-8814-A5128FB68CB9}" dt="2023-10-30T03:24:22.666" v="2" actId="47"/>
        <pc:sldMkLst>
          <pc:docMk/>
          <pc:sldMk cId="63747284" sldId="334"/>
        </pc:sldMkLst>
      </pc:sldChg>
      <pc:sldChg chg="add">
        <pc:chgData name="Zailan Arabee Abdul Salam" userId="5bc04053-34d1-46af-a9d4-ff754460ad4b" providerId="ADAL" clId="{76D53FD3-137B-42A7-8814-A5128FB68CB9}" dt="2023-10-30T03:23:50.545" v="0"/>
        <pc:sldMkLst>
          <pc:docMk/>
          <pc:sldMk cId="0" sldId="335"/>
        </pc:sldMkLst>
      </pc:sldChg>
      <pc:sldChg chg="add">
        <pc:chgData name="Zailan Arabee Abdul Salam" userId="5bc04053-34d1-46af-a9d4-ff754460ad4b" providerId="ADAL" clId="{76D53FD3-137B-42A7-8814-A5128FB68CB9}" dt="2023-10-30T03:23:50.545" v="0"/>
        <pc:sldMkLst>
          <pc:docMk/>
          <pc:sldMk cId="0" sldId="336"/>
        </pc:sldMkLst>
      </pc:sldChg>
      <pc:sldChg chg="add">
        <pc:chgData name="Zailan Arabee Abdul Salam" userId="5bc04053-34d1-46af-a9d4-ff754460ad4b" providerId="ADAL" clId="{76D53FD3-137B-42A7-8814-A5128FB68CB9}" dt="2023-10-30T03:23:50.545" v="0"/>
        <pc:sldMkLst>
          <pc:docMk/>
          <pc:sldMk cId="0" sldId="337"/>
        </pc:sldMkLst>
      </pc:sldChg>
      <pc:sldChg chg="add">
        <pc:chgData name="Zailan Arabee Abdul Salam" userId="5bc04053-34d1-46af-a9d4-ff754460ad4b" providerId="ADAL" clId="{76D53FD3-137B-42A7-8814-A5128FB68CB9}" dt="2023-10-30T03:23:50.545" v="0"/>
        <pc:sldMkLst>
          <pc:docMk/>
          <pc:sldMk cId="0" sldId="338"/>
        </pc:sldMkLst>
      </pc:sldChg>
      <pc:sldChg chg="add">
        <pc:chgData name="Zailan Arabee Abdul Salam" userId="5bc04053-34d1-46af-a9d4-ff754460ad4b" providerId="ADAL" clId="{76D53FD3-137B-42A7-8814-A5128FB68CB9}" dt="2023-10-30T03:23:50.545" v="0"/>
        <pc:sldMkLst>
          <pc:docMk/>
          <pc:sldMk cId="0" sldId="339"/>
        </pc:sldMkLst>
      </pc:sldChg>
      <pc:sldChg chg="add">
        <pc:chgData name="Zailan Arabee Abdul Salam" userId="5bc04053-34d1-46af-a9d4-ff754460ad4b" providerId="ADAL" clId="{76D53FD3-137B-42A7-8814-A5128FB68CB9}" dt="2023-10-30T03:23:50.545" v="0"/>
        <pc:sldMkLst>
          <pc:docMk/>
          <pc:sldMk cId="0" sldId="341"/>
        </pc:sldMkLst>
      </pc:sldChg>
      <pc:sldChg chg="add">
        <pc:chgData name="Zailan Arabee Abdul Salam" userId="5bc04053-34d1-46af-a9d4-ff754460ad4b" providerId="ADAL" clId="{76D53FD3-137B-42A7-8814-A5128FB68CB9}" dt="2023-10-30T03:23:50.545" v="0"/>
        <pc:sldMkLst>
          <pc:docMk/>
          <pc:sldMk cId="0" sldId="342"/>
        </pc:sldMkLst>
      </pc:sldChg>
      <pc:sldChg chg="add">
        <pc:chgData name="Zailan Arabee Abdul Salam" userId="5bc04053-34d1-46af-a9d4-ff754460ad4b" providerId="ADAL" clId="{76D53FD3-137B-42A7-8814-A5128FB68CB9}" dt="2023-10-30T03:23:50.545" v="0"/>
        <pc:sldMkLst>
          <pc:docMk/>
          <pc:sldMk cId="0" sldId="344"/>
        </pc:sldMkLst>
      </pc:sldChg>
      <pc:sldChg chg="add">
        <pc:chgData name="Zailan Arabee Abdul Salam" userId="5bc04053-34d1-46af-a9d4-ff754460ad4b" providerId="ADAL" clId="{76D53FD3-137B-42A7-8814-A5128FB68CB9}" dt="2023-10-30T03:23:50.545" v="0"/>
        <pc:sldMkLst>
          <pc:docMk/>
          <pc:sldMk cId="0" sldId="345"/>
        </pc:sldMkLst>
      </pc:sldChg>
      <pc:sldChg chg="add">
        <pc:chgData name="Zailan Arabee Abdul Salam" userId="5bc04053-34d1-46af-a9d4-ff754460ad4b" providerId="ADAL" clId="{76D53FD3-137B-42A7-8814-A5128FB68CB9}" dt="2023-10-30T03:23:50.545" v="0"/>
        <pc:sldMkLst>
          <pc:docMk/>
          <pc:sldMk cId="0" sldId="346"/>
        </pc:sldMkLst>
      </pc:sldChg>
      <pc:sldChg chg="del">
        <pc:chgData name="Zailan Arabee Abdul Salam" userId="5bc04053-34d1-46af-a9d4-ff754460ad4b" providerId="ADAL" clId="{76D53FD3-137B-42A7-8814-A5128FB68CB9}" dt="2023-10-30T03:24:22.666" v="2" actId="47"/>
        <pc:sldMkLst>
          <pc:docMk/>
          <pc:sldMk cId="2581059157" sldId="384"/>
        </pc:sldMkLst>
      </pc:sldChg>
      <pc:sldChg chg="del">
        <pc:chgData name="Zailan Arabee Abdul Salam" userId="5bc04053-34d1-46af-a9d4-ff754460ad4b" providerId="ADAL" clId="{76D53FD3-137B-42A7-8814-A5128FB68CB9}" dt="2023-10-30T03:24:22.666" v="2" actId="47"/>
        <pc:sldMkLst>
          <pc:docMk/>
          <pc:sldMk cId="1732822587" sldId="385"/>
        </pc:sldMkLst>
      </pc:sldChg>
      <pc:sldChg chg="del">
        <pc:chgData name="Zailan Arabee Abdul Salam" userId="5bc04053-34d1-46af-a9d4-ff754460ad4b" providerId="ADAL" clId="{76D53FD3-137B-42A7-8814-A5128FB68CB9}" dt="2023-10-30T03:24:22.666" v="2" actId="47"/>
        <pc:sldMkLst>
          <pc:docMk/>
          <pc:sldMk cId="1800784675" sldId="386"/>
        </pc:sldMkLst>
      </pc:sldChg>
      <pc:sldChg chg="del">
        <pc:chgData name="Zailan Arabee Abdul Salam" userId="5bc04053-34d1-46af-a9d4-ff754460ad4b" providerId="ADAL" clId="{76D53FD3-137B-42A7-8814-A5128FB68CB9}" dt="2023-10-30T03:24:22.666" v="2" actId="47"/>
        <pc:sldMkLst>
          <pc:docMk/>
          <pc:sldMk cId="509633848" sldId="387"/>
        </pc:sldMkLst>
      </pc:sldChg>
      <pc:sldChg chg="del">
        <pc:chgData name="Zailan Arabee Abdul Salam" userId="5bc04053-34d1-46af-a9d4-ff754460ad4b" providerId="ADAL" clId="{76D53FD3-137B-42A7-8814-A5128FB68CB9}" dt="2023-10-30T03:24:22.666" v="2" actId="47"/>
        <pc:sldMkLst>
          <pc:docMk/>
          <pc:sldMk cId="0" sldId="388"/>
        </pc:sldMkLst>
      </pc:sldChg>
      <pc:sldChg chg="del">
        <pc:chgData name="Zailan Arabee Abdul Salam" userId="5bc04053-34d1-46af-a9d4-ff754460ad4b" providerId="ADAL" clId="{76D53FD3-137B-42A7-8814-A5128FB68CB9}" dt="2023-10-30T03:24:22.666" v="2" actId="47"/>
        <pc:sldMkLst>
          <pc:docMk/>
          <pc:sldMk cId="728493372" sldId="389"/>
        </pc:sldMkLst>
      </pc:sldChg>
      <pc:sldChg chg="del">
        <pc:chgData name="Zailan Arabee Abdul Salam" userId="5bc04053-34d1-46af-a9d4-ff754460ad4b" providerId="ADAL" clId="{76D53FD3-137B-42A7-8814-A5128FB68CB9}" dt="2023-10-30T03:24:22.666" v="2" actId="47"/>
        <pc:sldMkLst>
          <pc:docMk/>
          <pc:sldMk cId="2543501658" sldId="390"/>
        </pc:sldMkLst>
      </pc:sldChg>
      <pc:sldChg chg="del">
        <pc:chgData name="Zailan Arabee Abdul Salam" userId="5bc04053-34d1-46af-a9d4-ff754460ad4b" providerId="ADAL" clId="{76D53FD3-137B-42A7-8814-A5128FB68CB9}" dt="2023-10-30T03:24:22.666" v="2" actId="47"/>
        <pc:sldMkLst>
          <pc:docMk/>
          <pc:sldMk cId="4253409991" sldId="391"/>
        </pc:sldMkLst>
      </pc:sldChg>
      <pc:sldChg chg="del">
        <pc:chgData name="Zailan Arabee Abdul Salam" userId="5bc04053-34d1-46af-a9d4-ff754460ad4b" providerId="ADAL" clId="{76D53FD3-137B-42A7-8814-A5128FB68CB9}" dt="2023-10-30T03:24:22.666" v="2" actId="47"/>
        <pc:sldMkLst>
          <pc:docMk/>
          <pc:sldMk cId="0" sldId="392"/>
        </pc:sldMkLst>
      </pc:sldChg>
      <pc:sldChg chg="del">
        <pc:chgData name="Zailan Arabee Abdul Salam" userId="5bc04053-34d1-46af-a9d4-ff754460ad4b" providerId="ADAL" clId="{76D53FD3-137B-42A7-8814-A5128FB68CB9}" dt="2023-10-30T03:24:22.666" v="2" actId="47"/>
        <pc:sldMkLst>
          <pc:docMk/>
          <pc:sldMk cId="0" sldId="393"/>
        </pc:sldMkLst>
      </pc:sldChg>
      <pc:sldChg chg="del">
        <pc:chgData name="Zailan Arabee Abdul Salam" userId="5bc04053-34d1-46af-a9d4-ff754460ad4b" providerId="ADAL" clId="{76D53FD3-137B-42A7-8814-A5128FB68CB9}" dt="2023-10-30T03:24:22.666" v="2" actId="47"/>
        <pc:sldMkLst>
          <pc:docMk/>
          <pc:sldMk cId="0" sldId="394"/>
        </pc:sldMkLst>
      </pc:sldChg>
      <pc:sldChg chg="del">
        <pc:chgData name="Zailan Arabee Abdul Salam" userId="5bc04053-34d1-46af-a9d4-ff754460ad4b" providerId="ADAL" clId="{76D53FD3-137B-42A7-8814-A5128FB68CB9}" dt="2023-10-30T03:24:22.666" v="2" actId="47"/>
        <pc:sldMkLst>
          <pc:docMk/>
          <pc:sldMk cId="0" sldId="395"/>
        </pc:sldMkLst>
      </pc:sldChg>
      <pc:sldChg chg="del">
        <pc:chgData name="Zailan Arabee Abdul Salam" userId="5bc04053-34d1-46af-a9d4-ff754460ad4b" providerId="ADAL" clId="{76D53FD3-137B-42A7-8814-A5128FB68CB9}" dt="2023-10-30T03:24:22.666" v="2" actId="47"/>
        <pc:sldMkLst>
          <pc:docMk/>
          <pc:sldMk cId="0" sldId="396"/>
        </pc:sldMkLst>
      </pc:sldChg>
      <pc:sldChg chg="add">
        <pc:chgData name="Zailan Arabee Abdul Salam" userId="5bc04053-34d1-46af-a9d4-ff754460ad4b" providerId="ADAL" clId="{76D53FD3-137B-42A7-8814-A5128FB68CB9}" dt="2023-10-30T03:23:50.545" v="0"/>
        <pc:sldMkLst>
          <pc:docMk/>
          <pc:sldMk cId="0" sldId="453"/>
        </pc:sldMkLst>
      </pc:sldChg>
      <pc:sldChg chg="add">
        <pc:chgData name="Zailan Arabee Abdul Salam" userId="5bc04053-34d1-46af-a9d4-ff754460ad4b" providerId="ADAL" clId="{76D53FD3-137B-42A7-8814-A5128FB68CB9}" dt="2023-10-30T03:23:50.545" v="0"/>
        <pc:sldMkLst>
          <pc:docMk/>
          <pc:sldMk cId="0" sldId="454"/>
        </pc:sldMkLst>
      </pc:sldChg>
      <pc:sldChg chg="add">
        <pc:chgData name="Zailan Arabee Abdul Salam" userId="5bc04053-34d1-46af-a9d4-ff754460ad4b" providerId="ADAL" clId="{76D53FD3-137B-42A7-8814-A5128FB68CB9}" dt="2023-10-30T03:23:50.545" v="0"/>
        <pc:sldMkLst>
          <pc:docMk/>
          <pc:sldMk cId="0" sldId="455"/>
        </pc:sldMkLst>
      </pc:sldChg>
      <pc:sldChg chg="add">
        <pc:chgData name="Zailan Arabee Abdul Salam" userId="5bc04053-34d1-46af-a9d4-ff754460ad4b" providerId="ADAL" clId="{76D53FD3-137B-42A7-8814-A5128FB68CB9}" dt="2023-10-30T03:23:50.545" v="0"/>
        <pc:sldMkLst>
          <pc:docMk/>
          <pc:sldMk cId="0" sldId="456"/>
        </pc:sldMkLst>
      </pc:sldChg>
      <pc:sldChg chg="add">
        <pc:chgData name="Zailan Arabee Abdul Salam" userId="5bc04053-34d1-46af-a9d4-ff754460ad4b" providerId="ADAL" clId="{76D53FD3-137B-42A7-8814-A5128FB68CB9}" dt="2023-10-30T03:23:50.545" v="0"/>
        <pc:sldMkLst>
          <pc:docMk/>
          <pc:sldMk cId="0" sldId="457"/>
        </pc:sldMkLst>
      </pc:sldChg>
      <pc:sldChg chg="add">
        <pc:chgData name="Zailan Arabee Abdul Salam" userId="5bc04053-34d1-46af-a9d4-ff754460ad4b" providerId="ADAL" clId="{76D53FD3-137B-42A7-8814-A5128FB68CB9}" dt="2023-10-30T03:23:50.545" v="0"/>
        <pc:sldMkLst>
          <pc:docMk/>
          <pc:sldMk cId="0" sldId="458"/>
        </pc:sldMkLst>
      </pc:sldChg>
      <pc:sldChg chg="add">
        <pc:chgData name="Zailan Arabee Abdul Salam" userId="5bc04053-34d1-46af-a9d4-ff754460ad4b" providerId="ADAL" clId="{76D53FD3-137B-42A7-8814-A5128FB68CB9}" dt="2023-10-30T03:23:50.545" v="0"/>
        <pc:sldMkLst>
          <pc:docMk/>
          <pc:sldMk cId="0" sldId="459"/>
        </pc:sldMkLst>
      </pc:sldChg>
      <pc:sldChg chg="add">
        <pc:chgData name="Zailan Arabee Abdul Salam" userId="5bc04053-34d1-46af-a9d4-ff754460ad4b" providerId="ADAL" clId="{76D53FD3-137B-42A7-8814-A5128FB68CB9}" dt="2023-10-30T03:23:50.545" v="0"/>
        <pc:sldMkLst>
          <pc:docMk/>
          <pc:sldMk cId="0" sldId="460"/>
        </pc:sldMkLst>
      </pc:sldChg>
      <pc:sldChg chg="add">
        <pc:chgData name="Zailan Arabee Abdul Salam" userId="5bc04053-34d1-46af-a9d4-ff754460ad4b" providerId="ADAL" clId="{76D53FD3-137B-42A7-8814-A5128FB68CB9}" dt="2023-10-30T03:23:50.545" v="0"/>
        <pc:sldMkLst>
          <pc:docMk/>
          <pc:sldMk cId="0" sldId="461"/>
        </pc:sldMkLst>
      </pc:sldChg>
      <pc:sldChg chg="add">
        <pc:chgData name="Zailan Arabee Abdul Salam" userId="5bc04053-34d1-46af-a9d4-ff754460ad4b" providerId="ADAL" clId="{76D53FD3-137B-42A7-8814-A5128FB68CB9}" dt="2023-10-30T03:23:50.545" v="0"/>
        <pc:sldMkLst>
          <pc:docMk/>
          <pc:sldMk cId="0" sldId="462"/>
        </pc:sldMkLst>
      </pc:sldChg>
      <pc:sldChg chg="add">
        <pc:chgData name="Zailan Arabee Abdul Salam" userId="5bc04053-34d1-46af-a9d4-ff754460ad4b" providerId="ADAL" clId="{76D53FD3-137B-42A7-8814-A5128FB68CB9}" dt="2023-10-30T03:23:50.545" v="0"/>
        <pc:sldMkLst>
          <pc:docMk/>
          <pc:sldMk cId="0" sldId="463"/>
        </pc:sldMkLst>
      </pc:sldChg>
      <pc:sldChg chg="add">
        <pc:chgData name="Zailan Arabee Abdul Salam" userId="5bc04053-34d1-46af-a9d4-ff754460ad4b" providerId="ADAL" clId="{76D53FD3-137B-42A7-8814-A5128FB68CB9}" dt="2023-10-30T03:23:50.545" v="0"/>
        <pc:sldMkLst>
          <pc:docMk/>
          <pc:sldMk cId="0" sldId="464"/>
        </pc:sldMkLst>
      </pc:sldChg>
      <pc:sldChg chg="add">
        <pc:chgData name="Zailan Arabee Abdul Salam" userId="5bc04053-34d1-46af-a9d4-ff754460ad4b" providerId="ADAL" clId="{76D53FD3-137B-42A7-8814-A5128FB68CB9}" dt="2023-10-30T03:23:50.545" v="0"/>
        <pc:sldMkLst>
          <pc:docMk/>
          <pc:sldMk cId="1184319698" sldId="465"/>
        </pc:sldMkLst>
      </pc:sldChg>
      <pc:sldChg chg="add">
        <pc:chgData name="Zailan Arabee Abdul Salam" userId="5bc04053-34d1-46af-a9d4-ff754460ad4b" providerId="ADAL" clId="{76D53FD3-137B-42A7-8814-A5128FB68CB9}" dt="2023-10-30T03:23:50.545" v="0"/>
        <pc:sldMkLst>
          <pc:docMk/>
          <pc:sldMk cId="3912884228" sldId="466"/>
        </pc:sldMkLst>
      </pc:sldChg>
      <pc:sldChg chg="add">
        <pc:chgData name="Zailan Arabee Abdul Salam" userId="5bc04053-34d1-46af-a9d4-ff754460ad4b" providerId="ADAL" clId="{76D53FD3-137B-42A7-8814-A5128FB68CB9}" dt="2023-10-30T03:23:50.545" v="0"/>
        <pc:sldMkLst>
          <pc:docMk/>
          <pc:sldMk cId="0" sldId="467"/>
        </pc:sldMkLst>
      </pc:sldChg>
      <pc:sldChg chg="add">
        <pc:chgData name="Zailan Arabee Abdul Salam" userId="5bc04053-34d1-46af-a9d4-ff754460ad4b" providerId="ADAL" clId="{76D53FD3-137B-42A7-8814-A5128FB68CB9}" dt="2023-10-30T03:23:50.545" v="0"/>
        <pc:sldMkLst>
          <pc:docMk/>
          <pc:sldMk cId="0" sldId="468"/>
        </pc:sldMkLst>
      </pc:sldChg>
      <pc:sldChg chg="add">
        <pc:chgData name="Zailan Arabee Abdul Salam" userId="5bc04053-34d1-46af-a9d4-ff754460ad4b" providerId="ADAL" clId="{76D53FD3-137B-42A7-8814-A5128FB68CB9}" dt="2023-10-30T03:23:50.545" v="0"/>
        <pc:sldMkLst>
          <pc:docMk/>
          <pc:sldMk cId="0" sldId="469"/>
        </pc:sldMkLst>
      </pc:sldChg>
      <pc:sldChg chg="add">
        <pc:chgData name="Zailan Arabee Abdul Salam" userId="5bc04053-34d1-46af-a9d4-ff754460ad4b" providerId="ADAL" clId="{76D53FD3-137B-42A7-8814-A5128FB68CB9}" dt="2023-10-30T03:23:50.545" v="0"/>
        <pc:sldMkLst>
          <pc:docMk/>
          <pc:sldMk cId="0" sldId="470"/>
        </pc:sldMkLst>
      </pc:sldChg>
      <pc:sldChg chg="add">
        <pc:chgData name="Zailan Arabee Abdul Salam" userId="5bc04053-34d1-46af-a9d4-ff754460ad4b" providerId="ADAL" clId="{76D53FD3-137B-42A7-8814-A5128FB68CB9}" dt="2023-10-30T03:23:50.545" v="0"/>
        <pc:sldMkLst>
          <pc:docMk/>
          <pc:sldMk cId="0" sldId="471"/>
        </pc:sldMkLst>
      </pc:sldChg>
      <pc:sldChg chg="add">
        <pc:chgData name="Zailan Arabee Abdul Salam" userId="5bc04053-34d1-46af-a9d4-ff754460ad4b" providerId="ADAL" clId="{76D53FD3-137B-42A7-8814-A5128FB68CB9}" dt="2023-10-30T03:23:50.545" v="0"/>
        <pc:sldMkLst>
          <pc:docMk/>
          <pc:sldMk cId="0" sldId="472"/>
        </pc:sldMkLst>
      </pc:sldChg>
      <pc:sldChg chg="add">
        <pc:chgData name="Zailan Arabee Abdul Salam" userId="5bc04053-34d1-46af-a9d4-ff754460ad4b" providerId="ADAL" clId="{76D53FD3-137B-42A7-8814-A5128FB68CB9}" dt="2023-10-30T03:23:50.545" v="0"/>
        <pc:sldMkLst>
          <pc:docMk/>
          <pc:sldMk cId="0" sldId="473"/>
        </pc:sldMkLst>
      </pc:sldChg>
      <pc:sldChg chg="add">
        <pc:chgData name="Zailan Arabee Abdul Salam" userId="5bc04053-34d1-46af-a9d4-ff754460ad4b" providerId="ADAL" clId="{76D53FD3-137B-42A7-8814-A5128FB68CB9}" dt="2023-10-30T03:23:50.545" v="0"/>
        <pc:sldMkLst>
          <pc:docMk/>
          <pc:sldMk cId="0" sldId="474"/>
        </pc:sldMkLst>
      </pc:sldChg>
      <pc:sldChg chg="add">
        <pc:chgData name="Zailan Arabee Abdul Salam" userId="5bc04053-34d1-46af-a9d4-ff754460ad4b" providerId="ADAL" clId="{76D53FD3-137B-42A7-8814-A5128FB68CB9}" dt="2023-10-30T03:23:50.545" v="0"/>
        <pc:sldMkLst>
          <pc:docMk/>
          <pc:sldMk cId="0" sldId="475"/>
        </pc:sldMkLst>
      </pc:sldChg>
      <pc:sldChg chg="add">
        <pc:chgData name="Zailan Arabee Abdul Salam" userId="5bc04053-34d1-46af-a9d4-ff754460ad4b" providerId="ADAL" clId="{76D53FD3-137B-42A7-8814-A5128FB68CB9}" dt="2023-10-30T03:23:50.545" v="0"/>
        <pc:sldMkLst>
          <pc:docMk/>
          <pc:sldMk cId="0" sldId="476"/>
        </pc:sldMkLst>
      </pc:sldChg>
      <pc:sldChg chg="add">
        <pc:chgData name="Zailan Arabee Abdul Salam" userId="5bc04053-34d1-46af-a9d4-ff754460ad4b" providerId="ADAL" clId="{76D53FD3-137B-42A7-8814-A5128FB68CB9}" dt="2023-10-30T03:23:50.545" v="0"/>
        <pc:sldMkLst>
          <pc:docMk/>
          <pc:sldMk cId="0" sldId="477"/>
        </pc:sldMkLst>
      </pc:sldChg>
      <pc:sldChg chg="add">
        <pc:chgData name="Zailan Arabee Abdul Salam" userId="5bc04053-34d1-46af-a9d4-ff754460ad4b" providerId="ADAL" clId="{76D53FD3-137B-42A7-8814-A5128FB68CB9}" dt="2023-10-30T03:23:50.545" v="0"/>
        <pc:sldMkLst>
          <pc:docMk/>
          <pc:sldMk cId="2755726583" sldId="478"/>
        </pc:sldMkLst>
      </pc:sldChg>
      <pc:sldChg chg="add">
        <pc:chgData name="Zailan Arabee Abdul Salam" userId="5bc04053-34d1-46af-a9d4-ff754460ad4b" providerId="ADAL" clId="{76D53FD3-137B-42A7-8814-A5128FB68CB9}" dt="2023-10-30T03:23:50.545" v="0"/>
        <pc:sldMkLst>
          <pc:docMk/>
          <pc:sldMk cId="372360413" sldId="480"/>
        </pc:sldMkLst>
      </pc:sldChg>
      <pc:sldChg chg="add">
        <pc:chgData name="Zailan Arabee Abdul Salam" userId="5bc04053-34d1-46af-a9d4-ff754460ad4b" providerId="ADAL" clId="{76D53FD3-137B-42A7-8814-A5128FB68CB9}" dt="2023-10-30T03:23:50.545" v="0"/>
        <pc:sldMkLst>
          <pc:docMk/>
          <pc:sldMk cId="0" sldId="481"/>
        </pc:sldMkLst>
      </pc:sldChg>
      <pc:sldChg chg="add">
        <pc:chgData name="Zailan Arabee Abdul Salam" userId="5bc04053-34d1-46af-a9d4-ff754460ad4b" providerId="ADAL" clId="{76D53FD3-137B-42A7-8814-A5128FB68CB9}" dt="2023-10-30T03:23:50.545" v="0"/>
        <pc:sldMkLst>
          <pc:docMk/>
          <pc:sldMk cId="0" sldId="482"/>
        </pc:sldMkLst>
      </pc:sldChg>
      <pc:sldChg chg="add">
        <pc:chgData name="Zailan Arabee Abdul Salam" userId="5bc04053-34d1-46af-a9d4-ff754460ad4b" providerId="ADAL" clId="{76D53FD3-137B-42A7-8814-A5128FB68CB9}" dt="2023-10-30T03:23:50.545" v="0"/>
        <pc:sldMkLst>
          <pc:docMk/>
          <pc:sldMk cId="3564082965" sldId="485"/>
        </pc:sldMkLst>
      </pc:sldChg>
      <pc:sldChg chg="add">
        <pc:chgData name="Zailan Arabee Abdul Salam" userId="5bc04053-34d1-46af-a9d4-ff754460ad4b" providerId="ADAL" clId="{76D53FD3-137B-42A7-8814-A5128FB68CB9}" dt="2023-10-30T03:23:50.545" v="0"/>
        <pc:sldMkLst>
          <pc:docMk/>
          <pc:sldMk cId="3254383725" sldId="486"/>
        </pc:sldMkLst>
      </pc:sldChg>
      <pc:sldChg chg="add">
        <pc:chgData name="Zailan Arabee Abdul Salam" userId="5bc04053-34d1-46af-a9d4-ff754460ad4b" providerId="ADAL" clId="{76D53FD3-137B-42A7-8814-A5128FB68CB9}" dt="2023-10-30T03:23:50.545" v="0"/>
        <pc:sldMkLst>
          <pc:docMk/>
          <pc:sldMk cId="1414928201" sldId="487"/>
        </pc:sldMkLst>
      </pc:sldChg>
      <pc:sldChg chg="add">
        <pc:chgData name="Zailan Arabee Abdul Salam" userId="5bc04053-34d1-46af-a9d4-ff754460ad4b" providerId="ADAL" clId="{76D53FD3-137B-42A7-8814-A5128FB68CB9}" dt="2023-10-30T03:23:50.545" v="0"/>
        <pc:sldMkLst>
          <pc:docMk/>
          <pc:sldMk cId="1439302342" sldId="488"/>
        </pc:sldMkLst>
      </pc:sldChg>
      <pc:sldChg chg="add">
        <pc:chgData name="Zailan Arabee Abdul Salam" userId="5bc04053-34d1-46af-a9d4-ff754460ad4b" providerId="ADAL" clId="{76D53FD3-137B-42A7-8814-A5128FB68CB9}" dt="2023-10-30T03:23:50.545" v="0"/>
        <pc:sldMkLst>
          <pc:docMk/>
          <pc:sldMk cId="3734300543" sldId="489"/>
        </pc:sldMkLst>
      </pc:sldChg>
      <pc:sldChg chg="add">
        <pc:chgData name="Zailan Arabee Abdul Salam" userId="5bc04053-34d1-46af-a9d4-ff754460ad4b" providerId="ADAL" clId="{76D53FD3-137B-42A7-8814-A5128FB68CB9}" dt="2023-10-30T03:23:50.545" v="0"/>
        <pc:sldMkLst>
          <pc:docMk/>
          <pc:sldMk cId="1332866878" sldId="490"/>
        </pc:sldMkLst>
      </pc:sldChg>
      <pc:sldChg chg="add">
        <pc:chgData name="Zailan Arabee Abdul Salam" userId="5bc04053-34d1-46af-a9d4-ff754460ad4b" providerId="ADAL" clId="{76D53FD3-137B-42A7-8814-A5128FB68CB9}" dt="2023-10-30T03:23:50.545" v="0"/>
        <pc:sldMkLst>
          <pc:docMk/>
          <pc:sldMk cId="51422715" sldId="491"/>
        </pc:sldMkLst>
      </pc:sldChg>
      <pc:sldChg chg="add">
        <pc:chgData name="Zailan Arabee Abdul Salam" userId="5bc04053-34d1-46af-a9d4-ff754460ad4b" providerId="ADAL" clId="{76D53FD3-137B-42A7-8814-A5128FB68CB9}" dt="2023-10-30T03:23:50.545" v="0"/>
        <pc:sldMkLst>
          <pc:docMk/>
          <pc:sldMk cId="1500488050" sldId="498"/>
        </pc:sldMkLst>
      </pc:sldChg>
      <pc:sldChg chg="add">
        <pc:chgData name="Zailan Arabee Abdul Salam" userId="5bc04053-34d1-46af-a9d4-ff754460ad4b" providerId="ADAL" clId="{76D53FD3-137B-42A7-8814-A5128FB68CB9}" dt="2023-10-30T03:23:50.545" v="0"/>
        <pc:sldMkLst>
          <pc:docMk/>
          <pc:sldMk cId="2885538886" sldId="499"/>
        </pc:sldMkLst>
      </pc:sldChg>
      <pc:sldChg chg="add">
        <pc:chgData name="Zailan Arabee Abdul Salam" userId="5bc04053-34d1-46af-a9d4-ff754460ad4b" providerId="ADAL" clId="{76D53FD3-137B-42A7-8814-A5128FB68CB9}" dt="2023-10-30T03:23:50.545" v="0"/>
        <pc:sldMkLst>
          <pc:docMk/>
          <pc:sldMk cId="4062332636" sldId="500"/>
        </pc:sldMkLst>
      </pc:sldChg>
      <pc:sldChg chg="add">
        <pc:chgData name="Zailan Arabee Abdul Salam" userId="5bc04053-34d1-46af-a9d4-ff754460ad4b" providerId="ADAL" clId="{76D53FD3-137B-42A7-8814-A5128FB68CB9}" dt="2023-10-30T03:23:50.545" v="0"/>
        <pc:sldMkLst>
          <pc:docMk/>
          <pc:sldMk cId="3145781160" sldId="501"/>
        </pc:sldMkLst>
      </pc:sldChg>
      <pc:sldChg chg="add">
        <pc:chgData name="Zailan Arabee Abdul Salam" userId="5bc04053-34d1-46af-a9d4-ff754460ad4b" providerId="ADAL" clId="{76D53FD3-137B-42A7-8814-A5128FB68CB9}" dt="2023-10-30T03:23:50.545" v="0"/>
        <pc:sldMkLst>
          <pc:docMk/>
          <pc:sldMk cId="3824347951" sldId="502"/>
        </pc:sldMkLst>
      </pc:sldChg>
      <pc:sldChg chg="add">
        <pc:chgData name="Zailan Arabee Abdul Salam" userId="5bc04053-34d1-46af-a9d4-ff754460ad4b" providerId="ADAL" clId="{76D53FD3-137B-42A7-8814-A5128FB68CB9}" dt="2023-10-30T03:23:50.545" v="0"/>
        <pc:sldMkLst>
          <pc:docMk/>
          <pc:sldMk cId="3333830559" sldId="503"/>
        </pc:sldMkLst>
      </pc:sldChg>
      <pc:sldChg chg="add">
        <pc:chgData name="Zailan Arabee Abdul Salam" userId="5bc04053-34d1-46af-a9d4-ff754460ad4b" providerId="ADAL" clId="{76D53FD3-137B-42A7-8814-A5128FB68CB9}" dt="2023-10-30T03:23:50.545" v="0"/>
        <pc:sldMkLst>
          <pc:docMk/>
          <pc:sldMk cId="4126277076" sldId="504"/>
        </pc:sldMkLst>
      </pc:sldChg>
      <pc:sldChg chg="add">
        <pc:chgData name="Zailan Arabee Abdul Salam" userId="5bc04053-34d1-46af-a9d4-ff754460ad4b" providerId="ADAL" clId="{76D53FD3-137B-42A7-8814-A5128FB68CB9}" dt="2023-10-30T03:23:50.545" v="0"/>
        <pc:sldMkLst>
          <pc:docMk/>
          <pc:sldMk cId="235118991" sldId="505"/>
        </pc:sldMkLst>
      </pc:sldChg>
      <pc:sldChg chg="add">
        <pc:chgData name="Zailan Arabee Abdul Salam" userId="5bc04053-34d1-46af-a9d4-ff754460ad4b" providerId="ADAL" clId="{76D53FD3-137B-42A7-8814-A5128FB68CB9}" dt="2023-10-30T03:23:50.545" v="0"/>
        <pc:sldMkLst>
          <pc:docMk/>
          <pc:sldMk cId="4223502574" sldId="506"/>
        </pc:sldMkLst>
      </pc:sldChg>
      <pc:sldChg chg="add">
        <pc:chgData name="Zailan Arabee Abdul Salam" userId="5bc04053-34d1-46af-a9d4-ff754460ad4b" providerId="ADAL" clId="{76D53FD3-137B-42A7-8814-A5128FB68CB9}" dt="2023-10-30T03:23:50.545" v="0"/>
        <pc:sldMkLst>
          <pc:docMk/>
          <pc:sldMk cId="2370038255" sldId="507"/>
        </pc:sldMkLst>
      </pc:sldChg>
      <pc:sldChg chg="add">
        <pc:chgData name="Zailan Arabee Abdul Salam" userId="5bc04053-34d1-46af-a9d4-ff754460ad4b" providerId="ADAL" clId="{76D53FD3-137B-42A7-8814-A5128FB68CB9}" dt="2023-10-30T03:23:50.545" v="0"/>
        <pc:sldMkLst>
          <pc:docMk/>
          <pc:sldMk cId="1998009960" sldId="508"/>
        </pc:sldMkLst>
      </pc:sldChg>
      <pc:sldChg chg="add">
        <pc:chgData name="Zailan Arabee Abdul Salam" userId="5bc04053-34d1-46af-a9d4-ff754460ad4b" providerId="ADAL" clId="{76D53FD3-137B-42A7-8814-A5128FB68CB9}" dt="2023-10-30T03:23:50.545" v="0"/>
        <pc:sldMkLst>
          <pc:docMk/>
          <pc:sldMk cId="1140105713" sldId="509"/>
        </pc:sldMkLst>
      </pc:sldChg>
      <pc:sldChg chg="add">
        <pc:chgData name="Zailan Arabee Abdul Salam" userId="5bc04053-34d1-46af-a9d4-ff754460ad4b" providerId="ADAL" clId="{76D53FD3-137B-42A7-8814-A5128FB68CB9}" dt="2023-10-30T03:23:50.545" v="0"/>
        <pc:sldMkLst>
          <pc:docMk/>
          <pc:sldMk cId="3367596249" sldId="510"/>
        </pc:sldMkLst>
      </pc:sldChg>
      <pc:sldChg chg="add">
        <pc:chgData name="Zailan Arabee Abdul Salam" userId="5bc04053-34d1-46af-a9d4-ff754460ad4b" providerId="ADAL" clId="{76D53FD3-137B-42A7-8814-A5128FB68CB9}" dt="2023-10-30T03:23:50.545" v="0"/>
        <pc:sldMkLst>
          <pc:docMk/>
          <pc:sldMk cId="1715310179" sldId="512"/>
        </pc:sldMkLst>
      </pc:sldChg>
      <pc:sldChg chg="add">
        <pc:chgData name="Zailan Arabee Abdul Salam" userId="5bc04053-34d1-46af-a9d4-ff754460ad4b" providerId="ADAL" clId="{76D53FD3-137B-42A7-8814-A5128FB68CB9}" dt="2023-10-30T03:23:50.545" v="0"/>
        <pc:sldMkLst>
          <pc:docMk/>
          <pc:sldMk cId="2439912198" sldId="513"/>
        </pc:sldMkLst>
      </pc:sldChg>
      <pc:sldChg chg="add">
        <pc:chgData name="Zailan Arabee Abdul Salam" userId="5bc04053-34d1-46af-a9d4-ff754460ad4b" providerId="ADAL" clId="{76D53FD3-137B-42A7-8814-A5128FB68CB9}" dt="2023-10-30T03:23:50.545" v="0"/>
        <pc:sldMkLst>
          <pc:docMk/>
          <pc:sldMk cId="2911786166" sldId="514"/>
        </pc:sldMkLst>
      </pc:sldChg>
      <pc:sldChg chg="add">
        <pc:chgData name="Zailan Arabee Abdul Salam" userId="5bc04053-34d1-46af-a9d4-ff754460ad4b" providerId="ADAL" clId="{76D53FD3-137B-42A7-8814-A5128FB68CB9}" dt="2023-10-30T03:23:50.545" v="0"/>
        <pc:sldMkLst>
          <pc:docMk/>
          <pc:sldMk cId="2066858650" sldId="1891"/>
        </pc:sldMkLst>
      </pc:sldChg>
      <pc:sldChg chg="add">
        <pc:chgData name="Zailan Arabee Abdul Salam" userId="5bc04053-34d1-46af-a9d4-ff754460ad4b" providerId="ADAL" clId="{76D53FD3-137B-42A7-8814-A5128FB68CB9}" dt="2023-10-30T03:23:50.545" v="0"/>
        <pc:sldMkLst>
          <pc:docMk/>
          <pc:sldMk cId="2774009567" sldId="1892"/>
        </pc:sldMkLst>
      </pc:sldChg>
      <pc:sldChg chg="add">
        <pc:chgData name="Zailan Arabee Abdul Salam" userId="5bc04053-34d1-46af-a9d4-ff754460ad4b" providerId="ADAL" clId="{76D53FD3-137B-42A7-8814-A5128FB68CB9}" dt="2023-10-30T03:23:50.545" v="0"/>
        <pc:sldMkLst>
          <pc:docMk/>
          <pc:sldMk cId="3477102949" sldId="1893"/>
        </pc:sldMkLst>
      </pc:sldChg>
      <pc:sldChg chg="add">
        <pc:chgData name="Zailan Arabee Abdul Salam" userId="5bc04053-34d1-46af-a9d4-ff754460ad4b" providerId="ADAL" clId="{76D53FD3-137B-42A7-8814-A5128FB68CB9}" dt="2023-10-30T03:23:50.545" v="0"/>
        <pc:sldMkLst>
          <pc:docMk/>
          <pc:sldMk cId="1208853802" sldId="1898"/>
        </pc:sldMkLst>
      </pc:sldChg>
      <pc:sldChg chg="add">
        <pc:chgData name="Zailan Arabee Abdul Salam" userId="5bc04053-34d1-46af-a9d4-ff754460ad4b" providerId="ADAL" clId="{76D53FD3-137B-42A7-8814-A5128FB68CB9}" dt="2023-10-30T03:23:50.545" v="0"/>
        <pc:sldMkLst>
          <pc:docMk/>
          <pc:sldMk cId="2426269947" sldId="1899"/>
        </pc:sldMkLst>
      </pc:sldChg>
      <pc:sldChg chg="add">
        <pc:chgData name="Zailan Arabee Abdul Salam" userId="5bc04053-34d1-46af-a9d4-ff754460ad4b" providerId="ADAL" clId="{76D53FD3-137B-42A7-8814-A5128FB68CB9}" dt="2023-10-30T03:23:50.545" v="0"/>
        <pc:sldMkLst>
          <pc:docMk/>
          <pc:sldMk cId="2377559160" sldId="1901"/>
        </pc:sldMkLst>
      </pc:sldChg>
      <pc:sldChg chg="add">
        <pc:chgData name="Zailan Arabee Abdul Salam" userId="5bc04053-34d1-46af-a9d4-ff754460ad4b" providerId="ADAL" clId="{76D53FD3-137B-42A7-8814-A5128FB68CB9}" dt="2023-10-30T03:23:50.545" v="0"/>
        <pc:sldMkLst>
          <pc:docMk/>
          <pc:sldMk cId="1302651925" sldId="1902"/>
        </pc:sldMkLst>
      </pc:sldChg>
      <pc:sldChg chg="add">
        <pc:chgData name="Zailan Arabee Abdul Salam" userId="5bc04053-34d1-46af-a9d4-ff754460ad4b" providerId="ADAL" clId="{76D53FD3-137B-42A7-8814-A5128FB68CB9}" dt="2023-10-30T03:23:50.545" v="0"/>
        <pc:sldMkLst>
          <pc:docMk/>
          <pc:sldMk cId="1917068273" sldId="1903"/>
        </pc:sldMkLst>
      </pc:sldChg>
      <pc:sldChg chg="add">
        <pc:chgData name="Zailan Arabee Abdul Salam" userId="5bc04053-34d1-46af-a9d4-ff754460ad4b" providerId="ADAL" clId="{76D53FD3-137B-42A7-8814-A5128FB68CB9}" dt="2023-10-30T03:23:50.545" v="0"/>
        <pc:sldMkLst>
          <pc:docMk/>
          <pc:sldMk cId="3895380168" sldId="1905"/>
        </pc:sldMkLst>
      </pc:sldChg>
      <pc:sldChg chg="add">
        <pc:chgData name="Zailan Arabee Abdul Salam" userId="5bc04053-34d1-46af-a9d4-ff754460ad4b" providerId="ADAL" clId="{76D53FD3-137B-42A7-8814-A5128FB68CB9}" dt="2023-10-30T03:23:50.545" v="0"/>
        <pc:sldMkLst>
          <pc:docMk/>
          <pc:sldMk cId="4255597957" sldId="1908"/>
        </pc:sldMkLst>
      </pc:sldChg>
      <pc:sldChg chg="add">
        <pc:chgData name="Zailan Arabee Abdul Salam" userId="5bc04053-34d1-46af-a9d4-ff754460ad4b" providerId="ADAL" clId="{76D53FD3-137B-42A7-8814-A5128FB68CB9}" dt="2023-10-30T03:23:50.545" v="0"/>
        <pc:sldMkLst>
          <pc:docMk/>
          <pc:sldMk cId="3773843950" sldId="1910"/>
        </pc:sldMkLst>
      </pc:sldChg>
      <pc:sldChg chg="add">
        <pc:chgData name="Zailan Arabee Abdul Salam" userId="5bc04053-34d1-46af-a9d4-ff754460ad4b" providerId="ADAL" clId="{76D53FD3-137B-42A7-8814-A5128FB68CB9}" dt="2023-10-30T03:23:50.545" v="0"/>
        <pc:sldMkLst>
          <pc:docMk/>
          <pc:sldMk cId="4230886124" sldId="1911"/>
        </pc:sldMkLst>
      </pc:sldChg>
      <pc:sldChg chg="add">
        <pc:chgData name="Zailan Arabee Abdul Salam" userId="5bc04053-34d1-46af-a9d4-ff754460ad4b" providerId="ADAL" clId="{76D53FD3-137B-42A7-8814-A5128FB68CB9}" dt="2023-10-30T03:23:50.545" v="0"/>
        <pc:sldMkLst>
          <pc:docMk/>
          <pc:sldMk cId="4072523526" sldId="1913"/>
        </pc:sldMkLst>
      </pc:sldChg>
      <pc:sldChg chg="add">
        <pc:chgData name="Zailan Arabee Abdul Salam" userId="5bc04053-34d1-46af-a9d4-ff754460ad4b" providerId="ADAL" clId="{76D53FD3-137B-42A7-8814-A5128FB68CB9}" dt="2023-10-30T03:23:50.545" v="0"/>
        <pc:sldMkLst>
          <pc:docMk/>
          <pc:sldMk cId="851357154" sldId="1914"/>
        </pc:sldMkLst>
      </pc:sldChg>
      <pc:sldChg chg="add">
        <pc:chgData name="Zailan Arabee Abdul Salam" userId="5bc04053-34d1-46af-a9d4-ff754460ad4b" providerId="ADAL" clId="{76D53FD3-137B-42A7-8814-A5128FB68CB9}" dt="2023-10-30T03:23:50.545" v="0"/>
        <pc:sldMkLst>
          <pc:docMk/>
          <pc:sldMk cId="298809152" sldId="1915"/>
        </pc:sldMkLst>
      </pc:sldChg>
      <pc:sldChg chg="add">
        <pc:chgData name="Zailan Arabee Abdul Salam" userId="5bc04053-34d1-46af-a9d4-ff754460ad4b" providerId="ADAL" clId="{76D53FD3-137B-42A7-8814-A5128FB68CB9}" dt="2023-10-30T03:23:50.545" v="0"/>
        <pc:sldMkLst>
          <pc:docMk/>
          <pc:sldMk cId="0" sldId="1916"/>
        </pc:sldMkLst>
      </pc:sldChg>
      <pc:sldChg chg="add">
        <pc:chgData name="Zailan Arabee Abdul Salam" userId="5bc04053-34d1-46af-a9d4-ff754460ad4b" providerId="ADAL" clId="{76D53FD3-137B-42A7-8814-A5128FB68CB9}" dt="2023-10-30T03:23:50.545" v="0"/>
        <pc:sldMkLst>
          <pc:docMk/>
          <pc:sldMk cId="0" sldId="1917"/>
        </pc:sldMkLst>
      </pc:sldChg>
      <pc:sldChg chg="add">
        <pc:chgData name="Zailan Arabee Abdul Salam" userId="5bc04053-34d1-46af-a9d4-ff754460ad4b" providerId="ADAL" clId="{76D53FD3-137B-42A7-8814-A5128FB68CB9}" dt="2023-10-30T03:23:50.545" v="0"/>
        <pc:sldMkLst>
          <pc:docMk/>
          <pc:sldMk cId="0" sldId="1918"/>
        </pc:sldMkLst>
      </pc:sldChg>
      <pc:sldChg chg="add">
        <pc:chgData name="Zailan Arabee Abdul Salam" userId="5bc04053-34d1-46af-a9d4-ff754460ad4b" providerId="ADAL" clId="{76D53FD3-137B-42A7-8814-A5128FB68CB9}" dt="2023-10-30T03:23:50.545" v="0"/>
        <pc:sldMkLst>
          <pc:docMk/>
          <pc:sldMk cId="3106057987" sldId="1919"/>
        </pc:sldMkLst>
      </pc:sldChg>
      <pc:sldChg chg="add">
        <pc:chgData name="Zailan Arabee Abdul Salam" userId="5bc04053-34d1-46af-a9d4-ff754460ad4b" providerId="ADAL" clId="{76D53FD3-137B-42A7-8814-A5128FB68CB9}" dt="2023-10-30T03:23:50.545" v="0"/>
        <pc:sldMkLst>
          <pc:docMk/>
          <pc:sldMk cId="0" sldId="1920"/>
        </pc:sldMkLst>
      </pc:sldChg>
      <pc:sldChg chg="add">
        <pc:chgData name="Zailan Arabee Abdul Salam" userId="5bc04053-34d1-46af-a9d4-ff754460ad4b" providerId="ADAL" clId="{76D53FD3-137B-42A7-8814-A5128FB68CB9}" dt="2023-10-30T03:23:50.545" v="0"/>
        <pc:sldMkLst>
          <pc:docMk/>
          <pc:sldMk cId="0" sldId="1921"/>
        </pc:sldMkLst>
      </pc:sldChg>
      <pc:sldChg chg="add">
        <pc:chgData name="Zailan Arabee Abdul Salam" userId="5bc04053-34d1-46af-a9d4-ff754460ad4b" providerId="ADAL" clId="{76D53FD3-137B-42A7-8814-A5128FB68CB9}" dt="2023-10-30T03:23:50.545" v="0"/>
        <pc:sldMkLst>
          <pc:docMk/>
          <pc:sldMk cId="0" sldId="1922"/>
        </pc:sldMkLst>
      </pc:sldChg>
      <pc:sldChg chg="add">
        <pc:chgData name="Zailan Arabee Abdul Salam" userId="5bc04053-34d1-46af-a9d4-ff754460ad4b" providerId="ADAL" clId="{76D53FD3-137B-42A7-8814-A5128FB68CB9}" dt="2023-10-30T03:23:50.545" v="0"/>
        <pc:sldMkLst>
          <pc:docMk/>
          <pc:sldMk cId="0" sldId="1923"/>
        </pc:sldMkLst>
      </pc:sldChg>
      <pc:sldChg chg="add">
        <pc:chgData name="Zailan Arabee Abdul Salam" userId="5bc04053-34d1-46af-a9d4-ff754460ad4b" providerId="ADAL" clId="{76D53FD3-137B-42A7-8814-A5128FB68CB9}" dt="2023-10-30T03:23:50.545" v="0"/>
        <pc:sldMkLst>
          <pc:docMk/>
          <pc:sldMk cId="0" sldId="1924"/>
        </pc:sldMkLst>
      </pc:sldChg>
      <pc:sldChg chg="add">
        <pc:chgData name="Zailan Arabee Abdul Salam" userId="5bc04053-34d1-46af-a9d4-ff754460ad4b" providerId="ADAL" clId="{76D53FD3-137B-42A7-8814-A5128FB68CB9}" dt="2023-10-30T03:23:50.545" v="0"/>
        <pc:sldMkLst>
          <pc:docMk/>
          <pc:sldMk cId="0" sldId="1925"/>
        </pc:sldMkLst>
      </pc:sldChg>
      <pc:sldChg chg="add">
        <pc:chgData name="Zailan Arabee Abdul Salam" userId="5bc04053-34d1-46af-a9d4-ff754460ad4b" providerId="ADAL" clId="{76D53FD3-137B-42A7-8814-A5128FB68CB9}" dt="2023-10-30T03:23:50.545" v="0"/>
        <pc:sldMkLst>
          <pc:docMk/>
          <pc:sldMk cId="0" sldId="1926"/>
        </pc:sldMkLst>
      </pc:sldChg>
      <pc:sldChg chg="add">
        <pc:chgData name="Zailan Arabee Abdul Salam" userId="5bc04053-34d1-46af-a9d4-ff754460ad4b" providerId="ADAL" clId="{76D53FD3-137B-42A7-8814-A5128FB68CB9}" dt="2023-10-30T03:23:50.545" v="0"/>
        <pc:sldMkLst>
          <pc:docMk/>
          <pc:sldMk cId="0" sldId="1927"/>
        </pc:sldMkLst>
      </pc:sldChg>
      <pc:sldChg chg="add">
        <pc:chgData name="Zailan Arabee Abdul Salam" userId="5bc04053-34d1-46af-a9d4-ff754460ad4b" providerId="ADAL" clId="{76D53FD3-137B-42A7-8814-A5128FB68CB9}" dt="2023-10-30T03:23:50.545" v="0"/>
        <pc:sldMkLst>
          <pc:docMk/>
          <pc:sldMk cId="0" sldId="1928"/>
        </pc:sldMkLst>
      </pc:sldChg>
      <pc:sldChg chg="add">
        <pc:chgData name="Zailan Arabee Abdul Salam" userId="5bc04053-34d1-46af-a9d4-ff754460ad4b" providerId="ADAL" clId="{76D53FD3-137B-42A7-8814-A5128FB68CB9}" dt="2023-10-30T03:23:50.545" v="0"/>
        <pc:sldMkLst>
          <pc:docMk/>
          <pc:sldMk cId="0" sldId="1929"/>
        </pc:sldMkLst>
      </pc:sldChg>
      <pc:sldChg chg="add">
        <pc:chgData name="Zailan Arabee Abdul Salam" userId="5bc04053-34d1-46af-a9d4-ff754460ad4b" providerId="ADAL" clId="{76D53FD3-137B-42A7-8814-A5128FB68CB9}" dt="2023-10-30T03:23:50.545" v="0"/>
        <pc:sldMkLst>
          <pc:docMk/>
          <pc:sldMk cId="0" sldId="1930"/>
        </pc:sldMkLst>
      </pc:sldChg>
      <pc:sldChg chg="add">
        <pc:chgData name="Zailan Arabee Abdul Salam" userId="5bc04053-34d1-46af-a9d4-ff754460ad4b" providerId="ADAL" clId="{76D53FD3-137B-42A7-8814-A5128FB68CB9}" dt="2023-10-30T03:23:50.545" v="0"/>
        <pc:sldMkLst>
          <pc:docMk/>
          <pc:sldMk cId="0" sldId="1931"/>
        </pc:sldMkLst>
      </pc:sldChg>
      <pc:sldChg chg="add">
        <pc:chgData name="Zailan Arabee Abdul Salam" userId="5bc04053-34d1-46af-a9d4-ff754460ad4b" providerId="ADAL" clId="{76D53FD3-137B-42A7-8814-A5128FB68CB9}" dt="2023-10-30T03:23:50.545" v="0"/>
        <pc:sldMkLst>
          <pc:docMk/>
          <pc:sldMk cId="0" sldId="1932"/>
        </pc:sldMkLst>
      </pc:sldChg>
      <pc:sldChg chg="add">
        <pc:chgData name="Zailan Arabee Abdul Salam" userId="5bc04053-34d1-46af-a9d4-ff754460ad4b" providerId="ADAL" clId="{76D53FD3-137B-42A7-8814-A5128FB68CB9}" dt="2023-10-30T03:23:50.545" v="0"/>
        <pc:sldMkLst>
          <pc:docMk/>
          <pc:sldMk cId="0" sldId="1933"/>
        </pc:sldMkLst>
      </pc:sldChg>
      <pc:sldChg chg="add">
        <pc:chgData name="Zailan Arabee Abdul Salam" userId="5bc04053-34d1-46af-a9d4-ff754460ad4b" providerId="ADAL" clId="{76D53FD3-137B-42A7-8814-A5128FB68CB9}" dt="2023-10-30T03:23:50.545" v="0"/>
        <pc:sldMkLst>
          <pc:docMk/>
          <pc:sldMk cId="0" sldId="1934"/>
        </pc:sldMkLst>
      </pc:sldChg>
    </pc:docChg>
  </pc:docChgLst>
  <pc:docChgLst>
    <pc:chgData name="Zailan Arabee Abdul Salam" userId="5bc04053-34d1-46af-a9d4-ff754460ad4b" providerId="ADAL" clId="{A2B7F123-4DA0-45CE-B8C2-521D45FDE29C}"/>
    <pc:docChg chg="addSld delSld modSld modSection">
      <pc:chgData name="Zailan Arabee Abdul Salam" userId="5bc04053-34d1-46af-a9d4-ff754460ad4b" providerId="ADAL" clId="{A2B7F123-4DA0-45CE-B8C2-521D45FDE29C}" dt="2023-10-30T03:26:18.778" v="2" actId="47"/>
      <pc:docMkLst>
        <pc:docMk/>
      </pc:docMkLst>
      <pc:sldChg chg="del">
        <pc:chgData name="Zailan Arabee Abdul Salam" userId="5bc04053-34d1-46af-a9d4-ff754460ad4b" providerId="ADAL" clId="{A2B7F123-4DA0-45CE-B8C2-521D45FDE29C}" dt="2023-10-30T03:26:18.778" v="2" actId="47"/>
        <pc:sldMkLst>
          <pc:docMk/>
          <pc:sldMk cId="0" sldId="257"/>
        </pc:sldMkLst>
      </pc:sldChg>
      <pc:sldChg chg="add">
        <pc:chgData name="Zailan Arabee Abdul Salam" userId="5bc04053-34d1-46af-a9d4-ff754460ad4b" providerId="ADAL" clId="{A2B7F123-4DA0-45CE-B8C2-521D45FDE29C}" dt="2023-10-30T03:26:06.324" v="0"/>
        <pc:sldMkLst>
          <pc:docMk/>
          <pc:sldMk cId="0" sldId="260"/>
        </pc:sldMkLst>
      </pc:sldChg>
      <pc:sldChg chg="add">
        <pc:chgData name="Zailan Arabee Abdul Salam" userId="5bc04053-34d1-46af-a9d4-ff754460ad4b" providerId="ADAL" clId="{A2B7F123-4DA0-45CE-B8C2-521D45FDE29C}" dt="2023-10-30T03:26:06.324" v="0"/>
        <pc:sldMkLst>
          <pc:docMk/>
          <pc:sldMk cId="0" sldId="261"/>
        </pc:sldMkLst>
      </pc:sldChg>
      <pc:sldChg chg="add">
        <pc:chgData name="Zailan Arabee Abdul Salam" userId="5bc04053-34d1-46af-a9d4-ff754460ad4b" providerId="ADAL" clId="{A2B7F123-4DA0-45CE-B8C2-521D45FDE29C}" dt="2023-10-30T03:26:06.324" v="0"/>
        <pc:sldMkLst>
          <pc:docMk/>
          <pc:sldMk cId="4027869332" sldId="271"/>
        </pc:sldMkLst>
      </pc:sldChg>
      <pc:sldChg chg="add">
        <pc:chgData name="Zailan Arabee Abdul Salam" userId="5bc04053-34d1-46af-a9d4-ff754460ad4b" providerId="ADAL" clId="{A2B7F123-4DA0-45CE-B8C2-521D45FDE29C}" dt="2023-10-30T03:26:06.324" v="0"/>
        <pc:sldMkLst>
          <pc:docMk/>
          <pc:sldMk cId="0" sldId="275"/>
        </pc:sldMkLst>
      </pc:sldChg>
      <pc:sldChg chg="add">
        <pc:chgData name="Zailan Arabee Abdul Salam" userId="5bc04053-34d1-46af-a9d4-ff754460ad4b" providerId="ADAL" clId="{A2B7F123-4DA0-45CE-B8C2-521D45FDE29C}" dt="2023-10-30T03:26:06.324" v="0"/>
        <pc:sldMkLst>
          <pc:docMk/>
          <pc:sldMk cId="0" sldId="277"/>
        </pc:sldMkLst>
      </pc:sldChg>
      <pc:sldChg chg="add">
        <pc:chgData name="Zailan Arabee Abdul Salam" userId="5bc04053-34d1-46af-a9d4-ff754460ad4b" providerId="ADAL" clId="{A2B7F123-4DA0-45CE-B8C2-521D45FDE29C}" dt="2023-10-30T03:26:06.324" v="0"/>
        <pc:sldMkLst>
          <pc:docMk/>
          <pc:sldMk cId="3225035349" sldId="280"/>
        </pc:sldMkLst>
      </pc:sldChg>
      <pc:sldChg chg="add">
        <pc:chgData name="Zailan Arabee Abdul Salam" userId="5bc04053-34d1-46af-a9d4-ff754460ad4b" providerId="ADAL" clId="{A2B7F123-4DA0-45CE-B8C2-521D45FDE29C}" dt="2023-10-30T03:26:06.324" v="0"/>
        <pc:sldMkLst>
          <pc:docMk/>
          <pc:sldMk cId="2979819931" sldId="281"/>
        </pc:sldMkLst>
      </pc:sldChg>
      <pc:sldChg chg="add">
        <pc:chgData name="Zailan Arabee Abdul Salam" userId="5bc04053-34d1-46af-a9d4-ff754460ad4b" providerId="ADAL" clId="{A2B7F123-4DA0-45CE-B8C2-521D45FDE29C}" dt="2023-10-30T03:26:06.324" v="0"/>
        <pc:sldMkLst>
          <pc:docMk/>
          <pc:sldMk cId="2994277211" sldId="284"/>
        </pc:sldMkLst>
      </pc:sldChg>
      <pc:sldChg chg="add">
        <pc:chgData name="Zailan Arabee Abdul Salam" userId="5bc04053-34d1-46af-a9d4-ff754460ad4b" providerId="ADAL" clId="{A2B7F123-4DA0-45CE-B8C2-521D45FDE29C}" dt="2023-10-30T03:26:06.324" v="0"/>
        <pc:sldMkLst>
          <pc:docMk/>
          <pc:sldMk cId="894897432" sldId="285"/>
        </pc:sldMkLst>
      </pc:sldChg>
      <pc:sldChg chg="add">
        <pc:chgData name="Zailan Arabee Abdul Salam" userId="5bc04053-34d1-46af-a9d4-ff754460ad4b" providerId="ADAL" clId="{A2B7F123-4DA0-45CE-B8C2-521D45FDE29C}" dt="2023-10-30T03:26:06.324" v="0"/>
        <pc:sldMkLst>
          <pc:docMk/>
          <pc:sldMk cId="2083618775" sldId="286"/>
        </pc:sldMkLst>
      </pc:sldChg>
      <pc:sldChg chg="add">
        <pc:chgData name="Zailan Arabee Abdul Salam" userId="5bc04053-34d1-46af-a9d4-ff754460ad4b" providerId="ADAL" clId="{A2B7F123-4DA0-45CE-B8C2-521D45FDE29C}" dt="2023-10-30T03:26:06.324" v="0"/>
        <pc:sldMkLst>
          <pc:docMk/>
          <pc:sldMk cId="3831505793" sldId="287"/>
        </pc:sldMkLst>
      </pc:sldChg>
      <pc:sldChg chg="add">
        <pc:chgData name="Zailan Arabee Abdul Salam" userId="5bc04053-34d1-46af-a9d4-ff754460ad4b" providerId="ADAL" clId="{A2B7F123-4DA0-45CE-B8C2-521D45FDE29C}" dt="2023-10-30T03:26:06.324" v="0"/>
        <pc:sldMkLst>
          <pc:docMk/>
          <pc:sldMk cId="0" sldId="288"/>
        </pc:sldMkLst>
      </pc:sldChg>
      <pc:sldChg chg="add">
        <pc:chgData name="Zailan Arabee Abdul Salam" userId="5bc04053-34d1-46af-a9d4-ff754460ad4b" providerId="ADAL" clId="{A2B7F123-4DA0-45CE-B8C2-521D45FDE29C}" dt="2023-10-30T03:26:06.324" v="0"/>
        <pc:sldMkLst>
          <pc:docMk/>
          <pc:sldMk cId="1147883940" sldId="289"/>
        </pc:sldMkLst>
      </pc:sldChg>
      <pc:sldChg chg="add">
        <pc:chgData name="Zailan Arabee Abdul Salam" userId="5bc04053-34d1-46af-a9d4-ff754460ad4b" providerId="ADAL" clId="{A2B7F123-4DA0-45CE-B8C2-521D45FDE29C}" dt="2023-10-30T03:26:06.324" v="0"/>
        <pc:sldMkLst>
          <pc:docMk/>
          <pc:sldMk cId="1929223683" sldId="290"/>
        </pc:sldMkLst>
      </pc:sldChg>
      <pc:sldChg chg="add">
        <pc:chgData name="Zailan Arabee Abdul Salam" userId="5bc04053-34d1-46af-a9d4-ff754460ad4b" providerId="ADAL" clId="{A2B7F123-4DA0-45CE-B8C2-521D45FDE29C}" dt="2023-10-30T03:26:06.324" v="0"/>
        <pc:sldMkLst>
          <pc:docMk/>
          <pc:sldMk cId="14364869" sldId="294"/>
        </pc:sldMkLst>
      </pc:sldChg>
      <pc:sldChg chg="add">
        <pc:chgData name="Zailan Arabee Abdul Salam" userId="5bc04053-34d1-46af-a9d4-ff754460ad4b" providerId="ADAL" clId="{A2B7F123-4DA0-45CE-B8C2-521D45FDE29C}" dt="2023-10-30T03:26:06.324" v="0"/>
        <pc:sldMkLst>
          <pc:docMk/>
          <pc:sldMk cId="393804965" sldId="295"/>
        </pc:sldMkLst>
      </pc:sldChg>
      <pc:sldChg chg="add">
        <pc:chgData name="Zailan Arabee Abdul Salam" userId="5bc04053-34d1-46af-a9d4-ff754460ad4b" providerId="ADAL" clId="{A2B7F123-4DA0-45CE-B8C2-521D45FDE29C}" dt="2023-10-30T03:26:06.324" v="0"/>
        <pc:sldMkLst>
          <pc:docMk/>
          <pc:sldMk cId="4053078876" sldId="296"/>
        </pc:sldMkLst>
      </pc:sldChg>
      <pc:sldChg chg="add">
        <pc:chgData name="Zailan Arabee Abdul Salam" userId="5bc04053-34d1-46af-a9d4-ff754460ad4b" providerId="ADAL" clId="{A2B7F123-4DA0-45CE-B8C2-521D45FDE29C}" dt="2023-10-30T03:26:06.324" v="0"/>
        <pc:sldMkLst>
          <pc:docMk/>
          <pc:sldMk cId="3067589673" sldId="297"/>
        </pc:sldMkLst>
      </pc:sldChg>
      <pc:sldChg chg="del">
        <pc:chgData name="Zailan Arabee Abdul Salam" userId="5bc04053-34d1-46af-a9d4-ff754460ad4b" providerId="ADAL" clId="{A2B7F123-4DA0-45CE-B8C2-521D45FDE29C}" dt="2023-10-30T03:26:09.451" v="1" actId="47"/>
        <pc:sldMkLst>
          <pc:docMk/>
          <pc:sldMk cId="0" sldId="310"/>
        </pc:sldMkLst>
      </pc:sldChg>
      <pc:sldChg chg="add">
        <pc:chgData name="Zailan Arabee Abdul Salam" userId="5bc04053-34d1-46af-a9d4-ff754460ad4b" providerId="ADAL" clId="{A2B7F123-4DA0-45CE-B8C2-521D45FDE29C}" dt="2023-10-30T03:26:06.324" v="0"/>
        <pc:sldMkLst>
          <pc:docMk/>
          <pc:sldMk cId="0" sldId="311"/>
        </pc:sldMkLst>
      </pc:sldChg>
      <pc:sldChg chg="add">
        <pc:chgData name="Zailan Arabee Abdul Salam" userId="5bc04053-34d1-46af-a9d4-ff754460ad4b" providerId="ADAL" clId="{A2B7F123-4DA0-45CE-B8C2-521D45FDE29C}" dt="2023-10-30T03:26:06.324" v="0"/>
        <pc:sldMkLst>
          <pc:docMk/>
          <pc:sldMk cId="0" sldId="312"/>
        </pc:sldMkLst>
      </pc:sldChg>
      <pc:sldChg chg="del">
        <pc:chgData name="Zailan Arabee Abdul Salam" userId="5bc04053-34d1-46af-a9d4-ff754460ad4b" providerId="ADAL" clId="{A2B7F123-4DA0-45CE-B8C2-521D45FDE29C}" dt="2023-10-30T03:26:18.778" v="2" actId="47"/>
        <pc:sldMkLst>
          <pc:docMk/>
          <pc:sldMk cId="0" sldId="313"/>
        </pc:sldMkLst>
      </pc:sldChg>
      <pc:sldChg chg="del">
        <pc:chgData name="Zailan Arabee Abdul Salam" userId="5bc04053-34d1-46af-a9d4-ff754460ad4b" providerId="ADAL" clId="{A2B7F123-4DA0-45CE-B8C2-521D45FDE29C}" dt="2023-10-30T03:26:18.778" v="2" actId="47"/>
        <pc:sldMkLst>
          <pc:docMk/>
          <pc:sldMk cId="0" sldId="314"/>
        </pc:sldMkLst>
      </pc:sldChg>
      <pc:sldChg chg="add">
        <pc:chgData name="Zailan Arabee Abdul Salam" userId="5bc04053-34d1-46af-a9d4-ff754460ad4b" providerId="ADAL" clId="{A2B7F123-4DA0-45CE-B8C2-521D45FDE29C}" dt="2023-10-30T03:26:06.324" v="0"/>
        <pc:sldMkLst>
          <pc:docMk/>
          <pc:sldMk cId="0" sldId="315"/>
        </pc:sldMkLst>
      </pc:sldChg>
      <pc:sldChg chg="del">
        <pc:chgData name="Zailan Arabee Abdul Salam" userId="5bc04053-34d1-46af-a9d4-ff754460ad4b" providerId="ADAL" clId="{A2B7F123-4DA0-45CE-B8C2-521D45FDE29C}" dt="2023-10-30T03:26:18.778" v="2" actId="47"/>
        <pc:sldMkLst>
          <pc:docMk/>
          <pc:sldMk cId="0" sldId="316"/>
        </pc:sldMkLst>
      </pc:sldChg>
      <pc:sldChg chg="del">
        <pc:chgData name="Zailan Arabee Abdul Salam" userId="5bc04053-34d1-46af-a9d4-ff754460ad4b" providerId="ADAL" clId="{A2B7F123-4DA0-45CE-B8C2-521D45FDE29C}" dt="2023-10-30T03:26:18.778" v="2" actId="47"/>
        <pc:sldMkLst>
          <pc:docMk/>
          <pc:sldMk cId="0" sldId="317"/>
        </pc:sldMkLst>
      </pc:sldChg>
      <pc:sldChg chg="add">
        <pc:chgData name="Zailan Arabee Abdul Salam" userId="5bc04053-34d1-46af-a9d4-ff754460ad4b" providerId="ADAL" clId="{A2B7F123-4DA0-45CE-B8C2-521D45FDE29C}" dt="2023-10-30T03:26:06.324" v="0"/>
        <pc:sldMkLst>
          <pc:docMk/>
          <pc:sldMk cId="2528312682" sldId="323"/>
        </pc:sldMkLst>
      </pc:sldChg>
      <pc:sldChg chg="del">
        <pc:chgData name="Zailan Arabee Abdul Salam" userId="5bc04053-34d1-46af-a9d4-ff754460ad4b" providerId="ADAL" clId="{A2B7F123-4DA0-45CE-B8C2-521D45FDE29C}" dt="2023-10-30T03:26:18.778" v="2" actId="47"/>
        <pc:sldMkLst>
          <pc:docMk/>
          <pc:sldMk cId="2847682019" sldId="327"/>
        </pc:sldMkLst>
      </pc:sldChg>
      <pc:sldChg chg="del">
        <pc:chgData name="Zailan Arabee Abdul Salam" userId="5bc04053-34d1-46af-a9d4-ff754460ad4b" providerId="ADAL" clId="{A2B7F123-4DA0-45CE-B8C2-521D45FDE29C}" dt="2023-10-30T03:26:18.778" v="2" actId="47"/>
        <pc:sldMkLst>
          <pc:docMk/>
          <pc:sldMk cId="0" sldId="328"/>
        </pc:sldMkLst>
      </pc:sldChg>
      <pc:sldChg chg="add modNotes">
        <pc:chgData name="Zailan Arabee Abdul Salam" userId="5bc04053-34d1-46af-a9d4-ff754460ad4b" providerId="ADAL" clId="{A2B7F123-4DA0-45CE-B8C2-521D45FDE29C}" dt="2023-10-30T03:26:06.324" v="0"/>
        <pc:sldMkLst>
          <pc:docMk/>
          <pc:sldMk cId="764497266" sldId="332"/>
        </pc:sldMkLst>
      </pc:sldChg>
      <pc:sldChg chg="del">
        <pc:chgData name="Zailan Arabee Abdul Salam" userId="5bc04053-34d1-46af-a9d4-ff754460ad4b" providerId="ADAL" clId="{A2B7F123-4DA0-45CE-B8C2-521D45FDE29C}" dt="2023-10-30T03:26:18.778" v="2" actId="47"/>
        <pc:sldMkLst>
          <pc:docMk/>
          <pc:sldMk cId="0" sldId="335"/>
        </pc:sldMkLst>
      </pc:sldChg>
      <pc:sldChg chg="del">
        <pc:chgData name="Zailan Arabee Abdul Salam" userId="5bc04053-34d1-46af-a9d4-ff754460ad4b" providerId="ADAL" clId="{A2B7F123-4DA0-45CE-B8C2-521D45FDE29C}" dt="2023-10-30T03:26:18.778" v="2" actId="47"/>
        <pc:sldMkLst>
          <pc:docMk/>
          <pc:sldMk cId="0" sldId="336"/>
        </pc:sldMkLst>
      </pc:sldChg>
      <pc:sldChg chg="del">
        <pc:chgData name="Zailan Arabee Abdul Salam" userId="5bc04053-34d1-46af-a9d4-ff754460ad4b" providerId="ADAL" clId="{A2B7F123-4DA0-45CE-B8C2-521D45FDE29C}" dt="2023-10-30T03:26:18.778" v="2" actId="47"/>
        <pc:sldMkLst>
          <pc:docMk/>
          <pc:sldMk cId="0" sldId="337"/>
        </pc:sldMkLst>
      </pc:sldChg>
      <pc:sldChg chg="del">
        <pc:chgData name="Zailan Arabee Abdul Salam" userId="5bc04053-34d1-46af-a9d4-ff754460ad4b" providerId="ADAL" clId="{A2B7F123-4DA0-45CE-B8C2-521D45FDE29C}" dt="2023-10-30T03:26:18.778" v="2" actId="47"/>
        <pc:sldMkLst>
          <pc:docMk/>
          <pc:sldMk cId="0" sldId="338"/>
        </pc:sldMkLst>
      </pc:sldChg>
      <pc:sldChg chg="del">
        <pc:chgData name="Zailan Arabee Abdul Salam" userId="5bc04053-34d1-46af-a9d4-ff754460ad4b" providerId="ADAL" clId="{A2B7F123-4DA0-45CE-B8C2-521D45FDE29C}" dt="2023-10-30T03:26:18.778" v="2" actId="47"/>
        <pc:sldMkLst>
          <pc:docMk/>
          <pc:sldMk cId="0" sldId="339"/>
        </pc:sldMkLst>
      </pc:sldChg>
      <pc:sldChg chg="del">
        <pc:chgData name="Zailan Arabee Abdul Salam" userId="5bc04053-34d1-46af-a9d4-ff754460ad4b" providerId="ADAL" clId="{A2B7F123-4DA0-45CE-B8C2-521D45FDE29C}" dt="2023-10-30T03:26:18.778" v="2" actId="47"/>
        <pc:sldMkLst>
          <pc:docMk/>
          <pc:sldMk cId="0" sldId="341"/>
        </pc:sldMkLst>
      </pc:sldChg>
      <pc:sldChg chg="del">
        <pc:chgData name="Zailan Arabee Abdul Salam" userId="5bc04053-34d1-46af-a9d4-ff754460ad4b" providerId="ADAL" clId="{A2B7F123-4DA0-45CE-B8C2-521D45FDE29C}" dt="2023-10-30T03:26:18.778" v="2" actId="47"/>
        <pc:sldMkLst>
          <pc:docMk/>
          <pc:sldMk cId="0" sldId="342"/>
        </pc:sldMkLst>
      </pc:sldChg>
      <pc:sldChg chg="del">
        <pc:chgData name="Zailan Arabee Abdul Salam" userId="5bc04053-34d1-46af-a9d4-ff754460ad4b" providerId="ADAL" clId="{A2B7F123-4DA0-45CE-B8C2-521D45FDE29C}" dt="2023-10-30T03:26:18.778" v="2" actId="47"/>
        <pc:sldMkLst>
          <pc:docMk/>
          <pc:sldMk cId="0" sldId="344"/>
        </pc:sldMkLst>
      </pc:sldChg>
      <pc:sldChg chg="del">
        <pc:chgData name="Zailan Arabee Abdul Salam" userId="5bc04053-34d1-46af-a9d4-ff754460ad4b" providerId="ADAL" clId="{A2B7F123-4DA0-45CE-B8C2-521D45FDE29C}" dt="2023-10-30T03:26:18.778" v="2" actId="47"/>
        <pc:sldMkLst>
          <pc:docMk/>
          <pc:sldMk cId="0" sldId="345"/>
        </pc:sldMkLst>
      </pc:sldChg>
      <pc:sldChg chg="del">
        <pc:chgData name="Zailan Arabee Abdul Salam" userId="5bc04053-34d1-46af-a9d4-ff754460ad4b" providerId="ADAL" clId="{A2B7F123-4DA0-45CE-B8C2-521D45FDE29C}" dt="2023-10-30T03:26:18.778" v="2" actId="47"/>
        <pc:sldMkLst>
          <pc:docMk/>
          <pc:sldMk cId="0" sldId="346"/>
        </pc:sldMkLst>
      </pc:sldChg>
      <pc:sldChg chg="add">
        <pc:chgData name="Zailan Arabee Abdul Salam" userId="5bc04053-34d1-46af-a9d4-ff754460ad4b" providerId="ADAL" clId="{A2B7F123-4DA0-45CE-B8C2-521D45FDE29C}" dt="2023-10-30T03:26:06.324" v="0"/>
        <pc:sldMkLst>
          <pc:docMk/>
          <pc:sldMk cId="2763272302" sldId="348"/>
        </pc:sldMkLst>
      </pc:sldChg>
      <pc:sldChg chg="del">
        <pc:chgData name="Zailan Arabee Abdul Salam" userId="5bc04053-34d1-46af-a9d4-ff754460ad4b" providerId="ADAL" clId="{A2B7F123-4DA0-45CE-B8C2-521D45FDE29C}" dt="2023-10-30T03:26:18.778" v="2" actId="47"/>
        <pc:sldMkLst>
          <pc:docMk/>
          <pc:sldMk cId="0" sldId="453"/>
        </pc:sldMkLst>
      </pc:sldChg>
      <pc:sldChg chg="del">
        <pc:chgData name="Zailan Arabee Abdul Salam" userId="5bc04053-34d1-46af-a9d4-ff754460ad4b" providerId="ADAL" clId="{A2B7F123-4DA0-45CE-B8C2-521D45FDE29C}" dt="2023-10-30T03:26:18.778" v="2" actId="47"/>
        <pc:sldMkLst>
          <pc:docMk/>
          <pc:sldMk cId="0" sldId="454"/>
        </pc:sldMkLst>
      </pc:sldChg>
      <pc:sldChg chg="del">
        <pc:chgData name="Zailan Arabee Abdul Salam" userId="5bc04053-34d1-46af-a9d4-ff754460ad4b" providerId="ADAL" clId="{A2B7F123-4DA0-45CE-B8C2-521D45FDE29C}" dt="2023-10-30T03:26:18.778" v="2" actId="47"/>
        <pc:sldMkLst>
          <pc:docMk/>
          <pc:sldMk cId="0" sldId="455"/>
        </pc:sldMkLst>
      </pc:sldChg>
      <pc:sldChg chg="del">
        <pc:chgData name="Zailan Arabee Abdul Salam" userId="5bc04053-34d1-46af-a9d4-ff754460ad4b" providerId="ADAL" clId="{A2B7F123-4DA0-45CE-B8C2-521D45FDE29C}" dt="2023-10-30T03:26:18.778" v="2" actId="47"/>
        <pc:sldMkLst>
          <pc:docMk/>
          <pc:sldMk cId="0" sldId="456"/>
        </pc:sldMkLst>
      </pc:sldChg>
      <pc:sldChg chg="del">
        <pc:chgData name="Zailan Arabee Abdul Salam" userId="5bc04053-34d1-46af-a9d4-ff754460ad4b" providerId="ADAL" clId="{A2B7F123-4DA0-45CE-B8C2-521D45FDE29C}" dt="2023-10-30T03:26:18.778" v="2" actId="47"/>
        <pc:sldMkLst>
          <pc:docMk/>
          <pc:sldMk cId="0" sldId="457"/>
        </pc:sldMkLst>
      </pc:sldChg>
      <pc:sldChg chg="del">
        <pc:chgData name="Zailan Arabee Abdul Salam" userId="5bc04053-34d1-46af-a9d4-ff754460ad4b" providerId="ADAL" clId="{A2B7F123-4DA0-45CE-B8C2-521D45FDE29C}" dt="2023-10-30T03:26:18.778" v="2" actId="47"/>
        <pc:sldMkLst>
          <pc:docMk/>
          <pc:sldMk cId="0" sldId="458"/>
        </pc:sldMkLst>
      </pc:sldChg>
      <pc:sldChg chg="del">
        <pc:chgData name="Zailan Arabee Abdul Salam" userId="5bc04053-34d1-46af-a9d4-ff754460ad4b" providerId="ADAL" clId="{A2B7F123-4DA0-45CE-B8C2-521D45FDE29C}" dt="2023-10-30T03:26:18.778" v="2" actId="47"/>
        <pc:sldMkLst>
          <pc:docMk/>
          <pc:sldMk cId="0" sldId="459"/>
        </pc:sldMkLst>
      </pc:sldChg>
      <pc:sldChg chg="del">
        <pc:chgData name="Zailan Arabee Abdul Salam" userId="5bc04053-34d1-46af-a9d4-ff754460ad4b" providerId="ADAL" clId="{A2B7F123-4DA0-45CE-B8C2-521D45FDE29C}" dt="2023-10-30T03:26:18.778" v="2" actId="47"/>
        <pc:sldMkLst>
          <pc:docMk/>
          <pc:sldMk cId="0" sldId="460"/>
        </pc:sldMkLst>
      </pc:sldChg>
      <pc:sldChg chg="del">
        <pc:chgData name="Zailan Arabee Abdul Salam" userId="5bc04053-34d1-46af-a9d4-ff754460ad4b" providerId="ADAL" clId="{A2B7F123-4DA0-45CE-B8C2-521D45FDE29C}" dt="2023-10-30T03:26:18.778" v="2" actId="47"/>
        <pc:sldMkLst>
          <pc:docMk/>
          <pc:sldMk cId="0" sldId="461"/>
        </pc:sldMkLst>
      </pc:sldChg>
      <pc:sldChg chg="del">
        <pc:chgData name="Zailan Arabee Abdul Salam" userId="5bc04053-34d1-46af-a9d4-ff754460ad4b" providerId="ADAL" clId="{A2B7F123-4DA0-45CE-B8C2-521D45FDE29C}" dt="2023-10-30T03:26:18.778" v="2" actId="47"/>
        <pc:sldMkLst>
          <pc:docMk/>
          <pc:sldMk cId="0" sldId="462"/>
        </pc:sldMkLst>
      </pc:sldChg>
      <pc:sldChg chg="del">
        <pc:chgData name="Zailan Arabee Abdul Salam" userId="5bc04053-34d1-46af-a9d4-ff754460ad4b" providerId="ADAL" clId="{A2B7F123-4DA0-45CE-B8C2-521D45FDE29C}" dt="2023-10-30T03:26:18.778" v="2" actId="47"/>
        <pc:sldMkLst>
          <pc:docMk/>
          <pc:sldMk cId="0" sldId="463"/>
        </pc:sldMkLst>
      </pc:sldChg>
      <pc:sldChg chg="del">
        <pc:chgData name="Zailan Arabee Abdul Salam" userId="5bc04053-34d1-46af-a9d4-ff754460ad4b" providerId="ADAL" clId="{A2B7F123-4DA0-45CE-B8C2-521D45FDE29C}" dt="2023-10-30T03:26:18.778" v="2" actId="47"/>
        <pc:sldMkLst>
          <pc:docMk/>
          <pc:sldMk cId="0" sldId="464"/>
        </pc:sldMkLst>
      </pc:sldChg>
      <pc:sldChg chg="del">
        <pc:chgData name="Zailan Arabee Abdul Salam" userId="5bc04053-34d1-46af-a9d4-ff754460ad4b" providerId="ADAL" clId="{A2B7F123-4DA0-45CE-B8C2-521D45FDE29C}" dt="2023-10-30T03:26:18.778" v="2" actId="47"/>
        <pc:sldMkLst>
          <pc:docMk/>
          <pc:sldMk cId="1184319698" sldId="465"/>
        </pc:sldMkLst>
      </pc:sldChg>
      <pc:sldChg chg="del">
        <pc:chgData name="Zailan Arabee Abdul Salam" userId="5bc04053-34d1-46af-a9d4-ff754460ad4b" providerId="ADAL" clId="{A2B7F123-4DA0-45CE-B8C2-521D45FDE29C}" dt="2023-10-30T03:26:18.778" v="2" actId="47"/>
        <pc:sldMkLst>
          <pc:docMk/>
          <pc:sldMk cId="3912884228" sldId="466"/>
        </pc:sldMkLst>
      </pc:sldChg>
      <pc:sldChg chg="del">
        <pc:chgData name="Zailan Arabee Abdul Salam" userId="5bc04053-34d1-46af-a9d4-ff754460ad4b" providerId="ADAL" clId="{A2B7F123-4DA0-45CE-B8C2-521D45FDE29C}" dt="2023-10-30T03:26:18.778" v="2" actId="47"/>
        <pc:sldMkLst>
          <pc:docMk/>
          <pc:sldMk cId="0" sldId="467"/>
        </pc:sldMkLst>
      </pc:sldChg>
      <pc:sldChg chg="del">
        <pc:chgData name="Zailan Arabee Abdul Salam" userId="5bc04053-34d1-46af-a9d4-ff754460ad4b" providerId="ADAL" clId="{A2B7F123-4DA0-45CE-B8C2-521D45FDE29C}" dt="2023-10-30T03:26:18.778" v="2" actId="47"/>
        <pc:sldMkLst>
          <pc:docMk/>
          <pc:sldMk cId="0" sldId="468"/>
        </pc:sldMkLst>
      </pc:sldChg>
      <pc:sldChg chg="del">
        <pc:chgData name="Zailan Arabee Abdul Salam" userId="5bc04053-34d1-46af-a9d4-ff754460ad4b" providerId="ADAL" clId="{A2B7F123-4DA0-45CE-B8C2-521D45FDE29C}" dt="2023-10-30T03:26:18.778" v="2" actId="47"/>
        <pc:sldMkLst>
          <pc:docMk/>
          <pc:sldMk cId="0" sldId="469"/>
        </pc:sldMkLst>
      </pc:sldChg>
      <pc:sldChg chg="del">
        <pc:chgData name="Zailan Arabee Abdul Salam" userId="5bc04053-34d1-46af-a9d4-ff754460ad4b" providerId="ADAL" clId="{A2B7F123-4DA0-45CE-B8C2-521D45FDE29C}" dt="2023-10-30T03:26:18.778" v="2" actId="47"/>
        <pc:sldMkLst>
          <pc:docMk/>
          <pc:sldMk cId="0" sldId="470"/>
        </pc:sldMkLst>
      </pc:sldChg>
      <pc:sldChg chg="del">
        <pc:chgData name="Zailan Arabee Abdul Salam" userId="5bc04053-34d1-46af-a9d4-ff754460ad4b" providerId="ADAL" clId="{A2B7F123-4DA0-45CE-B8C2-521D45FDE29C}" dt="2023-10-30T03:26:18.778" v="2" actId="47"/>
        <pc:sldMkLst>
          <pc:docMk/>
          <pc:sldMk cId="0" sldId="471"/>
        </pc:sldMkLst>
      </pc:sldChg>
      <pc:sldChg chg="del">
        <pc:chgData name="Zailan Arabee Abdul Salam" userId="5bc04053-34d1-46af-a9d4-ff754460ad4b" providerId="ADAL" clId="{A2B7F123-4DA0-45CE-B8C2-521D45FDE29C}" dt="2023-10-30T03:26:18.778" v="2" actId="47"/>
        <pc:sldMkLst>
          <pc:docMk/>
          <pc:sldMk cId="0" sldId="472"/>
        </pc:sldMkLst>
      </pc:sldChg>
      <pc:sldChg chg="del">
        <pc:chgData name="Zailan Arabee Abdul Salam" userId="5bc04053-34d1-46af-a9d4-ff754460ad4b" providerId="ADAL" clId="{A2B7F123-4DA0-45CE-B8C2-521D45FDE29C}" dt="2023-10-30T03:26:18.778" v="2" actId="47"/>
        <pc:sldMkLst>
          <pc:docMk/>
          <pc:sldMk cId="0" sldId="473"/>
        </pc:sldMkLst>
      </pc:sldChg>
      <pc:sldChg chg="del">
        <pc:chgData name="Zailan Arabee Abdul Salam" userId="5bc04053-34d1-46af-a9d4-ff754460ad4b" providerId="ADAL" clId="{A2B7F123-4DA0-45CE-B8C2-521D45FDE29C}" dt="2023-10-30T03:26:18.778" v="2" actId="47"/>
        <pc:sldMkLst>
          <pc:docMk/>
          <pc:sldMk cId="0" sldId="474"/>
        </pc:sldMkLst>
      </pc:sldChg>
      <pc:sldChg chg="del">
        <pc:chgData name="Zailan Arabee Abdul Salam" userId="5bc04053-34d1-46af-a9d4-ff754460ad4b" providerId="ADAL" clId="{A2B7F123-4DA0-45CE-B8C2-521D45FDE29C}" dt="2023-10-30T03:26:18.778" v="2" actId="47"/>
        <pc:sldMkLst>
          <pc:docMk/>
          <pc:sldMk cId="0" sldId="475"/>
        </pc:sldMkLst>
      </pc:sldChg>
      <pc:sldChg chg="del">
        <pc:chgData name="Zailan Arabee Abdul Salam" userId="5bc04053-34d1-46af-a9d4-ff754460ad4b" providerId="ADAL" clId="{A2B7F123-4DA0-45CE-B8C2-521D45FDE29C}" dt="2023-10-30T03:26:18.778" v="2" actId="47"/>
        <pc:sldMkLst>
          <pc:docMk/>
          <pc:sldMk cId="0" sldId="476"/>
        </pc:sldMkLst>
      </pc:sldChg>
      <pc:sldChg chg="del">
        <pc:chgData name="Zailan Arabee Abdul Salam" userId="5bc04053-34d1-46af-a9d4-ff754460ad4b" providerId="ADAL" clId="{A2B7F123-4DA0-45CE-B8C2-521D45FDE29C}" dt="2023-10-30T03:26:18.778" v="2" actId="47"/>
        <pc:sldMkLst>
          <pc:docMk/>
          <pc:sldMk cId="0" sldId="477"/>
        </pc:sldMkLst>
      </pc:sldChg>
      <pc:sldChg chg="del">
        <pc:chgData name="Zailan Arabee Abdul Salam" userId="5bc04053-34d1-46af-a9d4-ff754460ad4b" providerId="ADAL" clId="{A2B7F123-4DA0-45CE-B8C2-521D45FDE29C}" dt="2023-10-30T03:26:18.778" v="2" actId="47"/>
        <pc:sldMkLst>
          <pc:docMk/>
          <pc:sldMk cId="2755726583" sldId="478"/>
        </pc:sldMkLst>
      </pc:sldChg>
      <pc:sldChg chg="del">
        <pc:chgData name="Zailan Arabee Abdul Salam" userId="5bc04053-34d1-46af-a9d4-ff754460ad4b" providerId="ADAL" clId="{A2B7F123-4DA0-45CE-B8C2-521D45FDE29C}" dt="2023-10-30T03:26:18.778" v="2" actId="47"/>
        <pc:sldMkLst>
          <pc:docMk/>
          <pc:sldMk cId="372360413" sldId="480"/>
        </pc:sldMkLst>
      </pc:sldChg>
      <pc:sldChg chg="del">
        <pc:chgData name="Zailan Arabee Abdul Salam" userId="5bc04053-34d1-46af-a9d4-ff754460ad4b" providerId="ADAL" clId="{A2B7F123-4DA0-45CE-B8C2-521D45FDE29C}" dt="2023-10-30T03:26:18.778" v="2" actId="47"/>
        <pc:sldMkLst>
          <pc:docMk/>
          <pc:sldMk cId="0" sldId="481"/>
        </pc:sldMkLst>
      </pc:sldChg>
      <pc:sldChg chg="del">
        <pc:chgData name="Zailan Arabee Abdul Salam" userId="5bc04053-34d1-46af-a9d4-ff754460ad4b" providerId="ADAL" clId="{A2B7F123-4DA0-45CE-B8C2-521D45FDE29C}" dt="2023-10-30T03:26:18.778" v="2" actId="47"/>
        <pc:sldMkLst>
          <pc:docMk/>
          <pc:sldMk cId="0" sldId="482"/>
        </pc:sldMkLst>
      </pc:sldChg>
      <pc:sldChg chg="del">
        <pc:chgData name="Zailan Arabee Abdul Salam" userId="5bc04053-34d1-46af-a9d4-ff754460ad4b" providerId="ADAL" clId="{A2B7F123-4DA0-45CE-B8C2-521D45FDE29C}" dt="2023-10-30T03:26:18.778" v="2" actId="47"/>
        <pc:sldMkLst>
          <pc:docMk/>
          <pc:sldMk cId="3564082965" sldId="485"/>
        </pc:sldMkLst>
      </pc:sldChg>
      <pc:sldChg chg="del">
        <pc:chgData name="Zailan Arabee Abdul Salam" userId="5bc04053-34d1-46af-a9d4-ff754460ad4b" providerId="ADAL" clId="{A2B7F123-4DA0-45CE-B8C2-521D45FDE29C}" dt="2023-10-30T03:26:18.778" v="2" actId="47"/>
        <pc:sldMkLst>
          <pc:docMk/>
          <pc:sldMk cId="3254383725" sldId="486"/>
        </pc:sldMkLst>
      </pc:sldChg>
      <pc:sldChg chg="del">
        <pc:chgData name="Zailan Arabee Abdul Salam" userId="5bc04053-34d1-46af-a9d4-ff754460ad4b" providerId="ADAL" clId="{A2B7F123-4DA0-45CE-B8C2-521D45FDE29C}" dt="2023-10-30T03:26:18.778" v="2" actId="47"/>
        <pc:sldMkLst>
          <pc:docMk/>
          <pc:sldMk cId="1414928201" sldId="487"/>
        </pc:sldMkLst>
      </pc:sldChg>
      <pc:sldChg chg="del">
        <pc:chgData name="Zailan Arabee Abdul Salam" userId="5bc04053-34d1-46af-a9d4-ff754460ad4b" providerId="ADAL" clId="{A2B7F123-4DA0-45CE-B8C2-521D45FDE29C}" dt="2023-10-30T03:26:18.778" v="2" actId="47"/>
        <pc:sldMkLst>
          <pc:docMk/>
          <pc:sldMk cId="1439302342" sldId="488"/>
        </pc:sldMkLst>
      </pc:sldChg>
      <pc:sldChg chg="del">
        <pc:chgData name="Zailan Arabee Abdul Salam" userId="5bc04053-34d1-46af-a9d4-ff754460ad4b" providerId="ADAL" clId="{A2B7F123-4DA0-45CE-B8C2-521D45FDE29C}" dt="2023-10-30T03:26:18.778" v="2" actId="47"/>
        <pc:sldMkLst>
          <pc:docMk/>
          <pc:sldMk cId="3734300543" sldId="489"/>
        </pc:sldMkLst>
      </pc:sldChg>
      <pc:sldChg chg="del">
        <pc:chgData name="Zailan Arabee Abdul Salam" userId="5bc04053-34d1-46af-a9d4-ff754460ad4b" providerId="ADAL" clId="{A2B7F123-4DA0-45CE-B8C2-521D45FDE29C}" dt="2023-10-30T03:26:18.778" v="2" actId="47"/>
        <pc:sldMkLst>
          <pc:docMk/>
          <pc:sldMk cId="1332866878" sldId="490"/>
        </pc:sldMkLst>
      </pc:sldChg>
      <pc:sldChg chg="del">
        <pc:chgData name="Zailan Arabee Abdul Salam" userId="5bc04053-34d1-46af-a9d4-ff754460ad4b" providerId="ADAL" clId="{A2B7F123-4DA0-45CE-B8C2-521D45FDE29C}" dt="2023-10-30T03:26:18.778" v="2" actId="47"/>
        <pc:sldMkLst>
          <pc:docMk/>
          <pc:sldMk cId="51422715" sldId="491"/>
        </pc:sldMkLst>
      </pc:sldChg>
      <pc:sldChg chg="add">
        <pc:chgData name="Zailan Arabee Abdul Salam" userId="5bc04053-34d1-46af-a9d4-ff754460ad4b" providerId="ADAL" clId="{A2B7F123-4DA0-45CE-B8C2-521D45FDE29C}" dt="2023-10-30T03:26:06.324" v="0"/>
        <pc:sldMkLst>
          <pc:docMk/>
          <pc:sldMk cId="3231145266" sldId="492"/>
        </pc:sldMkLst>
      </pc:sldChg>
      <pc:sldChg chg="add">
        <pc:chgData name="Zailan Arabee Abdul Salam" userId="5bc04053-34d1-46af-a9d4-ff754460ad4b" providerId="ADAL" clId="{A2B7F123-4DA0-45CE-B8C2-521D45FDE29C}" dt="2023-10-30T03:26:06.324" v="0"/>
        <pc:sldMkLst>
          <pc:docMk/>
          <pc:sldMk cId="3142129247" sldId="493"/>
        </pc:sldMkLst>
      </pc:sldChg>
      <pc:sldChg chg="add">
        <pc:chgData name="Zailan Arabee Abdul Salam" userId="5bc04053-34d1-46af-a9d4-ff754460ad4b" providerId="ADAL" clId="{A2B7F123-4DA0-45CE-B8C2-521D45FDE29C}" dt="2023-10-30T03:26:06.324" v="0"/>
        <pc:sldMkLst>
          <pc:docMk/>
          <pc:sldMk cId="1780427012" sldId="494"/>
        </pc:sldMkLst>
      </pc:sldChg>
      <pc:sldChg chg="add">
        <pc:chgData name="Zailan Arabee Abdul Salam" userId="5bc04053-34d1-46af-a9d4-ff754460ad4b" providerId="ADAL" clId="{A2B7F123-4DA0-45CE-B8C2-521D45FDE29C}" dt="2023-10-30T03:26:06.324" v="0"/>
        <pc:sldMkLst>
          <pc:docMk/>
          <pc:sldMk cId="3959013417" sldId="495"/>
        </pc:sldMkLst>
      </pc:sldChg>
      <pc:sldChg chg="add">
        <pc:chgData name="Zailan Arabee Abdul Salam" userId="5bc04053-34d1-46af-a9d4-ff754460ad4b" providerId="ADAL" clId="{A2B7F123-4DA0-45CE-B8C2-521D45FDE29C}" dt="2023-10-30T03:26:06.324" v="0"/>
        <pc:sldMkLst>
          <pc:docMk/>
          <pc:sldMk cId="2071056352" sldId="496"/>
        </pc:sldMkLst>
      </pc:sldChg>
      <pc:sldChg chg="add">
        <pc:chgData name="Zailan Arabee Abdul Salam" userId="5bc04053-34d1-46af-a9d4-ff754460ad4b" providerId="ADAL" clId="{A2B7F123-4DA0-45CE-B8C2-521D45FDE29C}" dt="2023-10-30T03:26:06.324" v="0"/>
        <pc:sldMkLst>
          <pc:docMk/>
          <pc:sldMk cId="1399879192" sldId="497"/>
        </pc:sldMkLst>
      </pc:sldChg>
      <pc:sldChg chg="del">
        <pc:chgData name="Zailan Arabee Abdul Salam" userId="5bc04053-34d1-46af-a9d4-ff754460ad4b" providerId="ADAL" clId="{A2B7F123-4DA0-45CE-B8C2-521D45FDE29C}" dt="2023-10-30T03:26:18.778" v="2" actId="47"/>
        <pc:sldMkLst>
          <pc:docMk/>
          <pc:sldMk cId="1500488050" sldId="498"/>
        </pc:sldMkLst>
      </pc:sldChg>
      <pc:sldChg chg="del">
        <pc:chgData name="Zailan Arabee Abdul Salam" userId="5bc04053-34d1-46af-a9d4-ff754460ad4b" providerId="ADAL" clId="{A2B7F123-4DA0-45CE-B8C2-521D45FDE29C}" dt="2023-10-30T03:26:18.778" v="2" actId="47"/>
        <pc:sldMkLst>
          <pc:docMk/>
          <pc:sldMk cId="2885538886" sldId="499"/>
        </pc:sldMkLst>
      </pc:sldChg>
      <pc:sldChg chg="del">
        <pc:chgData name="Zailan Arabee Abdul Salam" userId="5bc04053-34d1-46af-a9d4-ff754460ad4b" providerId="ADAL" clId="{A2B7F123-4DA0-45CE-B8C2-521D45FDE29C}" dt="2023-10-30T03:26:18.778" v="2" actId="47"/>
        <pc:sldMkLst>
          <pc:docMk/>
          <pc:sldMk cId="4062332636" sldId="500"/>
        </pc:sldMkLst>
      </pc:sldChg>
      <pc:sldChg chg="del">
        <pc:chgData name="Zailan Arabee Abdul Salam" userId="5bc04053-34d1-46af-a9d4-ff754460ad4b" providerId="ADAL" clId="{A2B7F123-4DA0-45CE-B8C2-521D45FDE29C}" dt="2023-10-30T03:26:18.778" v="2" actId="47"/>
        <pc:sldMkLst>
          <pc:docMk/>
          <pc:sldMk cId="3145781160" sldId="501"/>
        </pc:sldMkLst>
      </pc:sldChg>
      <pc:sldChg chg="del">
        <pc:chgData name="Zailan Arabee Abdul Salam" userId="5bc04053-34d1-46af-a9d4-ff754460ad4b" providerId="ADAL" clId="{A2B7F123-4DA0-45CE-B8C2-521D45FDE29C}" dt="2023-10-30T03:26:18.778" v="2" actId="47"/>
        <pc:sldMkLst>
          <pc:docMk/>
          <pc:sldMk cId="3824347951" sldId="502"/>
        </pc:sldMkLst>
      </pc:sldChg>
      <pc:sldChg chg="del">
        <pc:chgData name="Zailan Arabee Abdul Salam" userId="5bc04053-34d1-46af-a9d4-ff754460ad4b" providerId="ADAL" clId="{A2B7F123-4DA0-45CE-B8C2-521D45FDE29C}" dt="2023-10-30T03:26:18.778" v="2" actId="47"/>
        <pc:sldMkLst>
          <pc:docMk/>
          <pc:sldMk cId="3333830559" sldId="503"/>
        </pc:sldMkLst>
      </pc:sldChg>
      <pc:sldChg chg="del">
        <pc:chgData name="Zailan Arabee Abdul Salam" userId="5bc04053-34d1-46af-a9d4-ff754460ad4b" providerId="ADAL" clId="{A2B7F123-4DA0-45CE-B8C2-521D45FDE29C}" dt="2023-10-30T03:26:18.778" v="2" actId="47"/>
        <pc:sldMkLst>
          <pc:docMk/>
          <pc:sldMk cId="4126277076" sldId="504"/>
        </pc:sldMkLst>
      </pc:sldChg>
      <pc:sldChg chg="del">
        <pc:chgData name="Zailan Arabee Abdul Salam" userId="5bc04053-34d1-46af-a9d4-ff754460ad4b" providerId="ADAL" clId="{A2B7F123-4DA0-45CE-B8C2-521D45FDE29C}" dt="2023-10-30T03:26:18.778" v="2" actId="47"/>
        <pc:sldMkLst>
          <pc:docMk/>
          <pc:sldMk cId="235118991" sldId="505"/>
        </pc:sldMkLst>
      </pc:sldChg>
      <pc:sldChg chg="del">
        <pc:chgData name="Zailan Arabee Abdul Salam" userId="5bc04053-34d1-46af-a9d4-ff754460ad4b" providerId="ADAL" clId="{A2B7F123-4DA0-45CE-B8C2-521D45FDE29C}" dt="2023-10-30T03:26:18.778" v="2" actId="47"/>
        <pc:sldMkLst>
          <pc:docMk/>
          <pc:sldMk cId="4223502574" sldId="506"/>
        </pc:sldMkLst>
      </pc:sldChg>
      <pc:sldChg chg="del">
        <pc:chgData name="Zailan Arabee Abdul Salam" userId="5bc04053-34d1-46af-a9d4-ff754460ad4b" providerId="ADAL" clId="{A2B7F123-4DA0-45CE-B8C2-521D45FDE29C}" dt="2023-10-30T03:26:18.778" v="2" actId="47"/>
        <pc:sldMkLst>
          <pc:docMk/>
          <pc:sldMk cId="2370038255" sldId="507"/>
        </pc:sldMkLst>
      </pc:sldChg>
      <pc:sldChg chg="del">
        <pc:chgData name="Zailan Arabee Abdul Salam" userId="5bc04053-34d1-46af-a9d4-ff754460ad4b" providerId="ADAL" clId="{A2B7F123-4DA0-45CE-B8C2-521D45FDE29C}" dt="2023-10-30T03:26:18.778" v="2" actId="47"/>
        <pc:sldMkLst>
          <pc:docMk/>
          <pc:sldMk cId="1998009960" sldId="508"/>
        </pc:sldMkLst>
      </pc:sldChg>
      <pc:sldChg chg="del">
        <pc:chgData name="Zailan Arabee Abdul Salam" userId="5bc04053-34d1-46af-a9d4-ff754460ad4b" providerId="ADAL" clId="{A2B7F123-4DA0-45CE-B8C2-521D45FDE29C}" dt="2023-10-30T03:26:18.778" v="2" actId="47"/>
        <pc:sldMkLst>
          <pc:docMk/>
          <pc:sldMk cId="1140105713" sldId="509"/>
        </pc:sldMkLst>
      </pc:sldChg>
      <pc:sldChg chg="del">
        <pc:chgData name="Zailan Arabee Abdul Salam" userId="5bc04053-34d1-46af-a9d4-ff754460ad4b" providerId="ADAL" clId="{A2B7F123-4DA0-45CE-B8C2-521D45FDE29C}" dt="2023-10-30T03:26:18.778" v="2" actId="47"/>
        <pc:sldMkLst>
          <pc:docMk/>
          <pc:sldMk cId="3367596249" sldId="510"/>
        </pc:sldMkLst>
      </pc:sldChg>
      <pc:sldChg chg="del">
        <pc:chgData name="Zailan Arabee Abdul Salam" userId="5bc04053-34d1-46af-a9d4-ff754460ad4b" providerId="ADAL" clId="{A2B7F123-4DA0-45CE-B8C2-521D45FDE29C}" dt="2023-10-30T03:26:18.778" v="2" actId="47"/>
        <pc:sldMkLst>
          <pc:docMk/>
          <pc:sldMk cId="1715310179" sldId="512"/>
        </pc:sldMkLst>
      </pc:sldChg>
      <pc:sldChg chg="del">
        <pc:chgData name="Zailan Arabee Abdul Salam" userId="5bc04053-34d1-46af-a9d4-ff754460ad4b" providerId="ADAL" clId="{A2B7F123-4DA0-45CE-B8C2-521D45FDE29C}" dt="2023-10-30T03:26:18.778" v="2" actId="47"/>
        <pc:sldMkLst>
          <pc:docMk/>
          <pc:sldMk cId="2439912198" sldId="513"/>
        </pc:sldMkLst>
      </pc:sldChg>
      <pc:sldChg chg="del">
        <pc:chgData name="Zailan Arabee Abdul Salam" userId="5bc04053-34d1-46af-a9d4-ff754460ad4b" providerId="ADAL" clId="{A2B7F123-4DA0-45CE-B8C2-521D45FDE29C}" dt="2023-10-30T03:26:18.778" v="2" actId="47"/>
        <pc:sldMkLst>
          <pc:docMk/>
          <pc:sldMk cId="2911786166" sldId="514"/>
        </pc:sldMkLst>
      </pc:sldChg>
      <pc:sldChg chg="add">
        <pc:chgData name="Zailan Arabee Abdul Salam" userId="5bc04053-34d1-46af-a9d4-ff754460ad4b" providerId="ADAL" clId="{A2B7F123-4DA0-45CE-B8C2-521D45FDE29C}" dt="2023-10-30T03:26:06.324" v="0"/>
        <pc:sldMkLst>
          <pc:docMk/>
          <pc:sldMk cId="2660146254" sldId="531"/>
        </pc:sldMkLst>
      </pc:sldChg>
      <pc:sldChg chg="add">
        <pc:chgData name="Zailan Arabee Abdul Salam" userId="5bc04053-34d1-46af-a9d4-ff754460ad4b" providerId="ADAL" clId="{A2B7F123-4DA0-45CE-B8C2-521D45FDE29C}" dt="2023-10-30T03:26:06.324" v="0"/>
        <pc:sldMkLst>
          <pc:docMk/>
          <pc:sldMk cId="1056397220" sldId="532"/>
        </pc:sldMkLst>
      </pc:sldChg>
      <pc:sldChg chg="add">
        <pc:chgData name="Zailan Arabee Abdul Salam" userId="5bc04053-34d1-46af-a9d4-ff754460ad4b" providerId="ADAL" clId="{A2B7F123-4DA0-45CE-B8C2-521D45FDE29C}" dt="2023-10-30T03:26:06.324" v="0"/>
        <pc:sldMkLst>
          <pc:docMk/>
          <pc:sldMk cId="2738791202" sldId="533"/>
        </pc:sldMkLst>
      </pc:sldChg>
      <pc:sldChg chg="add">
        <pc:chgData name="Zailan Arabee Abdul Salam" userId="5bc04053-34d1-46af-a9d4-ff754460ad4b" providerId="ADAL" clId="{A2B7F123-4DA0-45CE-B8C2-521D45FDE29C}" dt="2023-10-30T03:26:06.324" v="0"/>
        <pc:sldMkLst>
          <pc:docMk/>
          <pc:sldMk cId="3145607291" sldId="534"/>
        </pc:sldMkLst>
      </pc:sldChg>
      <pc:sldChg chg="add">
        <pc:chgData name="Zailan Arabee Abdul Salam" userId="5bc04053-34d1-46af-a9d4-ff754460ad4b" providerId="ADAL" clId="{A2B7F123-4DA0-45CE-B8C2-521D45FDE29C}" dt="2023-10-30T03:26:06.324" v="0"/>
        <pc:sldMkLst>
          <pc:docMk/>
          <pc:sldMk cId="0" sldId="569"/>
        </pc:sldMkLst>
      </pc:sldChg>
      <pc:sldChg chg="add">
        <pc:chgData name="Zailan Arabee Abdul Salam" userId="5bc04053-34d1-46af-a9d4-ff754460ad4b" providerId="ADAL" clId="{A2B7F123-4DA0-45CE-B8C2-521D45FDE29C}" dt="2023-10-30T03:26:06.324" v="0"/>
        <pc:sldMkLst>
          <pc:docMk/>
          <pc:sldMk cId="0" sldId="577"/>
        </pc:sldMkLst>
      </pc:sldChg>
      <pc:sldChg chg="add">
        <pc:chgData name="Zailan Arabee Abdul Salam" userId="5bc04053-34d1-46af-a9d4-ff754460ad4b" providerId="ADAL" clId="{A2B7F123-4DA0-45CE-B8C2-521D45FDE29C}" dt="2023-10-30T03:26:06.324" v="0"/>
        <pc:sldMkLst>
          <pc:docMk/>
          <pc:sldMk cId="0" sldId="578"/>
        </pc:sldMkLst>
      </pc:sldChg>
      <pc:sldChg chg="add">
        <pc:chgData name="Zailan Arabee Abdul Salam" userId="5bc04053-34d1-46af-a9d4-ff754460ad4b" providerId="ADAL" clId="{A2B7F123-4DA0-45CE-B8C2-521D45FDE29C}" dt="2023-10-30T03:26:06.324" v="0"/>
        <pc:sldMkLst>
          <pc:docMk/>
          <pc:sldMk cId="0" sldId="579"/>
        </pc:sldMkLst>
      </pc:sldChg>
      <pc:sldChg chg="add">
        <pc:chgData name="Zailan Arabee Abdul Salam" userId="5bc04053-34d1-46af-a9d4-ff754460ad4b" providerId="ADAL" clId="{A2B7F123-4DA0-45CE-B8C2-521D45FDE29C}" dt="2023-10-30T03:26:06.324" v="0"/>
        <pc:sldMkLst>
          <pc:docMk/>
          <pc:sldMk cId="0" sldId="580"/>
        </pc:sldMkLst>
      </pc:sldChg>
      <pc:sldChg chg="add">
        <pc:chgData name="Zailan Arabee Abdul Salam" userId="5bc04053-34d1-46af-a9d4-ff754460ad4b" providerId="ADAL" clId="{A2B7F123-4DA0-45CE-B8C2-521D45FDE29C}" dt="2023-10-30T03:26:06.324" v="0"/>
        <pc:sldMkLst>
          <pc:docMk/>
          <pc:sldMk cId="1257055625" sldId="1200"/>
        </pc:sldMkLst>
      </pc:sldChg>
      <pc:sldChg chg="add">
        <pc:chgData name="Zailan Arabee Abdul Salam" userId="5bc04053-34d1-46af-a9d4-ff754460ad4b" providerId="ADAL" clId="{A2B7F123-4DA0-45CE-B8C2-521D45FDE29C}" dt="2023-10-30T03:26:06.324" v="0"/>
        <pc:sldMkLst>
          <pc:docMk/>
          <pc:sldMk cId="1620312096" sldId="1201"/>
        </pc:sldMkLst>
      </pc:sldChg>
      <pc:sldChg chg="add">
        <pc:chgData name="Zailan Arabee Abdul Salam" userId="5bc04053-34d1-46af-a9d4-ff754460ad4b" providerId="ADAL" clId="{A2B7F123-4DA0-45CE-B8C2-521D45FDE29C}" dt="2023-10-30T03:26:06.324" v="0"/>
        <pc:sldMkLst>
          <pc:docMk/>
          <pc:sldMk cId="942685393" sldId="1202"/>
        </pc:sldMkLst>
      </pc:sldChg>
      <pc:sldChg chg="add">
        <pc:chgData name="Zailan Arabee Abdul Salam" userId="5bc04053-34d1-46af-a9d4-ff754460ad4b" providerId="ADAL" clId="{A2B7F123-4DA0-45CE-B8C2-521D45FDE29C}" dt="2023-10-30T03:26:06.324" v="0"/>
        <pc:sldMkLst>
          <pc:docMk/>
          <pc:sldMk cId="88058532" sldId="1211"/>
        </pc:sldMkLst>
      </pc:sldChg>
      <pc:sldChg chg="add">
        <pc:chgData name="Zailan Arabee Abdul Salam" userId="5bc04053-34d1-46af-a9d4-ff754460ad4b" providerId="ADAL" clId="{A2B7F123-4DA0-45CE-B8C2-521D45FDE29C}" dt="2023-10-30T03:26:06.324" v="0"/>
        <pc:sldMkLst>
          <pc:docMk/>
          <pc:sldMk cId="2240314709" sldId="1212"/>
        </pc:sldMkLst>
      </pc:sldChg>
      <pc:sldChg chg="add">
        <pc:chgData name="Zailan Arabee Abdul Salam" userId="5bc04053-34d1-46af-a9d4-ff754460ad4b" providerId="ADAL" clId="{A2B7F123-4DA0-45CE-B8C2-521D45FDE29C}" dt="2023-10-30T03:26:06.324" v="0"/>
        <pc:sldMkLst>
          <pc:docMk/>
          <pc:sldMk cId="4226352155" sldId="1213"/>
        </pc:sldMkLst>
      </pc:sldChg>
      <pc:sldChg chg="add">
        <pc:chgData name="Zailan Arabee Abdul Salam" userId="5bc04053-34d1-46af-a9d4-ff754460ad4b" providerId="ADAL" clId="{A2B7F123-4DA0-45CE-B8C2-521D45FDE29C}" dt="2023-10-30T03:26:06.324" v="0"/>
        <pc:sldMkLst>
          <pc:docMk/>
          <pc:sldMk cId="451448939" sldId="1214"/>
        </pc:sldMkLst>
      </pc:sldChg>
      <pc:sldChg chg="add">
        <pc:chgData name="Zailan Arabee Abdul Salam" userId="5bc04053-34d1-46af-a9d4-ff754460ad4b" providerId="ADAL" clId="{A2B7F123-4DA0-45CE-B8C2-521D45FDE29C}" dt="2023-10-30T03:26:06.324" v="0"/>
        <pc:sldMkLst>
          <pc:docMk/>
          <pc:sldMk cId="157944733" sldId="1215"/>
        </pc:sldMkLst>
      </pc:sldChg>
      <pc:sldChg chg="add">
        <pc:chgData name="Zailan Arabee Abdul Salam" userId="5bc04053-34d1-46af-a9d4-ff754460ad4b" providerId="ADAL" clId="{A2B7F123-4DA0-45CE-B8C2-521D45FDE29C}" dt="2023-10-30T03:26:06.324" v="0"/>
        <pc:sldMkLst>
          <pc:docMk/>
          <pc:sldMk cId="1339351395" sldId="1216"/>
        </pc:sldMkLst>
      </pc:sldChg>
      <pc:sldChg chg="add">
        <pc:chgData name="Zailan Arabee Abdul Salam" userId="5bc04053-34d1-46af-a9d4-ff754460ad4b" providerId="ADAL" clId="{A2B7F123-4DA0-45CE-B8C2-521D45FDE29C}" dt="2023-10-30T03:26:06.324" v="0"/>
        <pc:sldMkLst>
          <pc:docMk/>
          <pc:sldMk cId="1222543335" sldId="1217"/>
        </pc:sldMkLst>
      </pc:sldChg>
      <pc:sldChg chg="add">
        <pc:chgData name="Zailan Arabee Abdul Salam" userId="5bc04053-34d1-46af-a9d4-ff754460ad4b" providerId="ADAL" clId="{A2B7F123-4DA0-45CE-B8C2-521D45FDE29C}" dt="2023-10-30T03:26:06.324" v="0"/>
        <pc:sldMkLst>
          <pc:docMk/>
          <pc:sldMk cId="2574055479" sldId="1219"/>
        </pc:sldMkLst>
      </pc:sldChg>
      <pc:sldChg chg="add">
        <pc:chgData name="Zailan Arabee Abdul Salam" userId="5bc04053-34d1-46af-a9d4-ff754460ad4b" providerId="ADAL" clId="{A2B7F123-4DA0-45CE-B8C2-521D45FDE29C}" dt="2023-10-30T03:26:06.324" v="0"/>
        <pc:sldMkLst>
          <pc:docMk/>
          <pc:sldMk cId="2543552459" sldId="1220"/>
        </pc:sldMkLst>
      </pc:sldChg>
      <pc:sldChg chg="add">
        <pc:chgData name="Zailan Arabee Abdul Salam" userId="5bc04053-34d1-46af-a9d4-ff754460ad4b" providerId="ADAL" clId="{A2B7F123-4DA0-45CE-B8C2-521D45FDE29C}" dt="2023-10-30T03:26:06.324" v="0"/>
        <pc:sldMkLst>
          <pc:docMk/>
          <pc:sldMk cId="158344780" sldId="1221"/>
        </pc:sldMkLst>
      </pc:sldChg>
      <pc:sldChg chg="add">
        <pc:chgData name="Zailan Arabee Abdul Salam" userId="5bc04053-34d1-46af-a9d4-ff754460ad4b" providerId="ADAL" clId="{A2B7F123-4DA0-45CE-B8C2-521D45FDE29C}" dt="2023-10-30T03:26:06.324" v="0"/>
        <pc:sldMkLst>
          <pc:docMk/>
          <pc:sldMk cId="3293834506" sldId="1222"/>
        </pc:sldMkLst>
      </pc:sldChg>
      <pc:sldChg chg="add">
        <pc:chgData name="Zailan Arabee Abdul Salam" userId="5bc04053-34d1-46af-a9d4-ff754460ad4b" providerId="ADAL" clId="{A2B7F123-4DA0-45CE-B8C2-521D45FDE29C}" dt="2023-10-30T03:26:06.324" v="0"/>
        <pc:sldMkLst>
          <pc:docMk/>
          <pc:sldMk cId="1777901036" sldId="1223"/>
        </pc:sldMkLst>
      </pc:sldChg>
      <pc:sldChg chg="add">
        <pc:chgData name="Zailan Arabee Abdul Salam" userId="5bc04053-34d1-46af-a9d4-ff754460ad4b" providerId="ADAL" clId="{A2B7F123-4DA0-45CE-B8C2-521D45FDE29C}" dt="2023-10-30T03:26:06.324" v="0"/>
        <pc:sldMkLst>
          <pc:docMk/>
          <pc:sldMk cId="764643366" sldId="1224"/>
        </pc:sldMkLst>
      </pc:sldChg>
      <pc:sldChg chg="add">
        <pc:chgData name="Zailan Arabee Abdul Salam" userId="5bc04053-34d1-46af-a9d4-ff754460ad4b" providerId="ADAL" clId="{A2B7F123-4DA0-45CE-B8C2-521D45FDE29C}" dt="2023-10-30T03:26:06.324" v="0"/>
        <pc:sldMkLst>
          <pc:docMk/>
          <pc:sldMk cId="2367724023" sldId="1225"/>
        </pc:sldMkLst>
      </pc:sldChg>
      <pc:sldChg chg="add">
        <pc:chgData name="Zailan Arabee Abdul Salam" userId="5bc04053-34d1-46af-a9d4-ff754460ad4b" providerId="ADAL" clId="{A2B7F123-4DA0-45CE-B8C2-521D45FDE29C}" dt="2023-10-30T03:26:06.324" v="0"/>
        <pc:sldMkLst>
          <pc:docMk/>
          <pc:sldMk cId="936123331" sldId="1226"/>
        </pc:sldMkLst>
      </pc:sldChg>
      <pc:sldChg chg="add">
        <pc:chgData name="Zailan Arabee Abdul Salam" userId="5bc04053-34d1-46af-a9d4-ff754460ad4b" providerId="ADAL" clId="{A2B7F123-4DA0-45CE-B8C2-521D45FDE29C}" dt="2023-10-30T03:26:06.324" v="0"/>
        <pc:sldMkLst>
          <pc:docMk/>
          <pc:sldMk cId="1600039276" sldId="1227"/>
        </pc:sldMkLst>
      </pc:sldChg>
      <pc:sldChg chg="add">
        <pc:chgData name="Zailan Arabee Abdul Salam" userId="5bc04053-34d1-46af-a9d4-ff754460ad4b" providerId="ADAL" clId="{A2B7F123-4DA0-45CE-B8C2-521D45FDE29C}" dt="2023-10-30T03:26:06.324" v="0"/>
        <pc:sldMkLst>
          <pc:docMk/>
          <pc:sldMk cId="4158129888" sldId="1229"/>
        </pc:sldMkLst>
      </pc:sldChg>
      <pc:sldChg chg="add">
        <pc:chgData name="Zailan Arabee Abdul Salam" userId="5bc04053-34d1-46af-a9d4-ff754460ad4b" providerId="ADAL" clId="{A2B7F123-4DA0-45CE-B8C2-521D45FDE29C}" dt="2023-10-30T03:26:06.324" v="0"/>
        <pc:sldMkLst>
          <pc:docMk/>
          <pc:sldMk cId="1283043137" sldId="1230"/>
        </pc:sldMkLst>
      </pc:sldChg>
      <pc:sldChg chg="add">
        <pc:chgData name="Zailan Arabee Abdul Salam" userId="5bc04053-34d1-46af-a9d4-ff754460ad4b" providerId="ADAL" clId="{A2B7F123-4DA0-45CE-B8C2-521D45FDE29C}" dt="2023-10-30T03:26:06.324" v="0"/>
        <pc:sldMkLst>
          <pc:docMk/>
          <pc:sldMk cId="3745391551" sldId="1231"/>
        </pc:sldMkLst>
      </pc:sldChg>
      <pc:sldChg chg="add">
        <pc:chgData name="Zailan Arabee Abdul Salam" userId="5bc04053-34d1-46af-a9d4-ff754460ad4b" providerId="ADAL" clId="{A2B7F123-4DA0-45CE-B8C2-521D45FDE29C}" dt="2023-10-30T03:26:06.324" v="0"/>
        <pc:sldMkLst>
          <pc:docMk/>
          <pc:sldMk cId="536754208" sldId="1232"/>
        </pc:sldMkLst>
      </pc:sldChg>
      <pc:sldChg chg="add">
        <pc:chgData name="Zailan Arabee Abdul Salam" userId="5bc04053-34d1-46af-a9d4-ff754460ad4b" providerId="ADAL" clId="{A2B7F123-4DA0-45CE-B8C2-521D45FDE29C}" dt="2023-10-30T03:26:06.324" v="0"/>
        <pc:sldMkLst>
          <pc:docMk/>
          <pc:sldMk cId="2081593252" sldId="1234"/>
        </pc:sldMkLst>
      </pc:sldChg>
      <pc:sldChg chg="add">
        <pc:chgData name="Zailan Arabee Abdul Salam" userId="5bc04053-34d1-46af-a9d4-ff754460ad4b" providerId="ADAL" clId="{A2B7F123-4DA0-45CE-B8C2-521D45FDE29C}" dt="2023-10-30T03:26:06.324" v="0"/>
        <pc:sldMkLst>
          <pc:docMk/>
          <pc:sldMk cId="474274139" sldId="1235"/>
        </pc:sldMkLst>
      </pc:sldChg>
      <pc:sldChg chg="add">
        <pc:chgData name="Zailan Arabee Abdul Salam" userId="5bc04053-34d1-46af-a9d4-ff754460ad4b" providerId="ADAL" clId="{A2B7F123-4DA0-45CE-B8C2-521D45FDE29C}" dt="2023-10-30T03:26:06.324" v="0"/>
        <pc:sldMkLst>
          <pc:docMk/>
          <pc:sldMk cId="2560256601" sldId="1238"/>
        </pc:sldMkLst>
      </pc:sldChg>
      <pc:sldChg chg="del">
        <pc:chgData name="Zailan Arabee Abdul Salam" userId="5bc04053-34d1-46af-a9d4-ff754460ad4b" providerId="ADAL" clId="{A2B7F123-4DA0-45CE-B8C2-521D45FDE29C}" dt="2023-10-30T03:26:18.778" v="2" actId="47"/>
        <pc:sldMkLst>
          <pc:docMk/>
          <pc:sldMk cId="2066858650" sldId="1891"/>
        </pc:sldMkLst>
      </pc:sldChg>
      <pc:sldChg chg="del">
        <pc:chgData name="Zailan Arabee Abdul Salam" userId="5bc04053-34d1-46af-a9d4-ff754460ad4b" providerId="ADAL" clId="{A2B7F123-4DA0-45CE-B8C2-521D45FDE29C}" dt="2023-10-30T03:26:18.778" v="2" actId="47"/>
        <pc:sldMkLst>
          <pc:docMk/>
          <pc:sldMk cId="2774009567" sldId="1892"/>
        </pc:sldMkLst>
      </pc:sldChg>
      <pc:sldChg chg="del">
        <pc:chgData name="Zailan Arabee Abdul Salam" userId="5bc04053-34d1-46af-a9d4-ff754460ad4b" providerId="ADAL" clId="{A2B7F123-4DA0-45CE-B8C2-521D45FDE29C}" dt="2023-10-30T03:26:18.778" v="2" actId="47"/>
        <pc:sldMkLst>
          <pc:docMk/>
          <pc:sldMk cId="3477102949" sldId="1893"/>
        </pc:sldMkLst>
      </pc:sldChg>
      <pc:sldChg chg="del">
        <pc:chgData name="Zailan Arabee Abdul Salam" userId="5bc04053-34d1-46af-a9d4-ff754460ad4b" providerId="ADAL" clId="{A2B7F123-4DA0-45CE-B8C2-521D45FDE29C}" dt="2023-10-30T03:26:18.778" v="2" actId="47"/>
        <pc:sldMkLst>
          <pc:docMk/>
          <pc:sldMk cId="1208853802" sldId="1898"/>
        </pc:sldMkLst>
      </pc:sldChg>
      <pc:sldChg chg="del">
        <pc:chgData name="Zailan Arabee Abdul Salam" userId="5bc04053-34d1-46af-a9d4-ff754460ad4b" providerId="ADAL" clId="{A2B7F123-4DA0-45CE-B8C2-521D45FDE29C}" dt="2023-10-30T03:26:18.778" v="2" actId="47"/>
        <pc:sldMkLst>
          <pc:docMk/>
          <pc:sldMk cId="2426269947" sldId="1899"/>
        </pc:sldMkLst>
      </pc:sldChg>
      <pc:sldChg chg="del">
        <pc:chgData name="Zailan Arabee Abdul Salam" userId="5bc04053-34d1-46af-a9d4-ff754460ad4b" providerId="ADAL" clId="{A2B7F123-4DA0-45CE-B8C2-521D45FDE29C}" dt="2023-10-30T03:26:18.778" v="2" actId="47"/>
        <pc:sldMkLst>
          <pc:docMk/>
          <pc:sldMk cId="2377559160" sldId="1901"/>
        </pc:sldMkLst>
      </pc:sldChg>
      <pc:sldChg chg="del">
        <pc:chgData name="Zailan Arabee Abdul Salam" userId="5bc04053-34d1-46af-a9d4-ff754460ad4b" providerId="ADAL" clId="{A2B7F123-4DA0-45CE-B8C2-521D45FDE29C}" dt="2023-10-30T03:26:18.778" v="2" actId="47"/>
        <pc:sldMkLst>
          <pc:docMk/>
          <pc:sldMk cId="1302651925" sldId="1902"/>
        </pc:sldMkLst>
      </pc:sldChg>
      <pc:sldChg chg="del">
        <pc:chgData name="Zailan Arabee Abdul Salam" userId="5bc04053-34d1-46af-a9d4-ff754460ad4b" providerId="ADAL" clId="{A2B7F123-4DA0-45CE-B8C2-521D45FDE29C}" dt="2023-10-30T03:26:18.778" v="2" actId="47"/>
        <pc:sldMkLst>
          <pc:docMk/>
          <pc:sldMk cId="1917068273" sldId="1903"/>
        </pc:sldMkLst>
      </pc:sldChg>
      <pc:sldChg chg="del">
        <pc:chgData name="Zailan Arabee Abdul Salam" userId="5bc04053-34d1-46af-a9d4-ff754460ad4b" providerId="ADAL" clId="{A2B7F123-4DA0-45CE-B8C2-521D45FDE29C}" dt="2023-10-30T03:26:18.778" v="2" actId="47"/>
        <pc:sldMkLst>
          <pc:docMk/>
          <pc:sldMk cId="3895380168" sldId="1905"/>
        </pc:sldMkLst>
      </pc:sldChg>
      <pc:sldChg chg="del">
        <pc:chgData name="Zailan Arabee Abdul Salam" userId="5bc04053-34d1-46af-a9d4-ff754460ad4b" providerId="ADAL" clId="{A2B7F123-4DA0-45CE-B8C2-521D45FDE29C}" dt="2023-10-30T03:26:18.778" v="2" actId="47"/>
        <pc:sldMkLst>
          <pc:docMk/>
          <pc:sldMk cId="4255597957" sldId="1908"/>
        </pc:sldMkLst>
      </pc:sldChg>
      <pc:sldChg chg="del">
        <pc:chgData name="Zailan Arabee Abdul Salam" userId="5bc04053-34d1-46af-a9d4-ff754460ad4b" providerId="ADAL" clId="{A2B7F123-4DA0-45CE-B8C2-521D45FDE29C}" dt="2023-10-30T03:26:18.778" v="2" actId="47"/>
        <pc:sldMkLst>
          <pc:docMk/>
          <pc:sldMk cId="3773843950" sldId="1910"/>
        </pc:sldMkLst>
      </pc:sldChg>
      <pc:sldChg chg="del">
        <pc:chgData name="Zailan Arabee Abdul Salam" userId="5bc04053-34d1-46af-a9d4-ff754460ad4b" providerId="ADAL" clId="{A2B7F123-4DA0-45CE-B8C2-521D45FDE29C}" dt="2023-10-30T03:26:18.778" v="2" actId="47"/>
        <pc:sldMkLst>
          <pc:docMk/>
          <pc:sldMk cId="4230886124" sldId="1911"/>
        </pc:sldMkLst>
      </pc:sldChg>
      <pc:sldChg chg="del">
        <pc:chgData name="Zailan Arabee Abdul Salam" userId="5bc04053-34d1-46af-a9d4-ff754460ad4b" providerId="ADAL" clId="{A2B7F123-4DA0-45CE-B8C2-521D45FDE29C}" dt="2023-10-30T03:26:18.778" v="2" actId="47"/>
        <pc:sldMkLst>
          <pc:docMk/>
          <pc:sldMk cId="4072523526" sldId="1913"/>
        </pc:sldMkLst>
      </pc:sldChg>
      <pc:sldChg chg="del">
        <pc:chgData name="Zailan Arabee Abdul Salam" userId="5bc04053-34d1-46af-a9d4-ff754460ad4b" providerId="ADAL" clId="{A2B7F123-4DA0-45CE-B8C2-521D45FDE29C}" dt="2023-10-30T03:26:18.778" v="2" actId="47"/>
        <pc:sldMkLst>
          <pc:docMk/>
          <pc:sldMk cId="851357154" sldId="1914"/>
        </pc:sldMkLst>
      </pc:sldChg>
      <pc:sldChg chg="del">
        <pc:chgData name="Zailan Arabee Abdul Salam" userId="5bc04053-34d1-46af-a9d4-ff754460ad4b" providerId="ADAL" clId="{A2B7F123-4DA0-45CE-B8C2-521D45FDE29C}" dt="2023-10-30T03:26:18.778" v="2" actId="47"/>
        <pc:sldMkLst>
          <pc:docMk/>
          <pc:sldMk cId="298809152" sldId="1915"/>
        </pc:sldMkLst>
      </pc:sldChg>
      <pc:sldChg chg="del">
        <pc:chgData name="Zailan Arabee Abdul Salam" userId="5bc04053-34d1-46af-a9d4-ff754460ad4b" providerId="ADAL" clId="{A2B7F123-4DA0-45CE-B8C2-521D45FDE29C}" dt="2023-10-30T03:26:18.778" v="2" actId="47"/>
        <pc:sldMkLst>
          <pc:docMk/>
          <pc:sldMk cId="0" sldId="1916"/>
        </pc:sldMkLst>
      </pc:sldChg>
      <pc:sldChg chg="del">
        <pc:chgData name="Zailan Arabee Abdul Salam" userId="5bc04053-34d1-46af-a9d4-ff754460ad4b" providerId="ADAL" clId="{A2B7F123-4DA0-45CE-B8C2-521D45FDE29C}" dt="2023-10-30T03:26:18.778" v="2" actId="47"/>
        <pc:sldMkLst>
          <pc:docMk/>
          <pc:sldMk cId="0" sldId="1917"/>
        </pc:sldMkLst>
      </pc:sldChg>
      <pc:sldChg chg="del">
        <pc:chgData name="Zailan Arabee Abdul Salam" userId="5bc04053-34d1-46af-a9d4-ff754460ad4b" providerId="ADAL" clId="{A2B7F123-4DA0-45CE-B8C2-521D45FDE29C}" dt="2023-10-30T03:26:18.778" v="2" actId="47"/>
        <pc:sldMkLst>
          <pc:docMk/>
          <pc:sldMk cId="0" sldId="1918"/>
        </pc:sldMkLst>
      </pc:sldChg>
      <pc:sldChg chg="del">
        <pc:chgData name="Zailan Arabee Abdul Salam" userId="5bc04053-34d1-46af-a9d4-ff754460ad4b" providerId="ADAL" clId="{A2B7F123-4DA0-45CE-B8C2-521D45FDE29C}" dt="2023-10-30T03:26:18.778" v="2" actId="47"/>
        <pc:sldMkLst>
          <pc:docMk/>
          <pc:sldMk cId="3106057987" sldId="1919"/>
        </pc:sldMkLst>
      </pc:sldChg>
      <pc:sldChg chg="del">
        <pc:chgData name="Zailan Arabee Abdul Salam" userId="5bc04053-34d1-46af-a9d4-ff754460ad4b" providerId="ADAL" clId="{A2B7F123-4DA0-45CE-B8C2-521D45FDE29C}" dt="2023-10-30T03:26:18.778" v="2" actId="47"/>
        <pc:sldMkLst>
          <pc:docMk/>
          <pc:sldMk cId="0" sldId="1920"/>
        </pc:sldMkLst>
      </pc:sldChg>
      <pc:sldChg chg="del">
        <pc:chgData name="Zailan Arabee Abdul Salam" userId="5bc04053-34d1-46af-a9d4-ff754460ad4b" providerId="ADAL" clId="{A2B7F123-4DA0-45CE-B8C2-521D45FDE29C}" dt="2023-10-30T03:26:18.778" v="2" actId="47"/>
        <pc:sldMkLst>
          <pc:docMk/>
          <pc:sldMk cId="0" sldId="1921"/>
        </pc:sldMkLst>
      </pc:sldChg>
      <pc:sldChg chg="del">
        <pc:chgData name="Zailan Arabee Abdul Salam" userId="5bc04053-34d1-46af-a9d4-ff754460ad4b" providerId="ADAL" clId="{A2B7F123-4DA0-45CE-B8C2-521D45FDE29C}" dt="2023-10-30T03:26:18.778" v="2" actId="47"/>
        <pc:sldMkLst>
          <pc:docMk/>
          <pc:sldMk cId="0" sldId="1922"/>
        </pc:sldMkLst>
      </pc:sldChg>
      <pc:sldChg chg="del">
        <pc:chgData name="Zailan Arabee Abdul Salam" userId="5bc04053-34d1-46af-a9d4-ff754460ad4b" providerId="ADAL" clId="{A2B7F123-4DA0-45CE-B8C2-521D45FDE29C}" dt="2023-10-30T03:26:18.778" v="2" actId="47"/>
        <pc:sldMkLst>
          <pc:docMk/>
          <pc:sldMk cId="0" sldId="1923"/>
        </pc:sldMkLst>
      </pc:sldChg>
      <pc:sldChg chg="del">
        <pc:chgData name="Zailan Arabee Abdul Salam" userId="5bc04053-34d1-46af-a9d4-ff754460ad4b" providerId="ADAL" clId="{A2B7F123-4DA0-45CE-B8C2-521D45FDE29C}" dt="2023-10-30T03:26:18.778" v="2" actId="47"/>
        <pc:sldMkLst>
          <pc:docMk/>
          <pc:sldMk cId="0" sldId="1924"/>
        </pc:sldMkLst>
      </pc:sldChg>
      <pc:sldChg chg="del">
        <pc:chgData name="Zailan Arabee Abdul Salam" userId="5bc04053-34d1-46af-a9d4-ff754460ad4b" providerId="ADAL" clId="{A2B7F123-4DA0-45CE-B8C2-521D45FDE29C}" dt="2023-10-30T03:26:18.778" v="2" actId="47"/>
        <pc:sldMkLst>
          <pc:docMk/>
          <pc:sldMk cId="0" sldId="1925"/>
        </pc:sldMkLst>
      </pc:sldChg>
      <pc:sldChg chg="del">
        <pc:chgData name="Zailan Arabee Abdul Salam" userId="5bc04053-34d1-46af-a9d4-ff754460ad4b" providerId="ADAL" clId="{A2B7F123-4DA0-45CE-B8C2-521D45FDE29C}" dt="2023-10-30T03:26:18.778" v="2" actId="47"/>
        <pc:sldMkLst>
          <pc:docMk/>
          <pc:sldMk cId="0" sldId="1926"/>
        </pc:sldMkLst>
      </pc:sldChg>
      <pc:sldChg chg="del">
        <pc:chgData name="Zailan Arabee Abdul Salam" userId="5bc04053-34d1-46af-a9d4-ff754460ad4b" providerId="ADAL" clId="{A2B7F123-4DA0-45CE-B8C2-521D45FDE29C}" dt="2023-10-30T03:26:18.778" v="2" actId="47"/>
        <pc:sldMkLst>
          <pc:docMk/>
          <pc:sldMk cId="0" sldId="1927"/>
        </pc:sldMkLst>
      </pc:sldChg>
      <pc:sldChg chg="del">
        <pc:chgData name="Zailan Arabee Abdul Salam" userId="5bc04053-34d1-46af-a9d4-ff754460ad4b" providerId="ADAL" clId="{A2B7F123-4DA0-45CE-B8C2-521D45FDE29C}" dt="2023-10-30T03:26:18.778" v="2" actId="47"/>
        <pc:sldMkLst>
          <pc:docMk/>
          <pc:sldMk cId="0" sldId="1928"/>
        </pc:sldMkLst>
      </pc:sldChg>
      <pc:sldChg chg="del">
        <pc:chgData name="Zailan Arabee Abdul Salam" userId="5bc04053-34d1-46af-a9d4-ff754460ad4b" providerId="ADAL" clId="{A2B7F123-4DA0-45CE-B8C2-521D45FDE29C}" dt="2023-10-30T03:26:18.778" v="2" actId="47"/>
        <pc:sldMkLst>
          <pc:docMk/>
          <pc:sldMk cId="0" sldId="1929"/>
        </pc:sldMkLst>
      </pc:sldChg>
      <pc:sldChg chg="del">
        <pc:chgData name="Zailan Arabee Abdul Salam" userId="5bc04053-34d1-46af-a9d4-ff754460ad4b" providerId="ADAL" clId="{A2B7F123-4DA0-45CE-B8C2-521D45FDE29C}" dt="2023-10-30T03:26:18.778" v="2" actId="47"/>
        <pc:sldMkLst>
          <pc:docMk/>
          <pc:sldMk cId="0" sldId="1930"/>
        </pc:sldMkLst>
      </pc:sldChg>
      <pc:sldChg chg="del">
        <pc:chgData name="Zailan Arabee Abdul Salam" userId="5bc04053-34d1-46af-a9d4-ff754460ad4b" providerId="ADAL" clId="{A2B7F123-4DA0-45CE-B8C2-521D45FDE29C}" dt="2023-10-30T03:26:18.778" v="2" actId="47"/>
        <pc:sldMkLst>
          <pc:docMk/>
          <pc:sldMk cId="0" sldId="1931"/>
        </pc:sldMkLst>
      </pc:sldChg>
      <pc:sldChg chg="del">
        <pc:chgData name="Zailan Arabee Abdul Salam" userId="5bc04053-34d1-46af-a9d4-ff754460ad4b" providerId="ADAL" clId="{A2B7F123-4DA0-45CE-B8C2-521D45FDE29C}" dt="2023-10-30T03:26:18.778" v="2" actId="47"/>
        <pc:sldMkLst>
          <pc:docMk/>
          <pc:sldMk cId="0" sldId="1932"/>
        </pc:sldMkLst>
      </pc:sldChg>
      <pc:sldChg chg="del">
        <pc:chgData name="Zailan Arabee Abdul Salam" userId="5bc04053-34d1-46af-a9d4-ff754460ad4b" providerId="ADAL" clId="{A2B7F123-4DA0-45CE-B8C2-521D45FDE29C}" dt="2023-10-30T03:26:18.778" v="2" actId="47"/>
        <pc:sldMkLst>
          <pc:docMk/>
          <pc:sldMk cId="0" sldId="1933"/>
        </pc:sldMkLst>
      </pc:sldChg>
      <pc:sldChg chg="del">
        <pc:chgData name="Zailan Arabee Abdul Salam" userId="5bc04053-34d1-46af-a9d4-ff754460ad4b" providerId="ADAL" clId="{A2B7F123-4DA0-45CE-B8C2-521D45FDE29C}" dt="2023-10-30T03:26:18.778" v="2" actId="47"/>
        <pc:sldMkLst>
          <pc:docMk/>
          <pc:sldMk cId="0" sldId="1934"/>
        </pc:sldMkLst>
      </pc:sldChg>
      <pc:sldChg chg="add">
        <pc:chgData name="Zailan Arabee Abdul Salam" userId="5bc04053-34d1-46af-a9d4-ff754460ad4b" providerId="ADAL" clId="{A2B7F123-4DA0-45CE-B8C2-521D45FDE29C}" dt="2023-10-30T03:26:06.324" v="0"/>
        <pc:sldMkLst>
          <pc:docMk/>
          <pc:sldMk cId="0" sldId="1935"/>
        </pc:sldMkLst>
      </pc:sldChg>
      <pc:sldChg chg="add">
        <pc:chgData name="Zailan Arabee Abdul Salam" userId="5bc04053-34d1-46af-a9d4-ff754460ad4b" providerId="ADAL" clId="{A2B7F123-4DA0-45CE-B8C2-521D45FDE29C}" dt="2023-10-30T03:26:06.324" v="0"/>
        <pc:sldMkLst>
          <pc:docMk/>
          <pc:sldMk cId="0" sldId="1936"/>
        </pc:sldMkLst>
      </pc:sldChg>
      <pc:sldChg chg="add">
        <pc:chgData name="Zailan Arabee Abdul Salam" userId="5bc04053-34d1-46af-a9d4-ff754460ad4b" providerId="ADAL" clId="{A2B7F123-4DA0-45CE-B8C2-521D45FDE29C}" dt="2023-10-30T03:26:06.324" v="0"/>
        <pc:sldMkLst>
          <pc:docMk/>
          <pc:sldMk cId="2421019088" sldId="1937"/>
        </pc:sldMkLst>
      </pc:sldChg>
      <pc:sldChg chg="add">
        <pc:chgData name="Zailan Arabee Abdul Salam" userId="5bc04053-34d1-46af-a9d4-ff754460ad4b" providerId="ADAL" clId="{A2B7F123-4DA0-45CE-B8C2-521D45FDE29C}" dt="2023-10-30T03:26:06.324" v="0"/>
        <pc:sldMkLst>
          <pc:docMk/>
          <pc:sldMk cId="0" sldId="1938"/>
        </pc:sldMkLst>
      </pc:sldChg>
      <pc:sldChg chg="add">
        <pc:chgData name="Zailan Arabee Abdul Salam" userId="5bc04053-34d1-46af-a9d4-ff754460ad4b" providerId="ADAL" clId="{A2B7F123-4DA0-45CE-B8C2-521D45FDE29C}" dt="2023-10-30T03:26:06.324" v="0"/>
        <pc:sldMkLst>
          <pc:docMk/>
          <pc:sldMk cId="2513217203" sldId="1939"/>
        </pc:sldMkLst>
      </pc:sldChg>
      <pc:sldChg chg="add">
        <pc:chgData name="Zailan Arabee Abdul Salam" userId="5bc04053-34d1-46af-a9d4-ff754460ad4b" providerId="ADAL" clId="{A2B7F123-4DA0-45CE-B8C2-521D45FDE29C}" dt="2023-10-30T03:26:06.324" v="0"/>
        <pc:sldMkLst>
          <pc:docMk/>
          <pc:sldMk cId="1636985544" sldId="1940"/>
        </pc:sldMkLst>
      </pc:sldChg>
      <pc:sldChg chg="add">
        <pc:chgData name="Zailan Arabee Abdul Salam" userId="5bc04053-34d1-46af-a9d4-ff754460ad4b" providerId="ADAL" clId="{A2B7F123-4DA0-45CE-B8C2-521D45FDE29C}" dt="2023-10-30T03:26:06.324" v="0"/>
        <pc:sldMkLst>
          <pc:docMk/>
          <pc:sldMk cId="713316994" sldId="1941"/>
        </pc:sldMkLst>
      </pc:sldChg>
      <pc:sldChg chg="add">
        <pc:chgData name="Zailan Arabee Abdul Salam" userId="5bc04053-34d1-46af-a9d4-ff754460ad4b" providerId="ADAL" clId="{A2B7F123-4DA0-45CE-B8C2-521D45FDE29C}" dt="2023-10-30T03:26:06.324" v="0"/>
        <pc:sldMkLst>
          <pc:docMk/>
          <pc:sldMk cId="1845779338" sldId="1942"/>
        </pc:sldMkLst>
      </pc:sldChg>
      <pc:sldChg chg="add">
        <pc:chgData name="Zailan Arabee Abdul Salam" userId="5bc04053-34d1-46af-a9d4-ff754460ad4b" providerId="ADAL" clId="{A2B7F123-4DA0-45CE-B8C2-521D45FDE29C}" dt="2023-10-30T03:26:06.324" v="0"/>
        <pc:sldMkLst>
          <pc:docMk/>
          <pc:sldMk cId="1233749879" sldId="1943"/>
        </pc:sldMkLst>
      </pc:sldChg>
      <pc:sldChg chg="add">
        <pc:chgData name="Zailan Arabee Abdul Salam" userId="5bc04053-34d1-46af-a9d4-ff754460ad4b" providerId="ADAL" clId="{A2B7F123-4DA0-45CE-B8C2-521D45FDE29C}" dt="2023-10-30T03:26:06.324" v="0"/>
        <pc:sldMkLst>
          <pc:docMk/>
          <pc:sldMk cId="2196535212" sldId="1944"/>
        </pc:sldMkLst>
      </pc:sldChg>
      <pc:sldChg chg="add">
        <pc:chgData name="Zailan Arabee Abdul Salam" userId="5bc04053-34d1-46af-a9d4-ff754460ad4b" providerId="ADAL" clId="{A2B7F123-4DA0-45CE-B8C2-521D45FDE29C}" dt="2023-10-30T03:26:06.324" v="0"/>
        <pc:sldMkLst>
          <pc:docMk/>
          <pc:sldMk cId="2672633410" sldId="1945"/>
        </pc:sldMkLst>
      </pc:sldChg>
      <pc:sldChg chg="add">
        <pc:chgData name="Zailan Arabee Abdul Salam" userId="5bc04053-34d1-46af-a9d4-ff754460ad4b" providerId="ADAL" clId="{A2B7F123-4DA0-45CE-B8C2-521D45FDE29C}" dt="2023-10-30T03:26:06.324" v="0"/>
        <pc:sldMkLst>
          <pc:docMk/>
          <pc:sldMk cId="3874458156" sldId="1946"/>
        </pc:sldMkLst>
      </pc:sldChg>
      <pc:sldChg chg="add">
        <pc:chgData name="Zailan Arabee Abdul Salam" userId="5bc04053-34d1-46af-a9d4-ff754460ad4b" providerId="ADAL" clId="{A2B7F123-4DA0-45CE-B8C2-521D45FDE29C}" dt="2023-10-30T03:26:06.324" v="0"/>
        <pc:sldMkLst>
          <pc:docMk/>
          <pc:sldMk cId="0" sldId="1947"/>
        </pc:sldMkLst>
      </pc:sldChg>
      <pc:sldMasterChg chg="delSldLayout">
        <pc:chgData name="Zailan Arabee Abdul Salam" userId="5bc04053-34d1-46af-a9d4-ff754460ad4b" providerId="ADAL" clId="{A2B7F123-4DA0-45CE-B8C2-521D45FDE29C}" dt="2023-10-30T03:26:18.778" v="2" actId="47"/>
        <pc:sldMasterMkLst>
          <pc:docMk/>
          <pc:sldMasterMk cId="0" sldId="2147483651"/>
        </pc:sldMasterMkLst>
        <pc:sldLayoutChg chg="del">
          <pc:chgData name="Zailan Arabee Abdul Salam" userId="5bc04053-34d1-46af-a9d4-ff754460ad4b" providerId="ADAL" clId="{A2B7F123-4DA0-45CE-B8C2-521D45FDE29C}" dt="2023-10-30T03:26:18.778" v="2" actId="47"/>
          <pc:sldLayoutMkLst>
            <pc:docMk/>
            <pc:sldMasterMk cId="0" sldId="2147483651"/>
            <pc:sldLayoutMk cId="1406587582" sldId="2147483759"/>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248887668" sldId="2147483760"/>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2853447008" sldId="2147483761"/>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3781432196" sldId="2147483762"/>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319796192" sldId="2147483763"/>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2353331877" sldId="2147483764"/>
          </pc:sldLayoutMkLst>
        </pc:sldLayoutChg>
      </pc:sldMasterChg>
    </pc:docChg>
  </pc:docChgLst>
  <pc:docChgLst>
    <pc:chgData name="Zailan Arabee Abdul Salam" userId="5bc04053-34d1-46af-a9d4-ff754460ad4b" providerId="ADAL" clId="{CD11030C-D4AC-4F37-A72F-13B7307DA009}"/>
    <pc:docChg chg="addSld delSld modSld modSection">
      <pc:chgData name="Zailan Arabee Abdul Salam" userId="5bc04053-34d1-46af-a9d4-ff754460ad4b" providerId="ADAL" clId="{CD11030C-D4AC-4F37-A72F-13B7307DA009}" dt="2023-10-30T03:22:14.857" v="3" actId="47"/>
      <pc:docMkLst>
        <pc:docMk/>
      </pc:docMkLst>
      <pc:sldChg chg="add del">
        <pc:chgData name="Zailan Arabee Abdul Salam" userId="5bc04053-34d1-46af-a9d4-ff754460ad4b" providerId="ADAL" clId="{CD11030C-D4AC-4F37-A72F-13B7307DA009}" dt="2023-10-30T03:21:44.711" v="2" actId="47"/>
        <pc:sldMkLst>
          <pc:docMk/>
          <pc:sldMk cId="0" sldId="263"/>
        </pc:sldMkLst>
      </pc:sldChg>
      <pc:sldChg chg="add">
        <pc:chgData name="Zailan Arabee Abdul Salam" userId="5bc04053-34d1-46af-a9d4-ff754460ad4b" providerId="ADAL" clId="{CD11030C-D4AC-4F37-A72F-13B7307DA009}" dt="2023-10-30T03:21:39.393" v="0"/>
        <pc:sldMkLst>
          <pc:docMk/>
          <pc:sldMk cId="0" sldId="264"/>
        </pc:sldMkLst>
      </pc:sldChg>
      <pc:sldChg chg="add">
        <pc:chgData name="Zailan Arabee Abdul Salam" userId="5bc04053-34d1-46af-a9d4-ff754460ad4b" providerId="ADAL" clId="{CD11030C-D4AC-4F37-A72F-13B7307DA009}" dt="2023-10-30T03:21:39.393" v="0"/>
        <pc:sldMkLst>
          <pc:docMk/>
          <pc:sldMk cId="0" sldId="265"/>
        </pc:sldMkLst>
      </pc:sldChg>
      <pc:sldChg chg="add">
        <pc:chgData name="Zailan Arabee Abdul Salam" userId="5bc04053-34d1-46af-a9d4-ff754460ad4b" providerId="ADAL" clId="{CD11030C-D4AC-4F37-A72F-13B7307DA009}" dt="2023-10-30T03:21:39.393" v="0"/>
        <pc:sldMkLst>
          <pc:docMk/>
          <pc:sldMk cId="0" sldId="266"/>
        </pc:sldMkLst>
      </pc:sldChg>
      <pc:sldChg chg="add">
        <pc:chgData name="Zailan Arabee Abdul Salam" userId="5bc04053-34d1-46af-a9d4-ff754460ad4b" providerId="ADAL" clId="{CD11030C-D4AC-4F37-A72F-13B7307DA009}" dt="2023-10-30T03:21:39.393" v="0"/>
        <pc:sldMkLst>
          <pc:docMk/>
          <pc:sldMk cId="0" sldId="267"/>
        </pc:sldMkLst>
      </pc:sldChg>
      <pc:sldChg chg="add">
        <pc:chgData name="Zailan Arabee Abdul Salam" userId="5bc04053-34d1-46af-a9d4-ff754460ad4b" providerId="ADAL" clId="{CD11030C-D4AC-4F37-A72F-13B7307DA009}" dt="2023-10-30T03:21:39.393" v="0"/>
        <pc:sldMkLst>
          <pc:docMk/>
          <pc:sldMk cId="0" sldId="268"/>
        </pc:sldMkLst>
      </pc:sldChg>
      <pc:sldChg chg="add">
        <pc:chgData name="Zailan Arabee Abdul Salam" userId="5bc04053-34d1-46af-a9d4-ff754460ad4b" providerId="ADAL" clId="{CD11030C-D4AC-4F37-A72F-13B7307DA009}" dt="2023-10-30T03:21:39.393" v="0"/>
        <pc:sldMkLst>
          <pc:docMk/>
          <pc:sldMk cId="0" sldId="269"/>
        </pc:sldMkLst>
      </pc:sldChg>
      <pc:sldChg chg="add">
        <pc:chgData name="Zailan Arabee Abdul Salam" userId="5bc04053-34d1-46af-a9d4-ff754460ad4b" providerId="ADAL" clId="{CD11030C-D4AC-4F37-A72F-13B7307DA009}" dt="2023-10-30T03:21:39.393" v="0"/>
        <pc:sldMkLst>
          <pc:docMk/>
          <pc:sldMk cId="0" sldId="270"/>
        </pc:sldMkLst>
      </pc:sldChg>
      <pc:sldChg chg="add">
        <pc:chgData name="Zailan Arabee Abdul Salam" userId="5bc04053-34d1-46af-a9d4-ff754460ad4b" providerId="ADAL" clId="{CD11030C-D4AC-4F37-A72F-13B7307DA009}" dt="2023-10-30T03:21:39.393" v="0"/>
        <pc:sldMkLst>
          <pc:docMk/>
          <pc:sldMk cId="4027869332" sldId="271"/>
        </pc:sldMkLst>
      </pc:sldChg>
      <pc:sldChg chg="add">
        <pc:chgData name="Zailan Arabee Abdul Salam" userId="5bc04053-34d1-46af-a9d4-ff754460ad4b" providerId="ADAL" clId="{CD11030C-D4AC-4F37-A72F-13B7307DA009}" dt="2023-10-30T03:21:39.393" v="0"/>
        <pc:sldMkLst>
          <pc:docMk/>
          <pc:sldMk cId="0" sldId="272"/>
        </pc:sldMkLst>
      </pc:sldChg>
      <pc:sldChg chg="add">
        <pc:chgData name="Zailan Arabee Abdul Salam" userId="5bc04053-34d1-46af-a9d4-ff754460ad4b" providerId="ADAL" clId="{CD11030C-D4AC-4F37-A72F-13B7307DA009}" dt="2023-10-30T03:21:39.393" v="0"/>
        <pc:sldMkLst>
          <pc:docMk/>
          <pc:sldMk cId="0" sldId="273"/>
        </pc:sldMkLst>
      </pc:sldChg>
      <pc:sldChg chg="add">
        <pc:chgData name="Zailan Arabee Abdul Salam" userId="5bc04053-34d1-46af-a9d4-ff754460ad4b" providerId="ADAL" clId="{CD11030C-D4AC-4F37-A72F-13B7307DA009}" dt="2023-10-30T03:21:39.393" v="0"/>
        <pc:sldMkLst>
          <pc:docMk/>
          <pc:sldMk cId="0" sldId="274"/>
        </pc:sldMkLst>
      </pc:sldChg>
      <pc:sldChg chg="add">
        <pc:chgData name="Zailan Arabee Abdul Salam" userId="5bc04053-34d1-46af-a9d4-ff754460ad4b" providerId="ADAL" clId="{CD11030C-D4AC-4F37-A72F-13B7307DA009}" dt="2023-10-30T03:21:39.393" v="0"/>
        <pc:sldMkLst>
          <pc:docMk/>
          <pc:sldMk cId="0" sldId="275"/>
        </pc:sldMkLst>
      </pc:sldChg>
      <pc:sldChg chg="add">
        <pc:chgData name="Zailan Arabee Abdul Salam" userId="5bc04053-34d1-46af-a9d4-ff754460ad4b" providerId="ADAL" clId="{CD11030C-D4AC-4F37-A72F-13B7307DA009}" dt="2023-10-30T03:21:39.393" v="0"/>
        <pc:sldMkLst>
          <pc:docMk/>
          <pc:sldMk cId="0" sldId="276"/>
        </pc:sldMkLst>
      </pc:sldChg>
      <pc:sldChg chg="add">
        <pc:chgData name="Zailan Arabee Abdul Salam" userId="5bc04053-34d1-46af-a9d4-ff754460ad4b" providerId="ADAL" clId="{CD11030C-D4AC-4F37-A72F-13B7307DA009}" dt="2023-10-30T03:21:39.393" v="0"/>
        <pc:sldMkLst>
          <pc:docMk/>
          <pc:sldMk cId="0" sldId="277"/>
        </pc:sldMkLst>
      </pc:sldChg>
      <pc:sldChg chg="add">
        <pc:chgData name="Zailan Arabee Abdul Salam" userId="5bc04053-34d1-46af-a9d4-ff754460ad4b" providerId="ADAL" clId="{CD11030C-D4AC-4F37-A72F-13B7307DA009}" dt="2023-10-30T03:21:39.393" v="0"/>
        <pc:sldMkLst>
          <pc:docMk/>
          <pc:sldMk cId="0" sldId="278"/>
        </pc:sldMkLst>
      </pc:sldChg>
      <pc:sldChg chg="add">
        <pc:chgData name="Zailan Arabee Abdul Salam" userId="5bc04053-34d1-46af-a9d4-ff754460ad4b" providerId="ADAL" clId="{CD11030C-D4AC-4F37-A72F-13B7307DA009}" dt="2023-10-30T03:21:39.393" v="0"/>
        <pc:sldMkLst>
          <pc:docMk/>
          <pc:sldMk cId="0" sldId="279"/>
        </pc:sldMkLst>
      </pc:sldChg>
      <pc:sldChg chg="add">
        <pc:chgData name="Zailan Arabee Abdul Salam" userId="5bc04053-34d1-46af-a9d4-ff754460ad4b" providerId="ADAL" clId="{CD11030C-D4AC-4F37-A72F-13B7307DA009}" dt="2023-10-30T03:21:39.393" v="0"/>
        <pc:sldMkLst>
          <pc:docMk/>
          <pc:sldMk cId="3225035349" sldId="280"/>
        </pc:sldMkLst>
      </pc:sldChg>
      <pc:sldChg chg="add">
        <pc:chgData name="Zailan Arabee Abdul Salam" userId="5bc04053-34d1-46af-a9d4-ff754460ad4b" providerId="ADAL" clId="{CD11030C-D4AC-4F37-A72F-13B7307DA009}" dt="2023-10-30T03:21:39.393" v="0"/>
        <pc:sldMkLst>
          <pc:docMk/>
          <pc:sldMk cId="2979819931" sldId="281"/>
        </pc:sldMkLst>
      </pc:sldChg>
      <pc:sldChg chg="add">
        <pc:chgData name="Zailan Arabee Abdul Salam" userId="5bc04053-34d1-46af-a9d4-ff754460ad4b" providerId="ADAL" clId="{CD11030C-D4AC-4F37-A72F-13B7307DA009}" dt="2023-10-30T03:21:39.393" v="0"/>
        <pc:sldMkLst>
          <pc:docMk/>
          <pc:sldMk cId="0" sldId="282"/>
        </pc:sldMkLst>
      </pc:sldChg>
      <pc:sldChg chg="add">
        <pc:chgData name="Zailan Arabee Abdul Salam" userId="5bc04053-34d1-46af-a9d4-ff754460ad4b" providerId="ADAL" clId="{CD11030C-D4AC-4F37-A72F-13B7307DA009}" dt="2023-10-30T03:21:39.393" v="0"/>
        <pc:sldMkLst>
          <pc:docMk/>
          <pc:sldMk cId="0" sldId="283"/>
        </pc:sldMkLst>
      </pc:sldChg>
      <pc:sldChg chg="add">
        <pc:chgData name="Zailan Arabee Abdul Salam" userId="5bc04053-34d1-46af-a9d4-ff754460ad4b" providerId="ADAL" clId="{CD11030C-D4AC-4F37-A72F-13B7307DA009}" dt="2023-10-30T03:21:39.393" v="0"/>
        <pc:sldMkLst>
          <pc:docMk/>
          <pc:sldMk cId="2994277211" sldId="284"/>
        </pc:sldMkLst>
      </pc:sldChg>
      <pc:sldChg chg="add">
        <pc:chgData name="Zailan Arabee Abdul Salam" userId="5bc04053-34d1-46af-a9d4-ff754460ad4b" providerId="ADAL" clId="{CD11030C-D4AC-4F37-A72F-13B7307DA009}" dt="2023-10-30T03:21:39.393" v="0"/>
        <pc:sldMkLst>
          <pc:docMk/>
          <pc:sldMk cId="894897432" sldId="285"/>
        </pc:sldMkLst>
      </pc:sldChg>
      <pc:sldChg chg="add">
        <pc:chgData name="Zailan Arabee Abdul Salam" userId="5bc04053-34d1-46af-a9d4-ff754460ad4b" providerId="ADAL" clId="{CD11030C-D4AC-4F37-A72F-13B7307DA009}" dt="2023-10-30T03:21:39.393" v="0"/>
        <pc:sldMkLst>
          <pc:docMk/>
          <pc:sldMk cId="2083618775" sldId="286"/>
        </pc:sldMkLst>
      </pc:sldChg>
      <pc:sldChg chg="add">
        <pc:chgData name="Zailan Arabee Abdul Salam" userId="5bc04053-34d1-46af-a9d4-ff754460ad4b" providerId="ADAL" clId="{CD11030C-D4AC-4F37-A72F-13B7307DA009}" dt="2023-10-30T03:21:39.393" v="0"/>
        <pc:sldMkLst>
          <pc:docMk/>
          <pc:sldMk cId="3831505793" sldId="287"/>
        </pc:sldMkLst>
      </pc:sldChg>
      <pc:sldChg chg="add">
        <pc:chgData name="Zailan Arabee Abdul Salam" userId="5bc04053-34d1-46af-a9d4-ff754460ad4b" providerId="ADAL" clId="{CD11030C-D4AC-4F37-A72F-13B7307DA009}" dt="2023-10-30T03:21:39.393" v="0"/>
        <pc:sldMkLst>
          <pc:docMk/>
          <pc:sldMk cId="0" sldId="288"/>
        </pc:sldMkLst>
      </pc:sldChg>
      <pc:sldChg chg="add">
        <pc:chgData name="Zailan Arabee Abdul Salam" userId="5bc04053-34d1-46af-a9d4-ff754460ad4b" providerId="ADAL" clId="{CD11030C-D4AC-4F37-A72F-13B7307DA009}" dt="2023-10-30T03:21:39.393" v="0"/>
        <pc:sldMkLst>
          <pc:docMk/>
          <pc:sldMk cId="1147883940" sldId="289"/>
        </pc:sldMkLst>
      </pc:sldChg>
      <pc:sldChg chg="add">
        <pc:chgData name="Zailan Arabee Abdul Salam" userId="5bc04053-34d1-46af-a9d4-ff754460ad4b" providerId="ADAL" clId="{CD11030C-D4AC-4F37-A72F-13B7307DA009}" dt="2023-10-30T03:21:39.393" v="0"/>
        <pc:sldMkLst>
          <pc:docMk/>
          <pc:sldMk cId="1929223683" sldId="290"/>
        </pc:sldMkLst>
      </pc:sldChg>
      <pc:sldChg chg="add">
        <pc:chgData name="Zailan Arabee Abdul Salam" userId="5bc04053-34d1-46af-a9d4-ff754460ad4b" providerId="ADAL" clId="{CD11030C-D4AC-4F37-A72F-13B7307DA009}" dt="2023-10-30T03:21:39.393" v="0"/>
        <pc:sldMkLst>
          <pc:docMk/>
          <pc:sldMk cId="0" sldId="291"/>
        </pc:sldMkLst>
      </pc:sldChg>
      <pc:sldChg chg="add">
        <pc:chgData name="Zailan Arabee Abdul Salam" userId="5bc04053-34d1-46af-a9d4-ff754460ad4b" providerId="ADAL" clId="{CD11030C-D4AC-4F37-A72F-13B7307DA009}" dt="2023-10-30T03:21:39.393" v="0"/>
        <pc:sldMkLst>
          <pc:docMk/>
          <pc:sldMk cId="0" sldId="293"/>
        </pc:sldMkLst>
      </pc:sldChg>
      <pc:sldChg chg="add">
        <pc:chgData name="Zailan Arabee Abdul Salam" userId="5bc04053-34d1-46af-a9d4-ff754460ad4b" providerId="ADAL" clId="{CD11030C-D4AC-4F37-A72F-13B7307DA009}" dt="2023-10-30T03:21:39.393" v="0"/>
        <pc:sldMkLst>
          <pc:docMk/>
          <pc:sldMk cId="14364869" sldId="294"/>
        </pc:sldMkLst>
      </pc:sldChg>
      <pc:sldChg chg="add">
        <pc:chgData name="Zailan Arabee Abdul Salam" userId="5bc04053-34d1-46af-a9d4-ff754460ad4b" providerId="ADAL" clId="{CD11030C-D4AC-4F37-A72F-13B7307DA009}" dt="2023-10-30T03:21:39.393" v="0"/>
        <pc:sldMkLst>
          <pc:docMk/>
          <pc:sldMk cId="393804965" sldId="295"/>
        </pc:sldMkLst>
      </pc:sldChg>
      <pc:sldChg chg="add">
        <pc:chgData name="Zailan Arabee Abdul Salam" userId="5bc04053-34d1-46af-a9d4-ff754460ad4b" providerId="ADAL" clId="{CD11030C-D4AC-4F37-A72F-13B7307DA009}" dt="2023-10-30T03:21:39.393" v="0"/>
        <pc:sldMkLst>
          <pc:docMk/>
          <pc:sldMk cId="4053078876" sldId="296"/>
        </pc:sldMkLst>
      </pc:sldChg>
      <pc:sldChg chg="add">
        <pc:chgData name="Zailan Arabee Abdul Salam" userId="5bc04053-34d1-46af-a9d4-ff754460ad4b" providerId="ADAL" clId="{CD11030C-D4AC-4F37-A72F-13B7307DA009}" dt="2023-10-30T03:21:39.393" v="0"/>
        <pc:sldMkLst>
          <pc:docMk/>
          <pc:sldMk cId="3067589673" sldId="297"/>
        </pc:sldMkLst>
      </pc:sldChg>
      <pc:sldChg chg="add">
        <pc:chgData name="Zailan Arabee Abdul Salam" userId="5bc04053-34d1-46af-a9d4-ff754460ad4b" providerId="ADAL" clId="{CD11030C-D4AC-4F37-A72F-13B7307DA009}" dt="2023-10-30T03:21:39.393" v="0"/>
        <pc:sldMkLst>
          <pc:docMk/>
          <pc:sldMk cId="0" sldId="298"/>
        </pc:sldMkLst>
      </pc:sldChg>
      <pc:sldChg chg="add">
        <pc:chgData name="Zailan Arabee Abdul Salam" userId="5bc04053-34d1-46af-a9d4-ff754460ad4b" providerId="ADAL" clId="{CD11030C-D4AC-4F37-A72F-13B7307DA009}" dt="2023-10-30T03:21:39.393" v="0"/>
        <pc:sldMkLst>
          <pc:docMk/>
          <pc:sldMk cId="0" sldId="299"/>
        </pc:sldMkLst>
      </pc:sldChg>
      <pc:sldChg chg="add">
        <pc:chgData name="Zailan Arabee Abdul Salam" userId="5bc04053-34d1-46af-a9d4-ff754460ad4b" providerId="ADAL" clId="{CD11030C-D4AC-4F37-A72F-13B7307DA009}" dt="2023-10-30T03:21:39.393" v="0"/>
        <pc:sldMkLst>
          <pc:docMk/>
          <pc:sldMk cId="0" sldId="300"/>
        </pc:sldMkLst>
      </pc:sldChg>
      <pc:sldChg chg="add">
        <pc:chgData name="Zailan Arabee Abdul Salam" userId="5bc04053-34d1-46af-a9d4-ff754460ad4b" providerId="ADAL" clId="{CD11030C-D4AC-4F37-A72F-13B7307DA009}" dt="2023-10-30T03:21:39.393" v="0"/>
        <pc:sldMkLst>
          <pc:docMk/>
          <pc:sldMk cId="0" sldId="301"/>
        </pc:sldMkLst>
      </pc:sldChg>
      <pc:sldChg chg="add">
        <pc:chgData name="Zailan Arabee Abdul Salam" userId="5bc04053-34d1-46af-a9d4-ff754460ad4b" providerId="ADAL" clId="{CD11030C-D4AC-4F37-A72F-13B7307DA009}" dt="2023-10-30T03:21:39.393" v="0"/>
        <pc:sldMkLst>
          <pc:docMk/>
          <pc:sldMk cId="0" sldId="302"/>
        </pc:sldMkLst>
      </pc:sldChg>
      <pc:sldChg chg="add">
        <pc:chgData name="Zailan Arabee Abdul Salam" userId="5bc04053-34d1-46af-a9d4-ff754460ad4b" providerId="ADAL" clId="{CD11030C-D4AC-4F37-A72F-13B7307DA009}" dt="2023-10-30T03:21:39.393" v="0"/>
        <pc:sldMkLst>
          <pc:docMk/>
          <pc:sldMk cId="0" sldId="303"/>
        </pc:sldMkLst>
      </pc:sldChg>
      <pc:sldChg chg="del">
        <pc:chgData name="Zailan Arabee Abdul Salam" userId="5bc04053-34d1-46af-a9d4-ff754460ad4b" providerId="ADAL" clId="{CD11030C-D4AC-4F37-A72F-13B7307DA009}" dt="2023-10-30T03:22:14.857" v="3" actId="47"/>
        <pc:sldMkLst>
          <pc:docMk/>
          <pc:sldMk cId="1222172671" sldId="305"/>
        </pc:sldMkLst>
      </pc:sldChg>
      <pc:sldChg chg="del">
        <pc:chgData name="Zailan Arabee Abdul Salam" userId="5bc04053-34d1-46af-a9d4-ff754460ad4b" providerId="ADAL" clId="{CD11030C-D4AC-4F37-A72F-13B7307DA009}" dt="2023-10-30T03:22:14.857" v="3" actId="47"/>
        <pc:sldMkLst>
          <pc:docMk/>
          <pc:sldMk cId="1147692581" sldId="306"/>
        </pc:sldMkLst>
      </pc:sldChg>
      <pc:sldChg chg="del">
        <pc:chgData name="Zailan Arabee Abdul Salam" userId="5bc04053-34d1-46af-a9d4-ff754460ad4b" providerId="ADAL" clId="{CD11030C-D4AC-4F37-A72F-13B7307DA009}" dt="2023-10-30T03:22:14.857" v="3" actId="47"/>
        <pc:sldMkLst>
          <pc:docMk/>
          <pc:sldMk cId="2453307536" sldId="307"/>
        </pc:sldMkLst>
      </pc:sldChg>
      <pc:sldChg chg="del">
        <pc:chgData name="Zailan Arabee Abdul Salam" userId="5bc04053-34d1-46af-a9d4-ff754460ad4b" providerId="ADAL" clId="{CD11030C-D4AC-4F37-A72F-13B7307DA009}" dt="2023-10-30T03:22:14.857" v="3" actId="47"/>
        <pc:sldMkLst>
          <pc:docMk/>
          <pc:sldMk cId="3726883340" sldId="308"/>
        </pc:sldMkLst>
      </pc:sldChg>
      <pc:sldChg chg="del">
        <pc:chgData name="Zailan Arabee Abdul Salam" userId="5bc04053-34d1-46af-a9d4-ff754460ad4b" providerId="ADAL" clId="{CD11030C-D4AC-4F37-A72F-13B7307DA009}" dt="2023-10-30T03:22:14.857" v="3" actId="47"/>
        <pc:sldMkLst>
          <pc:docMk/>
          <pc:sldMk cId="2877144264" sldId="309"/>
        </pc:sldMkLst>
      </pc:sldChg>
      <pc:sldChg chg="del">
        <pc:chgData name="Zailan Arabee Abdul Salam" userId="5bc04053-34d1-46af-a9d4-ff754460ad4b" providerId="ADAL" clId="{CD11030C-D4AC-4F37-A72F-13B7307DA009}" dt="2023-10-30T03:22:14.857" v="3" actId="47"/>
        <pc:sldMkLst>
          <pc:docMk/>
          <pc:sldMk cId="2002936326" sldId="310"/>
        </pc:sldMkLst>
      </pc:sldChg>
      <pc:sldChg chg="add">
        <pc:chgData name="Zailan Arabee Abdul Salam" userId="5bc04053-34d1-46af-a9d4-ff754460ad4b" providerId="ADAL" clId="{CD11030C-D4AC-4F37-A72F-13B7307DA009}" dt="2023-10-30T03:21:39.393" v="0"/>
        <pc:sldMkLst>
          <pc:docMk/>
          <pc:sldMk cId="0" sldId="311"/>
        </pc:sldMkLst>
      </pc:sldChg>
      <pc:sldChg chg="add">
        <pc:chgData name="Zailan Arabee Abdul Salam" userId="5bc04053-34d1-46af-a9d4-ff754460ad4b" providerId="ADAL" clId="{CD11030C-D4AC-4F37-A72F-13B7307DA009}" dt="2023-10-30T03:21:39.393" v="0"/>
        <pc:sldMkLst>
          <pc:docMk/>
          <pc:sldMk cId="0" sldId="312"/>
        </pc:sldMkLst>
      </pc:sldChg>
      <pc:sldChg chg="add">
        <pc:chgData name="Zailan Arabee Abdul Salam" userId="5bc04053-34d1-46af-a9d4-ff754460ad4b" providerId="ADAL" clId="{CD11030C-D4AC-4F37-A72F-13B7307DA009}" dt="2023-10-30T03:21:39.393" v="0"/>
        <pc:sldMkLst>
          <pc:docMk/>
          <pc:sldMk cId="0" sldId="315"/>
        </pc:sldMkLst>
      </pc:sldChg>
      <pc:sldChg chg="del">
        <pc:chgData name="Zailan Arabee Abdul Salam" userId="5bc04053-34d1-46af-a9d4-ff754460ad4b" providerId="ADAL" clId="{CD11030C-D4AC-4F37-A72F-13B7307DA009}" dt="2023-10-30T03:21:43.693" v="1" actId="47"/>
        <pc:sldMkLst>
          <pc:docMk/>
          <pc:sldMk cId="3591373730" sldId="317"/>
        </pc:sldMkLst>
      </pc:sldChg>
      <pc:sldChg chg="add">
        <pc:chgData name="Zailan Arabee Abdul Salam" userId="5bc04053-34d1-46af-a9d4-ff754460ad4b" providerId="ADAL" clId="{CD11030C-D4AC-4F37-A72F-13B7307DA009}" dt="2023-10-30T03:21:39.393" v="0"/>
        <pc:sldMkLst>
          <pc:docMk/>
          <pc:sldMk cId="0" sldId="318"/>
        </pc:sldMkLst>
      </pc:sldChg>
      <pc:sldChg chg="add">
        <pc:chgData name="Zailan Arabee Abdul Salam" userId="5bc04053-34d1-46af-a9d4-ff754460ad4b" providerId="ADAL" clId="{CD11030C-D4AC-4F37-A72F-13B7307DA009}" dt="2023-10-30T03:21:39.393" v="0"/>
        <pc:sldMkLst>
          <pc:docMk/>
          <pc:sldMk cId="0" sldId="319"/>
        </pc:sldMkLst>
      </pc:sldChg>
      <pc:sldChg chg="add">
        <pc:chgData name="Zailan Arabee Abdul Salam" userId="5bc04053-34d1-46af-a9d4-ff754460ad4b" providerId="ADAL" clId="{CD11030C-D4AC-4F37-A72F-13B7307DA009}" dt="2023-10-30T03:21:39.393" v="0"/>
        <pc:sldMkLst>
          <pc:docMk/>
          <pc:sldMk cId="0" sldId="320"/>
        </pc:sldMkLst>
      </pc:sldChg>
      <pc:sldChg chg="add">
        <pc:chgData name="Zailan Arabee Abdul Salam" userId="5bc04053-34d1-46af-a9d4-ff754460ad4b" providerId="ADAL" clId="{CD11030C-D4AC-4F37-A72F-13B7307DA009}" dt="2023-10-30T03:21:39.393" v="0"/>
        <pc:sldMkLst>
          <pc:docMk/>
          <pc:sldMk cId="2937824831" sldId="321"/>
        </pc:sldMkLst>
      </pc:sldChg>
      <pc:sldChg chg="add">
        <pc:chgData name="Zailan Arabee Abdul Salam" userId="5bc04053-34d1-46af-a9d4-ff754460ad4b" providerId="ADAL" clId="{CD11030C-D4AC-4F37-A72F-13B7307DA009}" dt="2023-10-30T03:21:39.393" v="0"/>
        <pc:sldMkLst>
          <pc:docMk/>
          <pc:sldMk cId="2528312682" sldId="323"/>
        </pc:sldMkLst>
      </pc:sldChg>
      <pc:sldChg chg="add">
        <pc:chgData name="Zailan Arabee Abdul Salam" userId="5bc04053-34d1-46af-a9d4-ff754460ad4b" providerId="ADAL" clId="{CD11030C-D4AC-4F37-A72F-13B7307DA009}" dt="2023-10-30T03:21:39.393" v="0"/>
        <pc:sldMkLst>
          <pc:docMk/>
          <pc:sldMk cId="0" sldId="324"/>
        </pc:sldMkLst>
      </pc:sldChg>
      <pc:sldChg chg="add">
        <pc:chgData name="Zailan Arabee Abdul Salam" userId="5bc04053-34d1-46af-a9d4-ff754460ad4b" providerId="ADAL" clId="{CD11030C-D4AC-4F37-A72F-13B7307DA009}" dt="2023-10-30T03:21:39.393" v="0"/>
        <pc:sldMkLst>
          <pc:docMk/>
          <pc:sldMk cId="0" sldId="325"/>
        </pc:sldMkLst>
      </pc:sldChg>
      <pc:sldChg chg="add">
        <pc:chgData name="Zailan Arabee Abdul Salam" userId="5bc04053-34d1-46af-a9d4-ff754460ad4b" providerId="ADAL" clId="{CD11030C-D4AC-4F37-A72F-13B7307DA009}" dt="2023-10-30T03:21:39.393" v="0"/>
        <pc:sldMkLst>
          <pc:docMk/>
          <pc:sldMk cId="0" sldId="326"/>
        </pc:sldMkLst>
      </pc:sldChg>
      <pc:sldChg chg="add">
        <pc:chgData name="Zailan Arabee Abdul Salam" userId="5bc04053-34d1-46af-a9d4-ff754460ad4b" providerId="ADAL" clId="{CD11030C-D4AC-4F37-A72F-13B7307DA009}" dt="2023-10-30T03:21:39.393" v="0"/>
        <pc:sldMkLst>
          <pc:docMk/>
          <pc:sldMk cId="0" sldId="329"/>
        </pc:sldMkLst>
      </pc:sldChg>
      <pc:sldChg chg="add">
        <pc:chgData name="Zailan Arabee Abdul Salam" userId="5bc04053-34d1-46af-a9d4-ff754460ad4b" providerId="ADAL" clId="{CD11030C-D4AC-4F37-A72F-13B7307DA009}" dt="2023-10-30T03:21:39.393" v="0"/>
        <pc:sldMkLst>
          <pc:docMk/>
          <pc:sldMk cId="0" sldId="330"/>
        </pc:sldMkLst>
      </pc:sldChg>
      <pc:sldChg chg="add">
        <pc:chgData name="Zailan Arabee Abdul Salam" userId="5bc04053-34d1-46af-a9d4-ff754460ad4b" providerId="ADAL" clId="{CD11030C-D4AC-4F37-A72F-13B7307DA009}" dt="2023-10-30T03:21:39.393" v="0"/>
        <pc:sldMkLst>
          <pc:docMk/>
          <pc:sldMk cId="0" sldId="331"/>
        </pc:sldMkLst>
      </pc:sldChg>
      <pc:sldChg chg="add">
        <pc:chgData name="Zailan Arabee Abdul Salam" userId="5bc04053-34d1-46af-a9d4-ff754460ad4b" providerId="ADAL" clId="{CD11030C-D4AC-4F37-A72F-13B7307DA009}" dt="2023-10-30T03:21:39.393" v="0"/>
        <pc:sldMkLst>
          <pc:docMk/>
          <pc:sldMk cId="764497266" sldId="332"/>
        </pc:sldMkLst>
      </pc:sldChg>
      <pc:sldChg chg="add">
        <pc:chgData name="Zailan Arabee Abdul Salam" userId="5bc04053-34d1-46af-a9d4-ff754460ad4b" providerId="ADAL" clId="{CD11030C-D4AC-4F37-A72F-13B7307DA009}" dt="2023-10-30T03:21:39.393" v="0"/>
        <pc:sldMkLst>
          <pc:docMk/>
          <pc:sldMk cId="0" sldId="333"/>
        </pc:sldMkLst>
      </pc:sldChg>
      <pc:sldChg chg="add">
        <pc:chgData name="Zailan Arabee Abdul Salam" userId="5bc04053-34d1-46af-a9d4-ff754460ad4b" providerId="ADAL" clId="{CD11030C-D4AC-4F37-A72F-13B7307DA009}" dt="2023-10-30T03:21:39.393" v="0"/>
        <pc:sldMkLst>
          <pc:docMk/>
          <pc:sldMk cId="63747284" sldId="334"/>
        </pc:sldMkLst>
      </pc:sldChg>
      <pc:sldChg chg="add">
        <pc:chgData name="Zailan Arabee Abdul Salam" userId="5bc04053-34d1-46af-a9d4-ff754460ad4b" providerId="ADAL" clId="{CD11030C-D4AC-4F37-A72F-13B7307DA009}" dt="2023-10-30T03:21:39.393" v="0"/>
        <pc:sldMkLst>
          <pc:docMk/>
          <pc:sldMk cId="2581059157" sldId="384"/>
        </pc:sldMkLst>
      </pc:sldChg>
      <pc:sldChg chg="add">
        <pc:chgData name="Zailan Arabee Abdul Salam" userId="5bc04053-34d1-46af-a9d4-ff754460ad4b" providerId="ADAL" clId="{CD11030C-D4AC-4F37-A72F-13B7307DA009}" dt="2023-10-30T03:21:39.393" v="0"/>
        <pc:sldMkLst>
          <pc:docMk/>
          <pc:sldMk cId="1732822587" sldId="385"/>
        </pc:sldMkLst>
      </pc:sldChg>
      <pc:sldChg chg="add">
        <pc:chgData name="Zailan Arabee Abdul Salam" userId="5bc04053-34d1-46af-a9d4-ff754460ad4b" providerId="ADAL" clId="{CD11030C-D4AC-4F37-A72F-13B7307DA009}" dt="2023-10-30T03:21:39.393" v="0"/>
        <pc:sldMkLst>
          <pc:docMk/>
          <pc:sldMk cId="1800784675" sldId="386"/>
        </pc:sldMkLst>
      </pc:sldChg>
      <pc:sldChg chg="add">
        <pc:chgData name="Zailan Arabee Abdul Salam" userId="5bc04053-34d1-46af-a9d4-ff754460ad4b" providerId="ADAL" clId="{CD11030C-D4AC-4F37-A72F-13B7307DA009}" dt="2023-10-30T03:21:39.393" v="0"/>
        <pc:sldMkLst>
          <pc:docMk/>
          <pc:sldMk cId="509633848" sldId="387"/>
        </pc:sldMkLst>
      </pc:sldChg>
      <pc:sldChg chg="add">
        <pc:chgData name="Zailan Arabee Abdul Salam" userId="5bc04053-34d1-46af-a9d4-ff754460ad4b" providerId="ADAL" clId="{CD11030C-D4AC-4F37-A72F-13B7307DA009}" dt="2023-10-30T03:21:39.393" v="0"/>
        <pc:sldMkLst>
          <pc:docMk/>
          <pc:sldMk cId="0" sldId="388"/>
        </pc:sldMkLst>
      </pc:sldChg>
      <pc:sldChg chg="add">
        <pc:chgData name="Zailan Arabee Abdul Salam" userId="5bc04053-34d1-46af-a9d4-ff754460ad4b" providerId="ADAL" clId="{CD11030C-D4AC-4F37-A72F-13B7307DA009}" dt="2023-10-30T03:21:39.393" v="0"/>
        <pc:sldMkLst>
          <pc:docMk/>
          <pc:sldMk cId="728493372" sldId="389"/>
        </pc:sldMkLst>
      </pc:sldChg>
      <pc:sldChg chg="add">
        <pc:chgData name="Zailan Arabee Abdul Salam" userId="5bc04053-34d1-46af-a9d4-ff754460ad4b" providerId="ADAL" clId="{CD11030C-D4AC-4F37-A72F-13B7307DA009}" dt="2023-10-30T03:21:39.393" v="0"/>
        <pc:sldMkLst>
          <pc:docMk/>
          <pc:sldMk cId="2543501658" sldId="390"/>
        </pc:sldMkLst>
      </pc:sldChg>
      <pc:sldChg chg="add">
        <pc:chgData name="Zailan Arabee Abdul Salam" userId="5bc04053-34d1-46af-a9d4-ff754460ad4b" providerId="ADAL" clId="{CD11030C-D4AC-4F37-A72F-13B7307DA009}" dt="2023-10-30T03:21:39.393" v="0"/>
        <pc:sldMkLst>
          <pc:docMk/>
          <pc:sldMk cId="4253409991" sldId="391"/>
        </pc:sldMkLst>
      </pc:sldChg>
      <pc:sldChg chg="add">
        <pc:chgData name="Zailan Arabee Abdul Salam" userId="5bc04053-34d1-46af-a9d4-ff754460ad4b" providerId="ADAL" clId="{CD11030C-D4AC-4F37-A72F-13B7307DA009}" dt="2023-10-30T03:21:39.393" v="0"/>
        <pc:sldMkLst>
          <pc:docMk/>
          <pc:sldMk cId="0" sldId="392"/>
        </pc:sldMkLst>
      </pc:sldChg>
      <pc:sldChg chg="add">
        <pc:chgData name="Zailan Arabee Abdul Salam" userId="5bc04053-34d1-46af-a9d4-ff754460ad4b" providerId="ADAL" clId="{CD11030C-D4AC-4F37-A72F-13B7307DA009}" dt="2023-10-30T03:21:39.393" v="0"/>
        <pc:sldMkLst>
          <pc:docMk/>
          <pc:sldMk cId="0" sldId="393"/>
        </pc:sldMkLst>
      </pc:sldChg>
      <pc:sldChg chg="add">
        <pc:chgData name="Zailan Arabee Abdul Salam" userId="5bc04053-34d1-46af-a9d4-ff754460ad4b" providerId="ADAL" clId="{CD11030C-D4AC-4F37-A72F-13B7307DA009}" dt="2023-10-30T03:21:39.393" v="0"/>
        <pc:sldMkLst>
          <pc:docMk/>
          <pc:sldMk cId="0" sldId="394"/>
        </pc:sldMkLst>
      </pc:sldChg>
      <pc:sldChg chg="add">
        <pc:chgData name="Zailan Arabee Abdul Salam" userId="5bc04053-34d1-46af-a9d4-ff754460ad4b" providerId="ADAL" clId="{CD11030C-D4AC-4F37-A72F-13B7307DA009}" dt="2023-10-30T03:21:39.393" v="0"/>
        <pc:sldMkLst>
          <pc:docMk/>
          <pc:sldMk cId="0" sldId="395"/>
        </pc:sldMkLst>
      </pc:sldChg>
      <pc:sldChg chg="add">
        <pc:chgData name="Zailan Arabee Abdul Salam" userId="5bc04053-34d1-46af-a9d4-ff754460ad4b" providerId="ADAL" clId="{CD11030C-D4AC-4F37-A72F-13B7307DA009}" dt="2023-10-30T03:21:39.393" v="0"/>
        <pc:sldMkLst>
          <pc:docMk/>
          <pc:sldMk cId="0" sldId="396"/>
        </pc:sldMkLst>
      </pc:sldChg>
    </pc:docChg>
  </pc:docChgLst>
  <pc:docChgLst>
    <pc:chgData name="Zailan Arabee Abdul Salam" userId="5bc04053-34d1-46af-a9d4-ff754460ad4b" providerId="ADAL" clId="{15765617-B2B5-4B1C-9860-B69577C533DF}"/>
    <pc:docChg chg="addSld delSld modSld modSection">
      <pc:chgData name="Zailan Arabee Abdul Salam" userId="5bc04053-34d1-46af-a9d4-ff754460ad4b" providerId="ADAL" clId="{15765617-B2B5-4B1C-9860-B69577C533DF}" dt="2023-10-30T03:27:37.020" v="2" actId="47"/>
      <pc:docMkLst>
        <pc:docMk/>
      </pc:docMkLst>
      <pc:sldChg chg="del">
        <pc:chgData name="Zailan Arabee Abdul Salam" userId="5bc04053-34d1-46af-a9d4-ff754460ad4b" providerId="ADAL" clId="{15765617-B2B5-4B1C-9860-B69577C533DF}" dt="2023-10-30T03:27:37.020" v="2" actId="47"/>
        <pc:sldMkLst>
          <pc:docMk/>
          <pc:sldMk cId="0" sldId="260"/>
        </pc:sldMkLst>
      </pc:sldChg>
      <pc:sldChg chg="del">
        <pc:chgData name="Zailan Arabee Abdul Salam" userId="5bc04053-34d1-46af-a9d4-ff754460ad4b" providerId="ADAL" clId="{15765617-B2B5-4B1C-9860-B69577C533DF}" dt="2023-10-30T03:27:37.020" v="2" actId="47"/>
        <pc:sldMkLst>
          <pc:docMk/>
          <pc:sldMk cId="0" sldId="261"/>
        </pc:sldMkLst>
      </pc:sldChg>
      <pc:sldChg chg="del">
        <pc:chgData name="Zailan Arabee Abdul Salam" userId="5bc04053-34d1-46af-a9d4-ff754460ad4b" providerId="ADAL" clId="{15765617-B2B5-4B1C-9860-B69577C533DF}" dt="2023-10-30T03:27:37.020" v="2" actId="47"/>
        <pc:sldMkLst>
          <pc:docMk/>
          <pc:sldMk cId="4027869332" sldId="271"/>
        </pc:sldMkLst>
      </pc:sldChg>
      <pc:sldChg chg="del">
        <pc:chgData name="Zailan Arabee Abdul Salam" userId="5bc04053-34d1-46af-a9d4-ff754460ad4b" providerId="ADAL" clId="{15765617-B2B5-4B1C-9860-B69577C533DF}" dt="2023-10-30T03:27:37.020" v="2" actId="47"/>
        <pc:sldMkLst>
          <pc:docMk/>
          <pc:sldMk cId="0" sldId="275"/>
        </pc:sldMkLst>
      </pc:sldChg>
      <pc:sldChg chg="del">
        <pc:chgData name="Zailan Arabee Abdul Salam" userId="5bc04053-34d1-46af-a9d4-ff754460ad4b" providerId="ADAL" clId="{15765617-B2B5-4B1C-9860-B69577C533DF}" dt="2023-10-30T03:27:37.020" v="2" actId="47"/>
        <pc:sldMkLst>
          <pc:docMk/>
          <pc:sldMk cId="0" sldId="277"/>
        </pc:sldMkLst>
      </pc:sldChg>
      <pc:sldChg chg="del">
        <pc:chgData name="Zailan Arabee Abdul Salam" userId="5bc04053-34d1-46af-a9d4-ff754460ad4b" providerId="ADAL" clId="{15765617-B2B5-4B1C-9860-B69577C533DF}" dt="2023-10-30T03:27:37.020" v="2" actId="47"/>
        <pc:sldMkLst>
          <pc:docMk/>
          <pc:sldMk cId="3225035349" sldId="280"/>
        </pc:sldMkLst>
      </pc:sldChg>
      <pc:sldChg chg="del">
        <pc:chgData name="Zailan Arabee Abdul Salam" userId="5bc04053-34d1-46af-a9d4-ff754460ad4b" providerId="ADAL" clId="{15765617-B2B5-4B1C-9860-B69577C533DF}" dt="2023-10-30T03:27:37.020" v="2" actId="47"/>
        <pc:sldMkLst>
          <pc:docMk/>
          <pc:sldMk cId="2979819931" sldId="281"/>
        </pc:sldMkLst>
      </pc:sldChg>
      <pc:sldChg chg="del">
        <pc:chgData name="Zailan Arabee Abdul Salam" userId="5bc04053-34d1-46af-a9d4-ff754460ad4b" providerId="ADAL" clId="{15765617-B2B5-4B1C-9860-B69577C533DF}" dt="2023-10-30T03:27:37.020" v="2" actId="47"/>
        <pc:sldMkLst>
          <pc:docMk/>
          <pc:sldMk cId="2994277211" sldId="284"/>
        </pc:sldMkLst>
      </pc:sldChg>
      <pc:sldChg chg="del">
        <pc:chgData name="Zailan Arabee Abdul Salam" userId="5bc04053-34d1-46af-a9d4-ff754460ad4b" providerId="ADAL" clId="{15765617-B2B5-4B1C-9860-B69577C533DF}" dt="2023-10-30T03:27:37.020" v="2" actId="47"/>
        <pc:sldMkLst>
          <pc:docMk/>
          <pc:sldMk cId="894897432" sldId="285"/>
        </pc:sldMkLst>
      </pc:sldChg>
      <pc:sldChg chg="del">
        <pc:chgData name="Zailan Arabee Abdul Salam" userId="5bc04053-34d1-46af-a9d4-ff754460ad4b" providerId="ADAL" clId="{15765617-B2B5-4B1C-9860-B69577C533DF}" dt="2023-10-30T03:27:37.020" v="2" actId="47"/>
        <pc:sldMkLst>
          <pc:docMk/>
          <pc:sldMk cId="2083618775" sldId="286"/>
        </pc:sldMkLst>
      </pc:sldChg>
      <pc:sldChg chg="del">
        <pc:chgData name="Zailan Arabee Abdul Salam" userId="5bc04053-34d1-46af-a9d4-ff754460ad4b" providerId="ADAL" clId="{15765617-B2B5-4B1C-9860-B69577C533DF}" dt="2023-10-30T03:27:37.020" v="2" actId="47"/>
        <pc:sldMkLst>
          <pc:docMk/>
          <pc:sldMk cId="3831505793" sldId="287"/>
        </pc:sldMkLst>
      </pc:sldChg>
      <pc:sldChg chg="del">
        <pc:chgData name="Zailan Arabee Abdul Salam" userId="5bc04053-34d1-46af-a9d4-ff754460ad4b" providerId="ADAL" clId="{15765617-B2B5-4B1C-9860-B69577C533DF}" dt="2023-10-30T03:27:37.020" v="2" actId="47"/>
        <pc:sldMkLst>
          <pc:docMk/>
          <pc:sldMk cId="0" sldId="288"/>
        </pc:sldMkLst>
      </pc:sldChg>
      <pc:sldChg chg="del">
        <pc:chgData name="Zailan Arabee Abdul Salam" userId="5bc04053-34d1-46af-a9d4-ff754460ad4b" providerId="ADAL" clId="{15765617-B2B5-4B1C-9860-B69577C533DF}" dt="2023-10-30T03:27:37.020" v="2" actId="47"/>
        <pc:sldMkLst>
          <pc:docMk/>
          <pc:sldMk cId="1147883940" sldId="289"/>
        </pc:sldMkLst>
      </pc:sldChg>
      <pc:sldChg chg="del">
        <pc:chgData name="Zailan Arabee Abdul Salam" userId="5bc04053-34d1-46af-a9d4-ff754460ad4b" providerId="ADAL" clId="{15765617-B2B5-4B1C-9860-B69577C533DF}" dt="2023-10-30T03:27:37.020" v="2" actId="47"/>
        <pc:sldMkLst>
          <pc:docMk/>
          <pc:sldMk cId="1929223683" sldId="290"/>
        </pc:sldMkLst>
      </pc:sldChg>
      <pc:sldChg chg="del">
        <pc:chgData name="Zailan Arabee Abdul Salam" userId="5bc04053-34d1-46af-a9d4-ff754460ad4b" providerId="ADAL" clId="{15765617-B2B5-4B1C-9860-B69577C533DF}" dt="2023-10-30T03:27:37.020" v="2" actId="47"/>
        <pc:sldMkLst>
          <pc:docMk/>
          <pc:sldMk cId="14364869" sldId="294"/>
        </pc:sldMkLst>
      </pc:sldChg>
      <pc:sldChg chg="del">
        <pc:chgData name="Zailan Arabee Abdul Salam" userId="5bc04053-34d1-46af-a9d4-ff754460ad4b" providerId="ADAL" clId="{15765617-B2B5-4B1C-9860-B69577C533DF}" dt="2023-10-30T03:27:37.020" v="2" actId="47"/>
        <pc:sldMkLst>
          <pc:docMk/>
          <pc:sldMk cId="393804965" sldId="295"/>
        </pc:sldMkLst>
      </pc:sldChg>
      <pc:sldChg chg="del">
        <pc:chgData name="Zailan Arabee Abdul Salam" userId="5bc04053-34d1-46af-a9d4-ff754460ad4b" providerId="ADAL" clId="{15765617-B2B5-4B1C-9860-B69577C533DF}" dt="2023-10-30T03:27:37.020" v="2" actId="47"/>
        <pc:sldMkLst>
          <pc:docMk/>
          <pc:sldMk cId="4053078876" sldId="296"/>
        </pc:sldMkLst>
      </pc:sldChg>
      <pc:sldChg chg="del">
        <pc:chgData name="Zailan Arabee Abdul Salam" userId="5bc04053-34d1-46af-a9d4-ff754460ad4b" providerId="ADAL" clId="{15765617-B2B5-4B1C-9860-B69577C533DF}" dt="2023-10-30T03:27:37.020" v="2" actId="47"/>
        <pc:sldMkLst>
          <pc:docMk/>
          <pc:sldMk cId="3067589673" sldId="297"/>
        </pc:sldMkLst>
      </pc:sldChg>
      <pc:sldChg chg="del">
        <pc:chgData name="Zailan Arabee Abdul Salam" userId="5bc04053-34d1-46af-a9d4-ff754460ad4b" providerId="ADAL" clId="{15765617-B2B5-4B1C-9860-B69577C533DF}" dt="2023-10-30T03:27:37.020" v="2" actId="47"/>
        <pc:sldMkLst>
          <pc:docMk/>
          <pc:sldMk cId="0" sldId="311"/>
        </pc:sldMkLst>
      </pc:sldChg>
      <pc:sldChg chg="del">
        <pc:chgData name="Zailan Arabee Abdul Salam" userId="5bc04053-34d1-46af-a9d4-ff754460ad4b" providerId="ADAL" clId="{15765617-B2B5-4B1C-9860-B69577C533DF}" dt="2023-10-30T03:27:37.020" v="2" actId="47"/>
        <pc:sldMkLst>
          <pc:docMk/>
          <pc:sldMk cId="0" sldId="312"/>
        </pc:sldMkLst>
      </pc:sldChg>
      <pc:sldChg chg="del">
        <pc:chgData name="Zailan Arabee Abdul Salam" userId="5bc04053-34d1-46af-a9d4-ff754460ad4b" providerId="ADAL" clId="{15765617-B2B5-4B1C-9860-B69577C533DF}" dt="2023-10-30T03:27:37.020" v="2" actId="47"/>
        <pc:sldMkLst>
          <pc:docMk/>
          <pc:sldMk cId="0" sldId="315"/>
        </pc:sldMkLst>
      </pc:sldChg>
      <pc:sldChg chg="del">
        <pc:chgData name="Zailan Arabee Abdul Salam" userId="5bc04053-34d1-46af-a9d4-ff754460ad4b" providerId="ADAL" clId="{15765617-B2B5-4B1C-9860-B69577C533DF}" dt="2023-10-30T03:27:37.020" v="2" actId="47"/>
        <pc:sldMkLst>
          <pc:docMk/>
          <pc:sldMk cId="2528312682" sldId="323"/>
        </pc:sldMkLst>
      </pc:sldChg>
      <pc:sldChg chg="del">
        <pc:chgData name="Zailan Arabee Abdul Salam" userId="5bc04053-34d1-46af-a9d4-ff754460ad4b" providerId="ADAL" clId="{15765617-B2B5-4B1C-9860-B69577C533DF}" dt="2023-10-30T03:27:37.020" v="2" actId="47"/>
        <pc:sldMkLst>
          <pc:docMk/>
          <pc:sldMk cId="764497266" sldId="332"/>
        </pc:sldMkLst>
      </pc:sldChg>
      <pc:sldChg chg="del">
        <pc:chgData name="Zailan Arabee Abdul Salam" userId="5bc04053-34d1-46af-a9d4-ff754460ad4b" providerId="ADAL" clId="{15765617-B2B5-4B1C-9860-B69577C533DF}" dt="2023-10-30T03:27:37.020" v="2" actId="47"/>
        <pc:sldMkLst>
          <pc:docMk/>
          <pc:sldMk cId="2763272302" sldId="348"/>
        </pc:sldMkLst>
      </pc:sldChg>
      <pc:sldChg chg="add">
        <pc:chgData name="Zailan Arabee Abdul Salam" userId="5bc04053-34d1-46af-a9d4-ff754460ad4b" providerId="ADAL" clId="{15765617-B2B5-4B1C-9860-B69577C533DF}" dt="2023-10-30T03:27:24.188" v="0"/>
        <pc:sldMkLst>
          <pc:docMk/>
          <pc:sldMk cId="0" sldId="405"/>
        </pc:sldMkLst>
      </pc:sldChg>
      <pc:sldChg chg="add">
        <pc:chgData name="Zailan Arabee Abdul Salam" userId="5bc04053-34d1-46af-a9d4-ff754460ad4b" providerId="ADAL" clId="{15765617-B2B5-4B1C-9860-B69577C533DF}" dt="2023-10-30T03:27:24.188" v="0"/>
        <pc:sldMkLst>
          <pc:docMk/>
          <pc:sldMk cId="0" sldId="406"/>
        </pc:sldMkLst>
      </pc:sldChg>
      <pc:sldChg chg="add">
        <pc:chgData name="Zailan Arabee Abdul Salam" userId="5bc04053-34d1-46af-a9d4-ff754460ad4b" providerId="ADAL" clId="{15765617-B2B5-4B1C-9860-B69577C533DF}" dt="2023-10-30T03:27:24.188" v="0"/>
        <pc:sldMkLst>
          <pc:docMk/>
          <pc:sldMk cId="0" sldId="407"/>
        </pc:sldMkLst>
      </pc:sldChg>
      <pc:sldChg chg="add">
        <pc:chgData name="Zailan Arabee Abdul Salam" userId="5bc04053-34d1-46af-a9d4-ff754460ad4b" providerId="ADAL" clId="{15765617-B2B5-4B1C-9860-B69577C533DF}" dt="2023-10-30T03:27:24.188" v="0"/>
        <pc:sldMkLst>
          <pc:docMk/>
          <pc:sldMk cId="0" sldId="408"/>
        </pc:sldMkLst>
      </pc:sldChg>
      <pc:sldChg chg="add">
        <pc:chgData name="Zailan Arabee Abdul Salam" userId="5bc04053-34d1-46af-a9d4-ff754460ad4b" providerId="ADAL" clId="{15765617-B2B5-4B1C-9860-B69577C533DF}" dt="2023-10-30T03:27:24.188" v="0"/>
        <pc:sldMkLst>
          <pc:docMk/>
          <pc:sldMk cId="0" sldId="409"/>
        </pc:sldMkLst>
      </pc:sldChg>
      <pc:sldChg chg="add">
        <pc:chgData name="Zailan Arabee Abdul Salam" userId="5bc04053-34d1-46af-a9d4-ff754460ad4b" providerId="ADAL" clId="{15765617-B2B5-4B1C-9860-B69577C533DF}" dt="2023-10-30T03:27:24.188" v="0"/>
        <pc:sldMkLst>
          <pc:docMk/>
          <pc:sldMk cId="0" sldId="410"/>
        </pc:sldMkLst>
      </pc:sldChg>
      <pc:sldChg chg="add">
        <pc:chgData name="Zailan Arabee Abdul Salam" userId="5bc04053-34d1-46af-a9d4-ff754460ad4b" providerId="ADAL" clId="{15765617-B2B5-4B1C-9860-B69577C533DF}" dt="2023-10-30T03:27:24.188" v="0"/>
        <pc:sldMkLst>
          <pc:docMk/>
          <pc:sldMk cId="0" sldId="411"/>
        </pc:sldMkLst>
      </pc:sldChg>
      <pc:sldChg chg="add">
        <pc:chgData name="Zailan Arabee Abdul Salam" userId="5bc04053-34d1-46af-a9d4-ff754460ad4b" providerId="ADAL" clId="{15765617-B2B5-4B1C-9860-B69577C533DF}" dt="2023-10-30T03:27:24.188" v="0"/>
        <pc:sldMkLst>
          <pc:docMk/>
          <pc:sldMk cId="0" sldId="412"/>
        </pc:sldMkLst>
      </pc:sldChg>
      <pc:sldChg chg="add">
        <pc:chgData name="Zailan Arabee Abdul Salam" userId="5bc04053-34d1-46af-a9d4-ff754460ad4b" providerId="ADAL" clId="{15765617-B2B5-4B1C-9860-B69577C533DF}" dt="2023-10-30T03:27:24.188" v="0"/>
        <pc:sldMkLst>
          <pc:docMk/>
          <pc:sldMk cId="0" sldId="413"/>
        </pc:sldMkLst>
      </pc:sldChg>
      <pc:sldChg chg="add">
        <pc:chgData name="Zailan Arabee Abdul Salam" userId="5bc04053-34d1-46af-a9d4-ff754460ad4b" providerId="ADAL" clId="{15765617-B2B5-4B1C-9860-B69577C533DF}" dt="2023-10-30T03:27:24.188" v="0"/>
        <pc:sldMkLst>
          <pc:docMk/>
          <pc:sldMk cId="0" sldId="414"/>
        </pc:sldMkLst>
      </pc:sldChg>
      <pc:sldChg chg="add">
        <pc:chgData name="Zailan Arabee Abdul Salam" userId="5bc04053-34d1-46af-a9d4-ff754460ad4b" providerId="ADAL" clId="{15765617-B2B5-4B1C-9860-B69577C533DF}" dt="2023-10-30T03:27:24.188" v="0"/>
        <pc:sldMkLst>
          <pc:docMk/>
          <pc:sldMk cId="0" sldId="415"/>
        </pc:sldMkLst>
      </pc:sldChg>
      <pc:sldChg chg="add">
        <pc:chgData name="Zailan Arabee Abdul Salam" userId="5bc04053-34d1-46af-a9d4-ff754460ad4b" providerId="ADAL" clId="{15765617-B2B5-4B1C-9860-B69577C533DF}" dt="2023-10-30T03:27:24.188" v="0"/>
        <pc:sldMkLst>
          <pc:docMk/>
          <pc:sldMk cId="0" sldId="416"/>
        </pc:sldMkLst>
      </pc:sldChg>
      <pc:sldChg chg="add">
        <pc:chgData name="Zailan Arabee Abdul Salam" userId="5bc04053-34d1-46af-a9d4-ff754460ad4b" providerId="ADAL" clId="{15765617-B2B5-4B1C-9860-B69577C533DF}" dt="2023-10-30T03:27:24.188" v="0"/>
        <pc:sldMkLst>
          <pc:docMk/>
          <pc:sldMk cId="0" sldId="417"/>
        </pc:sldMkLst>
      </pc:sldChg>
      <pc:sldChg chg="add">
        <pc:chgData name="Zailan Arabee Abdul Salam" userId="5bc04053-34d1-46af-a9d4-ff754460ad4b" providerId="ADAL" clId="{15765617-B2B5-4B1C-9860-B69577C533DF}" dt="2023-10-30T03:27:24.188" v="0"/>
        <pc:sldMkLst>
          <pc:docMk/>
          <pc:sldMk cId="0" sldId="418"/>
        </pc:sldMkLst>
      </pc:sldChg>
      <pc:sldChg chg="add">
        <pc:chgData name="Zailan Arabee Abdul Salam" userId="5bc04053-34d1-46af-a9d4-ff754460ad4b" providerId="ADAL" clId="{15765617-B2B5-4B1C-9860-B69577C533DF}" dt="2023-10-30T03:27:24.188" v="0"/>
        <pc:sldMkLst>
          <pc:docMk/>
          <pc:sldMk cId="0" sldId="419"/>
        </pc:sldMkLst>
      </pc:sldChg>
      <pc:sldChg chg="add">
        <pc:chgData name="Zailan Arabee Abdul Salam" userId="5bc04053-34d1-46af-a9d4-ff754460ad4b" providerId="ADAL" clId="{15765617-B2B5-4B1C-9860-B69577C533DF}" dt="2023-10-30T03:27:24.188" v="0"/>
        <pc:sldMkLst>
          <pc:docMk/>
          <pc:sldMk cId="0" sldId="420"/>
        </pc:sldMkLst>
      </pc:sldChg>
      <pc:sldChg chg="add">
        <pc:chgData name="Zailan Arabee Abdul Salam" userId="5bc04053-34d1-46af-a9d4-ff754460ad4b" providerId="ADAL" clId="{15765617-B2B5-4B1C-9860-B69577C533DF}" dt="2023-10-30T03:27:24.188" v="0"/>
        <pc:sldMkLst>
          <pc:docMk/>
          <pc:sldMk cId="0" sldId="421"/>
        </pc:sldMkLst>
      </pc:sldChg>
      <pc:sldChg chg="add">
        <pc:chgData name="Zailan Arabee Abdul Salam" userId="5bc04053-34d1-46af-a9d4-ff754460ad4b" providerId="ADAL" clId="{15765617-B2B5-4B1C-9860-B69577C533DF}" dt="2023-10-30T03:27:24.188" v="0"/>
        <pc:sldMkLst>
          <pc:docMk/>
          <pc:sldMk cId="0" sldId="422"/>
        </pc:sldMkLst>
      </pc:sldChg>
      <pc:sldChg chg="add">
        <pc:chgData name="Zailan Arabee Abdul Salam" userId="5bc04053-34d1-46af-a9d4-ff754460ad4b" providerId="ADAL" clId="{15765617-B2B5-4B1C-9860-B69577C533DF}" dt="2023-10-30T03:27:24.188" v="0"/>
        <pc:sldMkLst>
          <pc:docMk/>
          <pc:sldMk cId="0" sldId="423"/>
        </pc:sldMkLst>
      </pc:sldChg>
      <pc:sldChg chg="add">
        <pc:chgData name="Zailan Arabee Abdul Salam" userId="5bc04053-34d1-46af-a9d4-ff754460ad4b" providerId="ADAL" clId="{15765617-B2B5-4B1C-9860-B69577C533DF}" dt="2023-10-30T03:27:24.188" v="0"/>
        <pc:sldMkLst>
          <pc:docMk/>
          <pc:sldMk cId="0" sldId="424"/>
        </pc:sldMkLst>
      </pc:sldChg>
      <pc:sldChg chg="add">
        <pc:chgData name="Zailan Arabee Abdul Salam" userId="5bc04053-34d1-46af-a9d4-ff754460ad4b" providerId="ADAL" clId="{15765617-B2B5-4B1C-9860-B69577C533DF}" dt="2023-10-30T03:27:24.188" v="0"/>
        <pc:sldMkLst>
          <pc:docMk/>
          <pc:sldMk cId="0" sldId="425"/>
        </pc:sldMkLst>
      </pc:sldChg>
      <pc:sldChg chg="add">
        <pc:chgData name="Zailan Arabee Abdul Salam" userId="5bc04053-34d1-46af-a9d4-ff754460ad4b" providerId="ADAL" clId="{15765617-B2B5-4B1C-9860-B69577C533DF}" dt="2023-10-30T03:27:24.188" v="0"/>
        <pc:sldMkLst>
          <pc:docMk/>
          <pc:sldMk cId="0" sldId="427"/>
        </pc:sldMkLst>
      </pc:sldChg>
      <pc:sldChg chg="add">
        <pc:chgData name="Zailan Arabee Abdul Salam" userId="5bc04053-34d1-46af-a9d4-ff754460ad4b" providerId="ADAL" clId="{15765617-B2B5-4B1C-9860-B69577C533DF}" dt="2023-10-30T03:27:24.188" v="0"/>
        <pc:sldMkLst>
          <pc:docMk/>
          <pc:sldMk cId="0" sldId="428"/>
        </pc:sldMkLst>
      </pc:sldChg>
      <pc:sldChg chg="add">
        <pc:chgData name="Zailan Arabee Abdul Salam" userId="5bc04053-34d1-46af-a9d4-ff754460ad4b" providerId="ADAL" clId="{15765617-B2B5-4B1C-9860-B69577C533DF}" dt="2023-10-30T03:27:24.188" v="0"/>
        <pc:sldMkLst>
          <pc:docMk/>
          <pc:sldMk cId="0" sldId="429"/>
        </pc:sldMkLst>
      </pc:sldChg>
      <pc:sldChg chg="add">
        <pc:chgData name="Zailan Arabee Abdul Salam" userId="5bc04053-34d1-46af-a9d4-ff754460ad4b" providerId="ADAL" clId="{15765617-B2B5-4B1C-9860-B69577C533DF}" dt="2023-10-30T03:27:24.188" v="0"/>
        <pc:sldMkLst>
          <pc:docMk/>
          <pc:sldMk cId="0" sldId="431"/>
        </pc:sldMkLst>
      </pc:sldChg>
      <pc:sldChg chg="del">
        <pc:chgData name="Zailan Arabee Abdul Salam" userId="5bc04053-34d1-46af-a9d4-ff754460ad4b" providerId="ADAL" clId="{15765617-B2B5-4B1C-9860-B69577C533DF}" dt="2023-10-30T03:27:37.020" v="2" actId="47"/>
        <pc:sldMkLst>
          <pc:docMk/>
          <pc:sldMk cId="3231145266" sldId="492"/>
        </pc:sldMkLst>
      </pc:sldChg>
      <pc:sldChg chg="del">
        <pc:chgData name="Zailan Arabee Abdul Salam" userId="5bc04053-34d1-46af-a9d4-ff754460ad4b" providerId="ADAL" clId="{15765617-B2B5-4B1C-9860-B69577C533DF}" dt="2023-10-30T03:27:37.020" v="2" actId="47"/>
        <pc:sldMkLst>
          <pc:docMk/>
          <pc:sldMk cId="3142129247" sldId="493"/>
        </pc:sldMkLst>
      </pc:sldChg>
      <pc:sldChg chg="del">
        <pc:chgData name="Zailan Arabee Abdul Salam" userId="5bc04053-34d1-46af-a9d4-ff754460ad4b" providerId="ADAL" clId="{15765617-B2B5-4B1C-9860-B69577C533DF}" dt="2023-10-30T03:27:37.020" v="2" actId="47"/>
        <pc:sldMkLst>
          <pc:docMk/>
          <pc:sldMk cId="1780427012" sldId="494"/>
        </pc:sldMkLst>
      </pc:sldChg>
      <pc:sldChg chg="del">
        <pc:chgData name="Zailan Arabee Abdul Salam" userId="5bc04053-34d1-46af-a9d4-ff754460ad4b" providerId="ADAL" clId="{15765617-B2B5-4B1C-9860-B69577C533DF}" dt="2023-10-30T03:27:37.020" v="2" actId="47"/>
        <pc:sldMkLst>
          <pc:docMk/>
          <pc:sldMk cId="3959013417" sldId="495"/>
        </pc:sldMkLst>
      </pc:sldChg>
      <pc:sldChg chg="del">
        <pc:chgData name="Zailan Arabee Abdul Salam" userId="5bc04053-34d1-46af-a9d4-ff754460ad4b" providerId="ADAL" clId="{15765617-B2B5-4B1C-9860-B69577C533DF}" dt="2023-10-30T03:27:37.020" v="2" actId="47"/>
        <pc:sldMkLst>
          <pc:docMk/>
          <pc:sldMk cId="2071056352" sldId="496"/>
        </pc:sldMkLst>
      </pc:sldChg>
      <pc:sldChg chg="del">
        <pc:chgData name="Zailan Arabee Abdul Salam" userId="5bc04053-34d1-46af-a9d4-ff754460ad4b" providerId="ADAL" clId="{15765617-B2B5-4B1C-9860-B69577C533DF}" dt="2023-10-30T03:27:37.020" v="2" actId="47"/>
        <pc:sldMkLst>
          <pc:docMk/>
          <pc:sldMk cId="1399879192" sldId="497"/>
        </pc:sldMkLst>
      </pc:sldChg>
      <pc:sldChg chg="del">
        <pc:chgData name="Zailan Arabee Abdul Salam" userId="5bc04053-34d1-46af-a9d4-ff754460ad4b" providerId="ADAL" clId="{15765617-B2B5-4B1C-9860-B69577C533DF}" dt="2023-10-30T03:27:37.020" v="2" actId="47"/>
        <pc:sldMkLst>
          <pc:docMk/>
          <pc:sldMk cId="2660146254" sldId="531"/>
        </pc:sldMkLst>
      </pc:sldChg>
      <pc:sldChg chg="del">
        <pc:chgData name="Zailan Arabee Abdul Salam" userId="5bc04053-34d1-46af-a9d4-ff754460ad4b" providerId="ADAL" clId="{15765617-B2B5-4B1C-9860-B69577C533DF}" dt="2023-10-30T03:27:37.020" v="2" actId="47"/>
        <pc:sldMkLst>
          <pc:docMk/>
          <pc:sldMk cId="1056397220" sldId="532"/>
        </pc:sldMkLst>
      </pc:sldChg>
      <pc:sldChg chg="del">
        <pc:chgData name="Zailan Arabee Abdul Salam" userId="5bc04053-34d1-46af-a9d4-ff754460ad4b" providerId="ADAL" clId="{15765617-B2B5-4B1C-9860-B69577C533DF}" dt="2023-10-30T03:27:37.020" v="2" actId="47"/>
        <pc:sldMkLst>
          <pc:docMk/>
          <pc:sldMk cId="2738791202" sldId="533"/>
        </pc:sldMkLst>
      </pc:sldChg>
      <pc:sldChg chg="del">
        <pc:chgData name="Zailan Arabee Abdul Salam" userId="5bc04053-34d1-46af-a9d4-ff754460ad4b" providerId="ADAL" clId="{15765617-B2B5-4B1C-9860-B69577C533DF}" dt="2023-10-30T03:27:37.020" v="2" actId="47"/>
        <pc:sldMkLst>
          <pc:docMk/>
          <pc:sldMk cId="3145607291" sldId="534"/>
        </pc:sldMkLst>
      </pc:sldChg>
      <pc:sldChg chg="del">
        <pc:chgData name="Zailan Arabee Abdul Salam" userId="5bc04053-34d1-46af-a9d4-ff754460ad4b" providerId="ADAL" clId="{15765617-B2B5-4B1C-9860-B69577C533DF}" dt="2023-10-30T03:27:37.020" v="2" actId="47"/>
        <pc:sldMkLst>
          <pc:docMk/>
          <pc:sldMk cId="0" sldId="569"/>
        </pc:sldMkLst>
      </pc:sldChg>
      <pc:sldChg chg="del">
        <pc:chgData name="Zailan Arabee Abdul Salam" userId="5bc04053-34d1-46af-a9d4-ff754460ad4b" providerId="ADAL" clId="{15765617-B2B5-4B1C-9860-B69577C533DF}" dt="2023-10-30T03:27:37.020" v="2" actId="47"/>
        <pc:sldMkLst>
          <pc:docMk/>
          <pc:sldMk cId="0" sldId="577"/>
        </pc:sldMkLst>
      </pc:sldChg>
      <pc:sldChg chg="del">
        <pc:chgData name="Zailan Arabee Abdul Salam" userId="5bc04053-34d1-46af-a9d4-ff754460ad4b" providerId="ADAL" clId="{15765617-B2B5-4B1C-9860-B69577C533DF}" dt="2023-10-30T03:27:37.020" v="2" actId="47"/>
        <pc:sldMkLst>
          <pc:docMk/>
          <pc:sldMk cId="0" sldId="578"/>
        </pc:sldMkLst>
      </pc:sldChg>
      <pc:sldChg chg="del">
        <pc:chgData name="Zailan Arabee Abdul Salam" userId="5bc04053-34d1-46af-a9d4-ff754460ad4b" providerId="ADAL" clId="{15765617-B2B5-4B1C-9860-B69577C533DF}" dt="2023-10-30T03:27:37.020" v="2" actId="47"/>
        <pc:sldMkLst>
          <pc:docMk/>
          <pc:sldMk cId="0" sldId="579"/>
        </pc:sldMkLst>
      </pc:sldChg>
      <pc:sldChg chg="del">
        <pc:chgData name="Zailan Arabee Abdul Salam" userId="5bc04053-34d1-46af-a9d4-ff754460ad4b" providerId="ADAL" clId="{15765617-B2B5-4B1C-9860-B69577C533DF}" dt="2023-10-30T03:27:37.020" v="2" actId="47"/>
        <pc:sldMkLst>
          <pc:docMk/>
          <pc:sldMk cId="0" sldId="580"/>
        </pc:sldMkLst>
      </pc:sldChg>
      <pc:sldChg chg="del">
        <pc:chgData name="Zailan Arabee Abdul Salam" userId="5bc04053-34d1-46af-a9d4-ff754460ad4b" providerId="ADAL" clId="{15765617-B2B5-4B1C-9860-B69577C533DF}" dt="2023-10-30T03:27:37.020" v="2" actId="47"/>
        <pc:sldMkLst>
          <pc:docMk/>
          <pc:sldMk cId="1257055625" sldId="1200"/>
        </pc:sldMkLst>
      </pc:sldChg>
      <pc:sldChg chg="del">
        <pc:chgData name="Zailan Arabee Abdul Salam" userId="5bc04053-34d1-46af-a9d4-ff754460ad4b" providerId="ADAL" clId="{15765617-B2B5-4B1C-9860-B69577C533DF}" dt="2023-10-30T03:27:37.020" v="2" actId="47"/>
        <pc:sldMkLst>
          <pc:docMk/>
          <pc:sldMk cId="1620312096" sldId="1201"/>
        </pc:sldMkLst>
      </pc:sldChg>
      <pc:sldChg chg="del">
        <pc:chgData name="Zailan Arabee Abdul Salam" userId="5bc04053-34d1-46af-a9d4-ff754460ad4b" providerId="ADAL" clId="{15765617-B2B5-4B1C-9860-B69577C533DF}" dt="2023-10-30T03:27:37.020" v="2" actId="47"/>
        <pc:sldMkLst>
          <pc:docMk/>
          <pc:sldMk cId="942685393" sldId="1202"/>
        </pc:sldMkLst>
      </pc:sldChg>
      <pc:sldChg chg="del">
        <pc:chgData name="Zailan Arabee Abdul Salam" userId="5bc04053-34d1-46af-a9d4-ff754460ad4b" providerId="ADAL" clId="{15765617-B2B5-4B1C-9860-B69577C533DF}" dt="2023-10-30T03:27:37.020" v="2" actId="47"/>
        <pc:sldMkLst>
          <pc:docMk/>
          <pc:sldMk cId="88058532" sldId="1211"/>
        </pc:sldMkLst>
      </pc:sldChg>
      <pc:sldChg chg="del">
        <pc:chgData name="Zailan Arabee Abdul Salam" userId="5bc04053-34d1-46af-a9d4-ff754460ad4b" providerId="ADAL" clId="{15765617-B2B5-4B1C-9860-B69577C533DF}" dt="2023-10-30T03:27:37.020" v="2" actId="47"/>
        <pc:sldMkLst>
          <pc:docMk/>
          <pc:sldMk cId="2240314709" sldId="1212"/>
        </pc:sldMkLst>
      </pc:sldChg>
      <pc:sldChg chg="del">
        <pc:chgData name="Zailan Arabee Abdul Salam" userId="5bc04053-34d1-46af-a9d4-ff754460ad4b" providerId="ADAL" clId="{15765617-B2B5-4B1C-9860-B69577C533DF}" dt="2023-10-30T03:27:37.020" v="2" actId="47"/>
        <pc:sldMkLst>
          <pc:docMk/>
          <pc:sldMk cId="4226352155" sldId="1213"/>
        </pc:sldMkLst>
      </pc:sldChg>
      <pc:sldChg chg="del">
        <pc:chgData name="Zailan Arabee Abdul Salam" userId="5bc04053-34d1-46af-a9d4-ff754460ad4b" providerId="ADAL" clId="{15765617-B2B5-4B1C-9860-B69577C533DF}" dt="2023-10-30T03:27:37.020" v="2" actId="47"/>
        <pc:sldMkLst>
          <pc:docMk/>
          <pc:sldMk cId="451448939" sldId="1214"/>
        </pc:sldMkLst>
      </pc:sldChg>
      <pc:sldChg chg="del">
        <pc:chgData name="Zailan Arabee Abdul Salam" userId="5bc04053-34d1-46af-a9d4-ff754460ad4b" providerId="ADAL" clId="{15765617-B2B5-4B1C-9860-B69577C533DF}" dt="2023-10-30T03:27:37.020" v="2" actId="47"/>
        <pc:sldMkLst>
          <pc:docMk/>
          <pc:sldMk cId="157944733" sldId="1215"/>
        </pc:sldMkLst>
      </pc:sldChg>
      <pc:sldChg chg="del">
        <pc:chgData name="Zailan Arabee Abdul Salam" userId="5bc04053-34d1-46af-a9d4-ff754460ad4b" providerId="ADAL" clId="{15765617-B2B5-4B1C-9860-B69577C533DF}" dt="2023-10-30T03:27:37.020" v="2" actId="47"/>
        <pc:sldMkLst>
          <pc:docMk/>
          <pc:sldMk cId="1339351395" sldId="1216"/>
        </pc:sldMkLst>
      </pc:sldChg>
      <pc:sldChg chg="del">
        <pc:chgData name="Zailan Arabee Abdul Salam" userId="5bc04053-34d1-46af-a9d4-ff754460ad4b" providerId="ADAL" clId="{15765617-B2B5-4B1C-9860-B69577C533DF}" dt="2023-10-30T03:27:37.020" v="2" actId="47"/>
        <pc:sldMkLst>
          <pc:docMk/>
          <pc:sldMk cId="1222543335" sldId="1217"/>
        </pc:sldMkLst>
      </pc:sldChg>
      <pc:sldChg chg="del">
        <pc:chgData name="Zailan Arabee Abdul Salam" userId="5bc04053-34d1-46af-a9d4-ff754460ad4b" providerId="ADAL" clId="{15765617-B2B5-4B1C-9860-B69577C533DF}" dt="2023-10-30T03:27:37.020" v="2" actId="47"/>
        <pc:sldMkLst>
          <pc:docMk/>
          <pc:sldMk cId="2574055479" sldId="1219"/>
        </pc:sldMkLst>
      </pc:sldChg>
      <pc:sldChg chg="del">
        <pc:chgData name="Zailan Arabee Abdul Salam" userId="5bc04053-34d1-46af-a9d4-ff754460ad4b" providerId="ADAL" clId="{15765617-B2B5-4B1C-9860-B69577C533DF}" dt="2023-10-30T03:27:37.020" v="2" actId="47"/>
        <pc:sldMkLst>
          <pc:docMk/>
          <pc:sldMk cId="2543552459" sldId="1220"/>
        </pc:sldMkLst>
      </pc:sldChg>
      <pc:sldChg chg="del">
        <pc:chgData name="Zailan Arabee Abdul Salam" userId="5bc04053-34d1-46af-a9d4-ff754460ad4b" providerId="ADAL" clId="{15765617-B2B5-4B1C-9860-B69577C533DF}" dt="2023-10-30T03:27:37.020" v="2" actId="47"/>
        <pc:sldMkLst>
          <pc:docMk/>
          <pc:sldMk cId="158344780" sldId="1221"/>
        </pc:sldMkLst>
      </pc:sldChg>
      <pc:sldChg chg="del">
        <pc:chgData name="Zailan Arabee Abdul Salam" userId="5bc04053-34d1-46af-a9d4-ff754460ad4b" providerId="ADAL" clId="{15765617-B2B5-4B1C-9860-B69577C533DF}" dt="2023-10-30T03:27:37.020" v="2" actId="47"/>
        <pc:sldMkLst>
          <pc:docMk/>
          <pc:sldMk cId="3293834506" sldId="1222"/>
        </pc:sldMkLst>
      </pc:sldChg>
      <pc:sldChg chg="del">
        <pc:chgData name="Zailan Arabee Abdul Salam" userId="5bc04053-34d1-46af-a9d4-ff754460ad4b" providerId="ADAL" clId="{15765617-B2B5-4B1C-9860-B69577C533DF}" dt="2023-10-30T03:27:37.020" v="2" actId="47"/>
        <pc:sldMkLst>
          <pc:docMk/>
          <pc:sldMk cId="1777901036" sldId="1223"/>
        </pc:sldMkLst>
      </pc:sldChg>
      <pc:sldChg chg="del">
        <pc:chgData name="Zailan Arabee Abdul Salam" userId="5bc04053-34d1-46af-a9d4-ff754460ad4b" providerId="ADAL" clId="{15765617-B2B5-4B1C-9860-B69577C533DF}" dt="2023-10-30T03:27:37.020" v="2" actId="47"/>
        <pc:sldMkLst>
          <pc:docMk/>
          <pc:sldMk cId="764643366" sldId="1224"/>
        </pc:sldMkLst>
      </pc:sldChg>
      <pc:sldChg chg="del">
        <pc:chgData name="Zailan Arabee Abdul Salam" userId="5bc04053-34d1-46af-a9d4-ff754460ad4b" providerId="ADAL" clId="{15765617-B2B5-4B1C-9860-B69577C533DF}" dt="2023-10-30T03:27:37.020" v="2" actId="47"/>
        <pc:sldMkLst>
          <pc:docMk/>
          <pc:sldMk cId="2367724023" sldId="1225"/>
        </pc:sldMkLst>
      </pc:sldChg>
      <pc:sldChg chg="del">
        <pc:chgData name="Zailan Arabee Abdul Salam" userId="5bc04053-34d1-46af-a9d4-ff754460ad4b" providerId="ADAL" clId="{15765617-B2B5-4B1C-9860-B69577C533DF}" dt="2023-10-30T03:27:37.020" v="2" actId="47"/>
        <pc:sldMkLst>
          <pc:docMk/>
          <pc:sldMk cId="936123331" sldId="1226"/>
        </pc:sldMkLst>
      </pc:sldChg>
      <pc:sldChg chg="del">
        <pc:chgData name="Zailan Arabee Abdul Salam" userId="5bc04053-34d1-46af-a9d4-ff754460ad4b" providerId="ADAL" clId="{15765617-B2B5-4B1C-9860-B69577C533DF}" dt="2023-10-30T03:27:37.020" v="2" actId="47"/>
        <pc:sldMkLst>
          <pc:docMk/>
          <pc:sldMk cId="1600039276" sldId="1227"/>
        </pc:sldMkLst>
      </pc:sldChg>
      <pc:sldChg chg="del">
        <pc:chgData name="Zailan Arabee Abdul Salam" userId="5bc04053-34d1-46af-a9d4-ff754460ad4b" providerId="ADAL" clId="{15765617-B2B5-4B1C-9860-B69577C533DF}" dt="2023-10-30T03:27:37.020" v="2" actId="47"/>
        <pc:sldMkLst>
          <pc:docMk/>
          <pc:sldMk cId="4158129888" sldId="1229"/>
        </pc:sldMkLst>
      </pc:sldChg>
      <pc:sldChg chg="del">
        <pc:chgData name="Zailan Arabee Abdul Salam" userId="5bc04053-34d1-46af-a9d4-ff754460ad4b" providerId="ADAL" clId="{15765617-B2B5-4B1C-9860-B69577C533DF}" dt="2023-10-30T03:27:37.020" v="2" actId="47"/>
        <pc:sldMkLst>
          <pc:docMk/>
          <pc:sldMk cId="1283043137" sldId="1230"/>
        </pc:sldMkLst>
      </pc:sldChg>
      <pc:sldChg chg="del">
        <pc:chgData name="Zailan Arabee Abdul Salam" userId="5bc04053-34d1-46af-a9d4-ff754460ad4b" providerId="ADAL" clId="{15765617-B2B5-4B1C-9860-B69577C533DF}" dt="2023-10-30T03:27:37.020" v="2" actId="47"/>
        <pc:sldMkLst>
          <pc:docMk/>
          <pc:sldMk cId="3745391551" sldId="1231"/>
        </pc:sldMkLst>
      </pc:sldChg>
      <pc:sldChg chg="del">
        <pc:chgData name="Zailan Arabee Abdul Salam" userId="5bc04053-34d1-46af-a9d4-ff754460ad4b" providerId="ADAL" clId="{15765617-B2B5-4B1C-9860-B69577C533DF}" dt="2023-10-30T03:27:37.020" v="2" actId="47"/>
        <pc:sldMkLst>
          <pc:docMk/>
          <pc:sldMk cId="536754208" sldId="1232"/>
        </pc:sldMkLst>
      </pc:sldChg>
      <pc:sldChg chg="del">
        <pc:chgData name="Zailan Arabee Abdul Salam" userId="5bc04053-34d1-46af-a9d4-ff754460ad4b" providerId="ADAL" clId="{15765617-B2B5-4B1C-9860-B69577C533DF}" dt="2023-10-30T03:27:37.020" v="2" actId="47"/>
        <pc:sldMkLst>
          <pc:docMk/>
          <pc:sldMk cId="2081593252" sldId="1234"/>
        </pc:sldMkLst>
      </pc:sldChg>
      <pc:sldChg chg="del">
        <pc:chgData name="Zailan Arabee Abdul Salam" userId="5bc04053-34d1-46af-a9d4-ff754460ad4b" providerId="ADAL" clId="{15765617-B2B5-4B1C-9860-B69577C533DF}" dt="2023-10-30T03:27:37.020" v="2" actId="47"/>
        <pc:sldMkLst>
          <pc:docMk/>
          <pc:sldMk cId="474274139" sldId="1235"/>
        </pc:sldMkLst>
      </pc:sldChg>
      <pc:sldChg chg="del">
        <pc:chgData name="Zailan Arabee Abdul Salam" userId="5bc04053-34d1-46af-a9d4-ff754460ad4b" providerId="ADAL" clId="{15765617-B2B5-4B1C-9860-B69577C533DF}" dt="2023-10-30T03:27:37.020" v="2" actId="47"/>
        <pc:sldMkLst>
          <pc:docMk/>
          <pc:sldMk cId="2560256601" sldId="1238"/>
        </pc:sldMkLst>
      </pc:sldChg>
      <pc:sldChg chg="del">
        <pc:chgData name="Zailan Arabee Abdul Salam" userId="5bc04053-34d1-46af-a9d4-ff754460ad4b" providerId="ADAL" clId="{15765617-B2B5-4B1C-9860-B69577C533DF}" dt="2023-10-30T03:27:26.827" v="1" actId="47"/>
        <pc:sldMkLst>
          <pc:docMk/>
          <pc:sldMk cId="0" sldId="1935"/>
        </pc:sldMkLst>
      </pc:sldChg>
      <pc:sldChg chg="del">
        <pc:chgData name="Zailan Arabee Abdul Salam" userId="5bc04053-34d1-46af-a9d4-ff754460ad4b" providerId="ADAL" clId="{15765617-B2B5-4B1C-9860-B69577C533DF}" dt="2023-10-30T03:27:37.020" v="2" actId="47"/>
        <pc:sldMkLst>
          <pc:docMk/>
          <pc:sldMk cId="0" sldId="1936"/>
        </pc:sldMkLst>
      </pc:sldChg>
      <pc:sldChg chg="del">
        <pc:chgData name="Zailan Arabee Abdul Salam" userId="5bc04053-34d1-46af-a9d4-ff754460ad4b" providerId="ADAL" clId="{15765617-B2B5-4B1C-9860-B69577C533DF}" dt="2023-10-30T03:27:37.020" v="2" actId="47"/>
        <pc:sldMkLst>
          <pc:docMk/>
          <pc:sldMk cId="2421019088" sldId="1937"/>
        </pc:sldMkLst>
      </pc:sldChg>
      <pc:sldChg chg="del">
        <pc:chgData name="Zailan Arabee Abdul Salam" userId="5bc04053-34d1-46af-a9d4-ff754460ad4b" providerId="ADAL" clId="{15765617-B2B5-4B1C-9860-B69577C533DF}" dt="2023-10-30T03:27:37.020" v="2" actId="47"/>
        <pc:sldMkLst>
          <pc:docMk/>
          <pc:sldMk cId="0" sldId="1938"/>
        </pc:sldMkLst>
      </pc:sldChg>
      <pc:sldChg chg="del">
        <pc:chgData name="Zailan Arabee Abdul Salam" userId="5bc04053-34d1-46af-a9d4-ff754460ad4b" providerId="ADAL" clId="{15765617-B2B5-4B1C-9860-B69577C533DF}" dt="2023-10-30T03:27:37.020" v="2" actId="47"/>
        <pc:sldMkLst>
          <pc:docMk/>
          <pc:sldMk cId="2513217203" sldId="1939"/>
        </pc:sldMkLst>
      </pc:sldChg>
      <pc:sldChg chg="del">
        <pc:chgData name="Zailan Arabee Abdul Salam" userId="5bc04053-34d1-46af-a9d4-ff754460ad4b" providerId="ADAL" clId="{15765617-B2B5-4B1C-9860-B69577C533DF}" dt="2023-10-30T03:27:37.020" v="2" actId="47"/>
        <pc:sldMkLst>
          <pc:docMk/>
          <pc:sldMk cId="1636985544" sldId="1940"/>
        </pc:sldMkLst>
      </pc:sldChg>
      <pc:sldChg chg="del">
        <pc:chgData name="Zailan Arabee Abdul Salam" userId="5bc04053-34d1-46af-a9d4-ff754460ad4b" providerId="ADAL" clId="{15765617-B2B5-4B1C-9860-B69577C533DF}" dt="2023-10-30T03:27:37.020" v="2" actId="47"/>
        <pc:sldMkLst>
          <pc:docMk/>
          <pc:sldMk cId="713316994" sldId="1941"/>
        </pc:sldMkLst>
      </pc:sldChg>
      <pc:sldChg chg="del">
        <pc:chgData name="Zailan Arabee Abdul Salam" userId="5bc04053-34d1-46af-a9d4-ff754460ad4b" providerId="ADAL" clId="{15765617-B2B5-4B1C-9860-B69577C533DF}" dt="2023-10-30T03:27:37.020" v="2" actId="47"/>
        <pc:sldMkLst>
          <pc:docMk/>
          <pc:sldMk cId="1845779338" sldId="1942"/>
        </pc:sldMkLst>
      </pc:sldChg>
      <pc:sldChg chg="del">
        <pc:chgData name="Zailan Arabee Abdul Salam" userId="5bc04053-34d1-46af-a9d4-ff754460ad4b" providerId="ADAL" clId="{15765617-B2B5-4B1C-9860-B69577C533DF}" dt="2023-10-30T03:27:37.020" v="2" actId="47"/>
        <pc:sldMkLst>
          <pc:docMk/>
          <pc:sldMk cId="1233749879" sldId="1943"/>
        </pc:sldMkLst>
      </pc:sldChg>
      <pc:sldChg chg="del">
        <pc:chgData name="Zailan Arabee Abdul Salam" userId="5bc04053-34d1-46af-a9d4-ff754460ad4b" providerId="ADAL" clId="{15765617-B2B5-4B1C-9860-B69577C533DF}" dt="2023-10-30T03:27:37.020" v="2" actId="47"/>
        <pc:sldMkLst>
          <pc:docMk/>
          <pc:sldMk cId="2196535212" sldId="1944"/>
        </pc:sldMkLst>
      </pc:sldChg>
      <pc:sldChg chg="del">
        <pc:chgData name="Zailan Arabee Abdul Salam" userId="5bc04053-34d1-46af-a9d4-ff754460ad4b" providerId="ADAL" clId="{15765617-B2B5-4B1C-9860-B69577C533DF}" dt="2023-10-30T03:27:37.020" v="2" actId="47"/>
        <pc:sldMkLst>
          <pc:docMk/>
          <pc:sldMk cId="2672633410" sldId="1945"/>
        </pc:sldMkLst>
      </pc:sldChg>
      <pc:sldChg chg="del">
        <pc:chgData name="Zailan Arabee Abdul Salam" userId="5bc04053-34d1-46af-a9d4-ff754460ad4b" providerId="ADAL" clId="{15765617-B2B5-4B1C-9860-B69577C533DF}" dt="2023-10-30T03:27:37.020" v="2" actId="47"/>
        <pc:sldMkLst>
          <pc:docMk/>
          <pc:sldMk cId="3874458156" sldId="1946"/>
        </pc:sldMkLst>
      </pc:sldChg>
      <pc:sldChg chg="del">
        <pc:chgData name="Zailan Arabee Abdul Salam" userId="5bc04053-34d1-46af-a9d4-ff754460ad4b" providerId="ADAL" clId="{15765617-B2B5-4B1C-9860-B69577C533DF}" dt="2023-10-30T03:27:37.020" v="2" actId="47"/>
        <pc:sldMkLst>
          <pc:docMk/>
          <pc:sldMk cId="0" sldId="1947"/>
        </pc:sldMkLst>
      </pc:sldChg>
      <pc:sldMasterChg chg="delSldLayout">
        <pc:chgData name="Zailan Arabee Abdul Salam" userId="5bc04053-34d1-46af-a9d4-ff754460ad4b" providerId="ADAL" clId="{15765617-B2B5-4B1C-9860-B69577C533DF}" dt="2023-10-30T03:27:37.020" v="2" actId="47"/>
        <pc:sldMasterMkLst>
          <pc:docMk/>
          <pc:sldMasterMk cId="0" sldId="2147483651"/>
        </pc:sldMasterMkLst>
        <pc:sldLayoutChg chg="del">
          <pc:chgData name="Zailan Arabee Abdul Salam" userId="5bc04053-34d1-46af-a9d4-ff754460ad4b" providerId="ADAL" clId="{15765617-B2B5-4B1C-9860-B69577C533DF}" dt="2023-10-30T03:27:37.020" v="2" actId="47"/>
          <pc:sldLayoutMkLst>
            <pc:docMk/>
            <pc:sldMasterMk cId="0" sldId="2147483651"/>
            <pc:sldLayoutMk cId="3394914884" sldId="2147483765"/>
          </pc:sldLayoutMkLst>
        </pc:sldLayoutChg>
        <pc:sldLayoutChg chg="del">
          <pc:chgData name="Zailan Arabee Abdul Salam" userId="5bc04053-34d1-46af-a9d4-ff754460ad4b" providerId="ADAL" clId="{15765617-B2B5-4B1C-9860-B69577C533DF}" dt="2023-10-30T03:27:37.020" v="2" actId="47"/>
          <pc:sldLayoutMkLst>
            <pc:docMk/>
            <pc:sldMasterMk cId="0" sldId="2147483651"/>
            <pc:sldLayoutMk cId="3057104794" sldId="2147483766"/>
          </pc:sldLayoutMkLst>
        </pc:sldLayoutChg>
      </pc:sldMasterChg>
    </pc:docChg>
  </pc:docChgLst>
  <pc:docChgLst>
    <pc:chgData name="Zailan Arabee Abdul Salam" userId="5bc04053-34d1-46af-a9d4-ff754460ad4b" providerId="ADAL" clId="{4FF8285E-39F7-4C24-A91D-468700658EB6}"/>
    <pc:docChg chg="addSld delSld modSld modSection">
      <pc:chgData name="Zailan Arabee Abdul Salam" userId="5bc04053-34d1-46af-a9d4-ff754460ad4b" providerId="ADAL" clId="{4FF8285E-39F7-4C24-A91D-468700658EB6}" dt="2023-10-30T03:29:31.809" v="2" actId="47"/>
      <pc:docMkLst>
        <pc:docMk/>
      </pc:docMkLst>
      <pc:sldChg chg="add">
        <pc:chgData name="Zailan Arabee Abdul Salam" userId="5bc04053-34d1-46af-a9d4-ff754460ad4b" providerId="ADAL" clId="{4FF8285E-39F7-4C24-A91D-468700658EB6}" dt="2023-10-30T03:29:19.672" v="0"/>
        <pc:sldMkLst>
          <pc:docMk/>
          <pc:sldMk cId="0" sldId="342"/>
        </pc:sldMkLst>
      </pc:sldChg>
      <pc:sldChg chg="add">
        <pc:chgData name="Zailan Arabee Abdul Salam" userId="5bc04053-34d1-46af-a9d4-ff754460ad4b" providerId="ADAL" clId="{4FF8285E-39F7-4C24-A91D-468700658EB6}" dt="2023-10-30T03:29:19.672" v="0"/>
        <pc:sldMkLst>
          <pc:docMk/>
          <pc:sldMk cId="0" sldId="364"/>
        </pc:sldMkLst>
      </pc:sldChg>
      <pc:sldChg chg="add">
        <pc:chgData name="Zailan Arabee Abdul Salam" userId="5bc04053-34d1-46af-a9d4-ff754460ad4b" providerId="ADAL" clId="{4FF8285E-39F7-4C24-A91D-468700658EB6}" dt="2023-10-30T03:29:19.672" v="0"/>
        <pc:sldMkLst>
          <pc:docMk/>
          <pc:sldMk cId="0" sldId="367"/>
        </pc:sldMkLst>
      </pc:sldChg>
      <pc:sldChg chg="add">
        <pc:chgData name="Zailan Arabee Abdul Salam" userId="5bc04053-34d1-46af-a9d4-ff754460ad4b" providerId="ADAL" clId="{4FF8285E-39F7-4C24-A91D-468700658EB6}" dt="2023-10-30T03:29:19.672" v="0"/>
        <pc:sldMkLst>
          <pc:docMk/>
          <pc:sldMk cId="0" sldId="368"/>
        </pc:sldMkLst>
      </pc:sldChg>
      <pc:sldChg chg="add">
        <pc:chgData name="Zailan Arabee Abdul Salam" userId="5bc04053-34d1-46af-a9d4-ff754460ad4b" providerId="ADAL" clId="{4FF8285E-39F7-4C24-A91D-468700658EB6}" dt="2023-10-30T03:29:19.672" v="0"/>
        <pc:sldMkLst>
          <pc:docMk/>
          <pc:sldMk cId="0" sldId="373"/>
        </pc:sldMkLst>
      </pc:sldChg>
      <pc:sldChg chg="add">
        <pc:chgData name="Zailan Arabee Abdul Salam" userId="5bc04053-34d1-46af-a9d4-ff754460ad4b" providerId="ADAL" clId="{4FF8285E-39F7-4C24-A91D-468700658EB6}" dt="2023-10-30T03:29:19.672" v="0"/>
        <pc:sldMkLst>
          <pc:docMk/>
          <pc:sldMk cId="0" sldId="377"/>
        </pc:sldMkLst>
      </pc:sldChg>
      <pc:sldChg chg="add">
        <pc:chgData name="Zailan Arabee Abdul Salam" userId="5bc04053-34d1-46af-a9d4-ff754460ad4b" providerId="ADAL" clId="{4FF8285E-39F7-4C24-A91D-468700658EB6}" dt="2023-10-30T03:29:19.672" v="0"/>
        <pc:sldMkLst>
          <pc:docMk/>
          <pc:sldMk cId="0" sldId="379"/>
        </pc:sldMkLst>
      </pc:sldChg>
      <pc:sldChg chg="add">
        <pc:chgData name="Zailan Arabee Abdul Salam" userId="5bc04053-34d1-46af-a9d4-ff754460ad4b" providerId="ADAL" clId="{4FF8285E-39F7-4C24-A91D-468700658EB6}" dt="2023-10-30T03:29:19.672" v="0"/>
        <pc:sldMkLst>
          <pc:docMk/>
          <pc:sldMk cId="0" sldId="382"/>
        </pc:sldMkLst>
      </pc:sldChg>
      <pc:sldChg chg="add">
        <pc:chgData name="Zailan Arabee Abdul Salam" userId="5bc04053-34d1-46af-a9d4-ff754460ad4b" providerId="ADAL" clId="{4FF8285E-39F7-4C24-A91D-468700658EB6}" dt="2023-10-30T03:29:19.672" v="0"/>
        <pc:sldMkLst>
          <pc:docMk/>
          <pc:sldMk cId="0" sldId="384"/>
        </pc:sldMkLst>
      </pc:sldChg>
      <pc:sldChg chg="add">
        <pc:chgData name="Zailan Arabee Abdul Salam" userId="5bc04053-34d1-46af-a9d4-ff754460ad4b" providerId="ADAL" clId="{4FF8285E-39F7-4C24-A91D-468700658EB6}" dt="2023-10-30T03:29:19.672" v="0"/>
        <pc:sldMkLst>
          <pc:docMk/>
          <pc:sldMk cId="0" sldId="385"/>
        </pc:sldMkLst>
      </pc:sldChg>
      <pc:sldChg chg="add">
        <pc:chgData name="Zailan Arabee Abdul Salam" userId="5bc04053-34d1-46af-a9d4-ff754460ad4b" providerId="ADAL" clId="{4FF8285E-39F7-4C24-A91D-468700658EB6}" dt="2023-10-30T03:29:19.672" v="0"/>
        <pc:sldMkLst>
          <pc:docMk/>
          <pc:sldMk cId="0" sldId="386"/>
        </pc:sldMkLst>
      </pc:sldChg>
      <pc:sldChg chg="add">
        <pc:chgData name="Zailan Arabee Abdul Salam" userId="5bc04053-34d1-46af-a9d4-ff754460ad4b" providerId="ADAL" clId="{4FF8285E-39F7-4C24-A91D-468700658EB6}" dt="2023-10-30T03:29:19.672" v="0"/>
        <pc:sldMkLst>
          <pc:docMk/>
          <pc:sldMk cId="0" sldId="387"/>
        </pc:sldMkLst>
      </pc:sldChg>
      <pc:sldChg chg="add">
        <pc:chgData name="Zailan Arabee Abdul Salam" userId="5bc04053-34d1-46af-a9d4-ff754460ad4b" providerId="ADAL" clId="{4FF8285E-39F7-4C24-A91D-468700658EB6}" dt="2023-10-30T03:29:19.672" v="0"/>
        <pc:sldMkLst>
          <pc:docMk/>
          <pc:sldMk cId="0" sldId="388"/>
        </pc:sldMkLst>
      </pc:sldChg>
      <pc:sldChg chg="add">
        <pc:chgData name="Zailan Arabee Abdul Salam" userId="5bc04053-34d1-46af-a9d4-ff754460ad4b" providerId="ADAL" clId="{4FF8285E-39F7-4C24-A91D-468700658EB6}" dt="2023-10-30T03:29:19.672" v="0"/>
        <pc:sldMkLst>
          <pc:docMk/>
          <pc:sldMk cId="0" sldId="389"/>
        </pc:sldMkLst>
      </pc:sldChg>
      <pc:sldChg chg="add">
        <pc:chgData name="Zailan Arabee Abdul Salam" userId="5bc04053-34d1-46af-a9d4-ff754460ad4b" providerId="ADAL" clId="{4FF8285E-39F7-4C24-A91D-468700658EB6}" dt="2023-10-30T03:29:19.672" v="0"/>
        <pc:sldMkLst>
          <pc:docMk/>
          <pc:sldMk cId="0" sldId="390"/>
        </pc:sldMkLst>
      </pc:sldChg>
      <pc:sldChg chg="add">
        <pc:chgData name="Zailan Arabee Abdul Salam" userId="5bc04053-34d1-46af-a9d4-ff754460ad4b" providerId="ADAL" clId="{4FF8285E-39F7-4C24-A91D-468700658EB6}" dt="2023-10-30T03:29:19.672" v="0"/>
        <pc:sldMkLst>
          <pc:docMk/>
          <pc:sldMk cId="0" sldId="395"/>
        </pc:sldMkLst>
      </pc:sldChg>
      <pc:sldChg chg="add">
        <pc:chgData name="Zailan Arabee Abdul Salam" userId="5bc04053-34d1-46af-a9d4-ff754460ad4b" providerId="ADAL" clId="{4FF8285E-39F7-4C24-A91D-468700658EB6}" dt="2023-10-30T03:29:19.672" v="0"/>
        <pc:sldMkLst>
          <pc:docMk/>
          <pc:sldMk cId="0" sldId="396"/>
        </pc:sldMkLst>
      </pc:sldChg>
      <pc:sldChg chg="add">
        <pc:chgData name="Zailan Arabee Abdul Salam" userId="5bc04053-34d1-46af-a9d4-ff754460ad4b" providerId="ADAL" clId="{4FF8285E-39F7-4C24-A91D-468700658EB6}" dt="2023-10-30T03:29:19.672" v="0"/>
        <pc:sldMkLst>
          <pc:docMk/>
          <pc:sldMk cId="0" sldId="397"/>
        </pc:sldMkLst>
      </pc:sldChg>
      <pc:sldChg chg="add">
        <pc:chgData name="Zailan Arabee Abdul Salam" userId="5bc04053-34d1-46af-a9d4-ff754460ad4b" providerId="ADAL" clId="{4FF8285E-39F7-4C24-A91D-468700658EB6}" dt="2023-10-30T03:29:19.672" v="0"/>
        <pc:sldMkLst>
          <pc:docMk/>
          <pc:sldMk cId="0" sldId="398"/>
        </pc:sldMkLst>
      </pc:sldChg>
      <pc:sldChg chg="add">
        <pc:chgData name="Zailan Arabee Abdul Salam" userId="5bc04053-34d1-46af-a9d4-ff754460ad4b" providerId="ADAL" clId="{4FF8285E-39F7-4C24-A91D-468700658EB6}" dt="2023-10-30T03:29:19.672" v="0"/>
        <pc:sldMkLst>
          <pc:docMk/>
          <pc:sldMk cId="0" sldId="399"/>
        </pc:sldMkLst>
      </pc:sldChg>
      <pc:sldChg chg="add">
        <pc:chgData name="Zailan Arabee Abdul Salam" userId="5bc04053-34d1-46af-a9d4-ff754460ad4b" providerId="ADAL" clId="{4FF8285E-39F7-4C24-A91D-468700658EB6}" dt="2023-10-30T03:29:19.672" v="0"/>
        <pc:sldMkLst>
          <pc:docMk/>
          <pc:sldMk cId="0" sldId="400"/>
        </pc:sldMkLst>
      </pc:sldChg>
      <pc:sldChg chg="add">
        <pc:chgData name="Zailan Arabee Abdul Salam" userId="5bc04053-34d1-46af-a9d4-ff754460ad4b" providerId="ADAL" clId="{4FF8285E-39F7-4C24-A91D-468700658EB6}" dt="2023-10-30T03:29:19.672" v="0"/>
        <pc:sldMkLst>
          <pc:docMk/>
          <pc:sldMk cId="0" sldId="401"/>
        </pc:sldMkLst>
      </pc:sldChg>
      <pc:sldChg chg="add">
        <pc:chgData name="Zailan Arabee Abdul Salam" userId="5bc04053-34d1-46af-a9d4-ff754460ad4b" providerId="ADAL" clId="{4FF8285E-39F7-4C24-A91D-468700658EB6}" dt="2023-10-30T03:29:19.672" v="0"/>
        <pc:sldMkLst>
          <pc:docMk/>
          <pc:sldMk cId="0" sldId="402"/>
        </pc:sldMkLst>
      </pc:sldChg>
      <pc:sldChg chg="add">
        <pc:chgData name="Zailan Arabee Abdul Salam" userId="5bc04053-34d1-46af-a9d4-ff754460ad4b" providerId="ADAL" clId="{4FF8285E-39F7-4C24-A91D-468700658EB6}" dt="2023-10-30T03:29:19.672" v="0"/>
        <pc:sldMkLst>
          <pc:docMk/>
          <pc:sldMk cId="0" sldId="403"/>
        </pc:sldMkLst>
      </pc:sldChg>
      <pc:sldChg chg="add">
        <pc:chgData name="Zailan Arabee Abdul Salam" userId="5bc04053-34d1-46af-a9d4-ff754460ad4b" providerId="ADAL" clId="{4FF8285E-39F7-4C24-A91D-468700658EB6}" dt="2023-10-30T03:29:19.672" v="0"/>
        <pc:sldMkLst>
          <pc:docMk/>
          <pc:sldMk cId="0" sldId="404"/>
        </pc:sldMkLst>
      </pc:sldChg>
      <pc:sldChg chg="del">
        <pc:chgData name="Zailan Arabee Abdul Salam" userId="5bc04053-34d1-46af-a9d4-ff754460ad4b" providerId="ADAL" clId="{4FF8285E-39F7-4C24-A91D-468700658EB6}" dt="2023-10-30T03:29:21.926" v="1" actId="47"/>
        <pc:sldMkLst>
          <pc:docMk/>
          <pc:sldMk cId="0" sldId="405"/>
        </pc:sldMkLst>
      </pc:sldChg>
      <pc:sldChg chg="del">
        <pc:chgData name="Zailan Arabee Abdul Salam" userId="5bc04053-34d1-46af-a9d4-ff754460ad4b" providerId="ADAL" clId="{4FF8285E-39F7-4C24-A91D-468700658EB6}" dt="2023-10-30T03:29:31.809" v="2" actId="47"/>
        <pc:sldMkLst>
          <pc:docMk/>
          <pc:sldMk cId="0" sldId="406"/>
        </pc:sldMkLst>
      </pc:sldChg>
      <pc:sldChg chg="del">
        <pc:chgData name="Zailan Arabee Abdul Salam" userId="5bc04053-34d1-46af-a9d4-ff754460ad4b" providerId="ADAL" clId="{4FF8285E-39F7-4C24-A91D-468700658EB6}" dt="2023-10-30T03:29:31.809" v="2" actId="47"/>
        <pc:sldMkLst>
          <pc:docMk/>
          <pc:sldMk cId="0" sldId="407"/>
        </pc:sldMkLst>
      </pc:sldChg>
      <pc:sldChg chg="del">
        <pc:chgData name="Zailan Arabee Abdul Salam" userId="5bc04053-34d1-46af-a9d4-ff754460ad4b" providerId="ADAL" clId="{4FF8285E-39F7-4C24-A91D-468700658EB6}" dt="2023-10-30T03:29:31.809" v="2" actId="47"/>
        <pc:sldMkLst>
          <pc:docMk/>
          <pc:sldMk cId="0" sldId="408"/>
        </pc:sldMkLst>
      </pc:sldChg>
      <pc:sldChg chg="del">
        <pc:chgData name="Zailan Arabee Abdul Salam" userId="5bc04053-34d1-46af-a9d4-ff754460ad4b" providerId="ADAL" clId="{4FF8285E-39F7-4C24-A91D-468700658EB6}" dt="2023-10-30T03:29:31.809" v="2" actId="47"/>
        <pc:sldMkLst>
          <pc:docMk/>
          <pc:sldMk cId="0" sldId="409"/>
        </pc:sldMkLst>
      </pc:sldChg>
      <pc:sldChg chg="del">
        <pc:chgData name="Zailan Arabee Abdul Salam" userId="5bc04053-34d1-46af-a9d4-ff754460ad4b" providerId="ADAL" clId="{4FF8285E-39F7-4C24-A91D-468700658EB6}" dt="2023-10-30T03:29:31.809" v="2" actId="47"/>
        <pc:sldMkLst>
          <pc:docMk/>
          <pc:sldMk cId="0" sldId="410"/>
        </pc:sldMkLst>
      </pc:sldChg>
      <pc:sldChg chg="del">
        <pc:chgData name="Zailan Arabee Abdul Salam" userId="5bc04053-34d1-46af-a9d4-ff754460ad4b" providerId="ADAL" clId="{4FF8285E-39F7-4C24-A91D-468700658EB6}" dt="2023-10-30T03:29:31.809" v="2" actId="47"/>
        <pc:sldMkLst>
          <pc:docMk/>
          <pc:sldMk cId="0" sldId="411"/>
        </pc:sldMkLst>
      </pc:sldChg>
      <pc:sldChg chg="del">
        <pc:chgData name="Zailan Arabee Abdul Salam" userId="5bc04053-34d1-46af-a9d4-ff754460ad4b" providerId="ADAL" clId="{4FF8285E-39F7-4C24-A91D-468700658EB6}" dt="2023-10-30T03:29:31.809" v="2" actId="47"/>
        <pc:sldMkLst>
          <pc:docMk/>
          <pc:sldMk cId="0" sldId="412"/>
        </pc:sldMkLst>
      </pc:sldChg>
      <pc:sldChg chg="del">
        <pc:chgData name="Zailan Arabee Abdul Salam" userId="5bc04053-34d1-46af-a9d4-ff754460ad4b" providerId="ADAL" clId="{4FF8285E-39F7-4C24-A91D-468700658EB6}" dt="2023-10-30T03:29:31.809" v="2" actId="47"/>
        <pc:sldMkLst>
          <pc:docMk/>
          <pc:sldMk cId="0" sldId="413"/>
        </pc:sldMkLst>
      </pc:sldChg>
      <pc:sldChg chg="del">
        <pc:chgData name="Zailan Arabee Abdul Salam" userId="5bc04053-34d1-46af-a9d4-ff754460ad4b" providerId="ADAL" clId="{4FF8285E-39F7-4C24-A91D-468700658EB6}" dt="2023-10-30T03:29:31.809" v="2" actId="47"/>
        <pc:sldMkLst>
          <pc:docMk/>
          <pc:sldMk cId="0" sldId="414"/>
        </pc:sldMkLst>
      </pc:sldChg>
      <pc:sldChg chg="del">
        <pc:chgData name="Zailan Arabee Abdul Salam" userId="5bc04053-34d1-46af-a9d4-ff754460ad4b" providerId="ADAL" clId="{4FF8285E-39F7-4C24-A91D-468700658EB6}" dt="2023-10-30T03:29:31.809" v="2" actId="47"/>
        <pc:sldMkLst>
          <pc:docMk/>
          <pc:sldMk cId="0" sldId="415"/>
        </pc:sldMkLst>
      </pc:sldChg>
      <pc:sldChg chg="del">
        <pc:chgData name="Zailan Arabee Abdul Salam" userId="5bc04053-34d1-46af-a9d4-ff754460ad4b" providerId="ADAL" clId="{4FF8285E-39F7-4C24-A91D-468700658EB6}" dt="2023-10-30T03:29:31.809" v="2" actId="47"/>
        <pc:sldMkLst>
          <pc:docMk/>
          <pc:sldMk cId="0" sldId="416"/>
        </pc:sldMkLst>
      </pc:sldChg>
      <pc:sldChg chg="del">
        <pc:chgData name="Zailan Arabee Abdul Salam" userId="5bc04053-34d1-46af-a9d4-ff754460ad4b" providerId="ADAL" clId="{4FF8285E-39F7-4C24-A91D-468700658EB6}" dt="2023-10-30T03:29:31.809" v="2" actId="47"/>
        <pc:sldMkLst>
          <pc:docMk/>
          <pc:sldMk cId="0" sldId="417"/>
        </pc:sldMkLst>
      </pc:sldChg>
      <pc:sldChg chg="del">
        <pc:chgData name="Zailan Arabee Abdul Salam" userId="5bc04053-34d1-46af-a9d4-ff754460ad4b" providerId="ADAL" clId="{4FF8285E-39F7-4C24-A91D-468700658EB6}" dt="2023-10-30T03:29:31.809" v="2" actId="47"/>
        <pc:sldMkLst>
          <pc:docMk/>
          <pc:sldMk cId="0" sldId="418"/>
        </pc:sldMkLst>
      </pc:sldChg>
      <pc:sldChg chg="del">
        <pc:chgData name="Zailan Arabee Abdul Salam" userId="5bc04053-34d1-46af-a9d4-ff754460ad4b" providerId="ADAL" clId="{4FF8285E-39F7-4C24-A91D-468700658EB6}" dt="2023-10-30T03:29:31.809" v="2" actId="47"/>
        <pc:sldMkLst>
          <pc:docMk/>
          <pc:sldMk cId="0" sldId="419"/>
        </pc:sldMkLst>
      </pc:sldChg>
      <pc:sldChg chg="del">
        <pc:chgData name="Zailan Arabee Abdul Salam" userId="5bc04053-34d1-46af-a9d4-ff754460ad4b" providerId="ADAL" clId="{4FF8285E-39F7-4C24-A91D-468700658EB6}" dt="2023-10-30T03:29:31.809" v="2" actId="47"/>
        <pc:sldMkLst>
          <pc:docMk/>
          <pc:sldMk cId="0" sldId="420"/>
        </pc:sldMkLst>
      </pc:sldChg>
      <pc:sldChg chg="del">
        <pc:chgData name="Zailan Arabee Abdul Salam" userId="5bc04053-34d1-46af-a9d4-ff754460ad4b" providerId="ADAL" clId="{4FF8285E-39F7-4C24-A91D-468700658EB6}" dt="2023-10-30T03:29:31.809" v="2" actId="47"/>
        <pc:sldMkLst>
          <pc:docMk/>
          <pc:sldMk cId="0" sldId="421"/>
        </pc:sldMkLst>
      </pc:sldChg>
      <pc:sldChg chg="del">
        <pc:chgData name="Zailan Arabee Abdul Salam" userId="5bc04053-34d1-46af-a9d4-ff754460ad4b" providerId="ADAL" clId="{4FF8285E-39F7-4C24-A91D-468700658EB6}" dt="2023-10-30T03:29:31.809" v="2" actId="47"/>
        <pc:sldMkLst>
          <pc:docMk/>
          <pc:sldMk cId="0" sldId="422"/>
        </pc:sldMkLst>
      </pc:sldChg>
      <pc:sldChg chg="del">
        <pc:chgData name="Zailan Arabee Abdul Salam" userId="5bc04053-34d1-46af-a9d4-ff754460ad4b" providerId="ADAL" clId="{4FF8285E-39F7-4C24-A91D-468700658EB6}" dt="2023-10-30T03:29:31.809" v="2" actId="47"/>
        <pc:sldMkLst>
          <pc:docMk/>
          <pc:sldMk cId="0" sldId="423"/>
        </pc:sldMkLst>
      </pc:sldChg>
      <pc:sldChg chg="del">
        <pc:chgData name="Zailan Arabee Abdul Salam" userId="5bc04053-34d1-46af-a9d4-ff754460ad4b" providerId="ADAL" clId="{4FF8285E-39F7-4C24-A91D-468700658EB6}" dt="2023-10-30T03:29:31.809" v="2" actId="47"/>
        <pc:sldMkLst>
          <pc:docMk/>
          <pc:sldMk cId="0" sldId="424"/>
        </pc:sldMkLst>
      </pc:sldChg>
      <pc:sldChg chg="del">
        <pc:chgData name="Zailan Arabee Abdul Salam" userId="5bc04053-34d1-46af-a9d4-ff754460ad4b" providerId="ADAL" clId="{4FF8285E-39F7-4C24-A91D-468700658EB6}" dt="2023-10-30T03:29:31.809" v="2" actId="47"/>
        <pc:sldMkLst>
          <pc:docMk/>
          <pc:sldMk cId="0" sldId="425"/>
        </pc:sldMkLst>
      </pc:sldChg>
      <pc:sldChg chg="add">
        <pc:chgData name="Zailan Arabee Abdul Salam" userId="5bc04053-34d1-46af-a9d4-ff754460ad4b" providerId="ADAL" clId="{4FF8285E-39F7-4C24-A91D-468700658EB6}" dt="2023-10-30T03:29:19.672" v="0"/>
        <pc:sldMkLst>
          <pc:docMk/>
          <pc:sldMk cId="0" sldId="426"/>
        </pc:sldMkLst>
      </pc:sldChg>
      <pc:sldChg chg="del">
        <pc:chgData name="Zailan Arabee Abdul Salam" userId="5bc04053-34d1-46af-a9d4-ff754460ad4b" providerId="ADAL" clId="{4FF8285E-39F7-4C24-A91D-468700658EB6}" dt="2023-10-30T03:29:31.809" v="2" actId="47"/>
        <pc:sldMkLst>
          <pc:docMk/>
          <pc:sldMk cId="0" sldId="427"/>
        </pc:sldMkLst>
      </pc:sldChg>
      <pc:sldChg chg="del">
        <pc:chgData name="Zailan Arabee Abdul Salam" userId="5bc04053-34d1-46af-a9d4-ff754460ad4b" providerId="ADAL" clId="{4FF8285E-39F7-4C24-A91D-468700658EB6}" dt="2023-10-30T03:29:31.809" v="2" actId="47"/>
        <pc:sldMkLst>
          <pc:docMk/>
          <pc:sldMk cId="0" sldId="428"/>
        </pc:sldMkLst>
      </pc:sldChg>
      <pc:sldChg chg="del">
        <pc:chgData name="Zailan Arabee Abdul Salam" userId="5bc04053-34d1-46af-a9d4-ff754460ad4b" providerId="ADAL" clId="{4FF8285E-39F7-4C24-A91D-468700658EB6}" dt="2023-10-30T03:29:31.809" v="2" actId="47"/>
        <pc:sldMkLst>
          <pc:docMk/>
          <pc:sldMk cId="0" sldId="429"/>
        </pc:sldMkLst>
      </pc:sldChg>
      <pc:sldChg chg="add">
        <pc:chgData name="Zailan Arabee Abdul Salam" userId="5bc04053-34d1-46af-a9d4-ff754460ad4b" providerId="ADAL" clId="{4FF8285E-39F7-4C24-A91D-468700658EB6}" dt="2023-10-30T03:29:19.672" v="0"/>
        <pc:sldMkLst>
          <pc:docMk/>
          <pc:sldMk cId="0" sldId="430"/>
        </pc:sldMkLst>
      </pc:sldChg>
      <pc:sldChg chg="del">
        <pc:chgData name="Zailan Arabee Abdul Salam" userId="5bc04053-34d1-46af-a9d4-ff754460ad4b" providerId="ADAL" clId="{4FF8285E-39F7-4C24-A91D-468700658EB6}" dt="2023-10-30T03:29:31.809" v="2" actId="47"/>
        <pc:sldMkLst>
          <pc:docMk/>
          <pc:sldMk cId="0" sldId="431"/>
        </pc:sldMkLst>
      </pc:sldChg>
      <pc:sldChg chg="add">
        <pc:chgData name="Zailan Arabee Abdul Salam" userId="5bc04053-34d1-46af-a9d4-ff754460ad4b" providerId="ADAL" clId="{4FF8285E-39F7-4C24-A91D-468700658EB6}" dt="2023-10-30T03:29:19.672" v="0"/>
        <pc:sldMkLst>
          <pc:docMk/>
          <pc:sldMk cId="0" sldId="432"/>
        </pc:sldMkLst>
      </pc:sldChg>
      <pc:sldChg chg="add">
        <pc:chgData name="Zailan Arabee Abdul Salam" userId="5bc04053-34d1-46af-a9d4-ff754460ad4b" providerId="ADAL" clId="{4FF8285E-39F7-4C24-A91D-468700658EB6}" dt="2023-10-30T03:29:19.672" v="0"/>
        <pc:sldMkLst>
          <pc:docMk/>
          <pc:sldMk cId="0" sldId="433"/>
        </pc:sldMkLst>
      </pc:sldChg>
      <pc:sldChg chg="add">
        <pc:chgData name="Zailan Arabee Abdul Salam" userId="5bc04053-34d1-46af-a9d4-ff754460ad4b" providerId="ADAL" clId="{4FF8285E-39F7-4C24-A91D-468700658EB6}" dt="2023-10-30T03:29:19.672" v="0"/>
        <pc:sldMkLst>
          <pc:docMk/>
          <pc:sldMk cId="0" sldId="434"/>
        </pc:sldMkLst>
      </pc:sldChg>
      <pc:sldChg chg="add">
        <pc:chgData name="Zailan Arabee Abdul Salam" userId="5bc04053-34d1-46af-a9d4-ff754460ad4b" providerId="ADAL" clId="{4FF8285E-39F7-4C24-A91D-468700658EB6}" dt="2023-10-30T03:29:19.672" v="0"/>
        <pc:sldMkLst>
          <pc:docMk/>
          <pc:sldMk cId="0" sldId="435"/>
        </pc:sldMkLst>
      </pc:sldChg>
      <pc:sldChg chg="add">
        <pc:chgData name="Zailan Arabee Abdul Salam" userId="5bc04053-34d1-46af-a9d4-ff754460ad4b" providerId="ADAL" clId="{4FF8285E-39F7-4C24-A91D-468700658EB6}" dt="2023-10-30T03:29:19.672" v="0"/>
        <pc:sldMkLst>
          <pc:docMk/>
          <pc:sldMk cId="0" sldId="436"/>
        </pc:sldMkLst>
      </pc:sldChg>
      <pc:sldChg chg="add">
        <pc:chgData name="Zailan Arabee Abdul Salam" userId="5bc04053-34d1-46af-a9d4-ff754460ad4b" providerId="ADAL" clId="{4FF8285E-39F7-4C24-A91D-468700658EB6}" dt="2023-10-30T03:29:19.672" v="0"/>
        <pc:sldMkLst>
          <pc:docMk/>
          <pc:sldMk cId="0" sldId="437"/>
        </pc:sldMkLst>
      </pc:sldChg>
      <pc:sldChg chg="add">
        <pc:chgData name="Zailan Arabee Abdul Salam" userId="5bc04053-34d1-46af-a9d4-ff754460ad4b" providerId="ADAL" clId="{4FF8285E-39F7-4C24-A91D-468700658EB6}" dt="2023-10-30T03:29:19.672" v="0"/>
        <pc:sldMkLst>
          <pc:docMk/>
          <pc:sldMk cId="0" sldId="438"/>
        </pc:sldMkLst>
      </pc:sldChg>
      <pc:sldChg chg="add">
        <pc:chgData name="Zailan Arabee Abdul Salam" userId="5bc04053-34d1-46af-a9d4-ff754460ad4b" providerId="ADAL" clId="{4FF8285E-39F7-4C24-A91D-468700658EB6}" dt="2023-10-30T03:29:19.672" v="0"/>
        <pc:sldMkLst>
          <pc:docMk/>
          <pc:sldMk cId="0" sldId="439"/>
        </pc:sldMkLst>
      </pc:sldChg>
      <pc:sldChg chg="add">
        <pc:chgData name="Zailan Arabee Abdul Salam" userId="5bc04053-34d1-46af-a9d4-ff754460ad4b" providerId="ADAL" clId="{4FF8285E-39F7-4C24-A91D-468700658EB6}" dt="2023-10-30T03:29:19.672" v="0"/>
        <pc:sldMkLst>
          <pc:docMk/>
          <pc:sldMk cId="0" sldId="440"/>
        </pc:sldMkLst>
      </pc:sldChg>
      <pc:sldChg chg="add">
        <pc:chgData name="Zailan Arabee Abdul Salam" userId="5bc04053-34d1-46af-a9d4-ff754460ad4b" providerId="ADAL" clId="{4FF8285E-39F7-4C24-A91D-468700658EB6}" dt="2023-10-30T03:29:19.672" v="0"/>
        <pc:sldMkLst>
          <pc:docMk/>
          <pc:sldMk cId="0" sldId="441"/>
        </pc:sldMkLst>
      </pc:sldChg>
      <pc:sldChg chg="add">
        <pc:chgData name="Zailan Arabee Abdul Salam" userId="5bc04053-34d1-46af-a9d4-ff754460ad4b" providerId="ADAL" clId="{4FF8285E-39F7-4C24-A91D-468700658EB6}" dt="2023-10-30T03:29:19.672" v="0"/>
        <pc:sldMkLst>
          <pc:docMk/>
          <pc:sldMk cId="0" sldId="442"/>
        </pc:sldMkLst>
      </pc:sldChg>
      <pc:sldChg chg="add">
        <pc:chgData name="Zailan Arabee Abdul Salam" userId="5bc04053-34d1-46af-a9d4-ff754460ad4b" providerId="ADAL" clId="{4FF8285E-39F7-4C24-A91D-468700658EB6}" dt="2023-10-30T03:29:19.672" v="0"/>
        <pc:sldMkLst>
          <pc:docMk/>
          <pc:sldMk cId="0" sldId="443"/>
        </pc:sldMkLst>
      </pc:sldChg>
      <pc:sldChg chg="add">
        <pc:chgData name="Zailan Arabee Abdul Salam" userId="5bc04053-34d1-46af-a9d4-ff754460ad4b" providerId="ADAL" clId="{4FF8285E-39F7-4C24-A91D-468700658EB6}" dt="2023-10-30T03:29:19.672" v="0"/>
        <pc:sldMkLst>
          <pc:docMk/>
          <pc:sldMk cId="0" sldId="444"/>
        </pc:sldMkLst>
      </pc:sldChg>
      <pc:sldChg chg="add">
        <pc:chgData name="Zailan Arabee Abdul Salam" userId="5bc04053-34d1-46af-a9d4-ff754460ad4b" providerId="ADAL" clId="{4FF8285E-39F7-4C24-A91D-468700658EB6}" dt="2023-10-30T03:29:19.672" v="0"/>
        <pc:sldMkLst>
          <pc:docMk/>
          <pc:sldMk cId="0" sldId="445"/>
        </pc:sldMkLst>
      </pc:sldChg>
      <pc:sldChg chg="add">
        <pc:chgData name="Zailan Arabee Abdul Salam" userId="5bc04053-34d1-46af-a9d4-ff754460ad4b" providerId="ADAL" clId="{4FF8285E-39F7-4C24-A91D-468700658EB6}" dt="2023-10-30T03:29:19.672" v="0"/>
        <pc:sldMkLst>
          <pc:docMk/>
          <pc:sldMk cId="0" sldId="446"/>
        </pc:sldMkLst>
      </pc:sldChg>
      <pc:sldChg chg="add">
        <pc:chgData name="Zailan Arabee Abdul Salam" userId="5bc04053-34d1-46af-a9d4-ff754460ad4b" providerId="ADAL" clId="{4FF8285E-39F7-4C24-A91D-468700658EB6}" dt="2023-10-30T03:29:19.672" v="0"/>
        <pc:sldMkLst>
          <pc:docMk/>
          <pc:sldMk cId="0" sldId="447"/>
        </pc:sldMkLst>
      </pc:sldChg>
      <pc:sldChg chg="add">
        <pc:chgData name="Zailan Arabee Abdul Salam" userId="5bc04053-34d1-46af-a9d4-ff754460ad4b" providerId="ADAL" clId="{4FF8285E-39F7-4C24-A91D-468700658EB6}" dt="2023-10-30T03:29:19.672" v="0"/>
        <pc:sldMkLst>
          <pc:docMk/>
          <pc:sldMk cId="0" sldId="448"/>
        </pc:sldMkLst>
      </pc:sldChg>
      <pc:sldChg chg="add">
        <pc:chgData name="Zailan Arabee Abdul Salam" userId="5bc04053-34d1-46af-a9d4-ff754460ad4b" providerId="ADAL" clId="{4FF8285E-39F7-4C24-A91D-468700658EB6}" dt="2023-10-30T03:29:19.672" v="0"/>
        <pc:sldMkLst>
          <pc:docMk/>
          <pc:sldMk cId="0" sldId="449"/>
        </pc:sldMkLst>
      </pc:sldChg>
      <pc:sldChg chg="add">
        <pc:chgData name="Zailan Arabee Abdul Salam" userId="5bc04053-34d1-46af-a9d4-ff754460ad4b" providerId="ADAL" clId="{4FF8285E-39F7-4C24-A91D-468700658EB6}" dt="2023-10-30T03:29:19.672" v="0"/>
        <pc:sldMkLst>
          <pc:docMk/>
          <pc:sldMk cId="0" sldId="450"/>
        </pc:sldMkLst>
      </pc:sldChg>
      <pc:sldChg chg="add">
        <pc:chgData name="Zailan Arabee Abdul Salam" userId="5bc04053-34d1-46af-a9d4-ff754460ad4b" providerId="ADAL" clId="{4FF8285E-39F7-4C24-A91D-468700658EB6}" dt="2023-10-30T03:29:19.672" v="0"/>
        <pc:sldMkLst>
          <pc:docMk/>
          <pc:sldMk cId="0" sldId="451"/>
        </pc:sldMkLst>
      </pc:sldChg>
      <pc:sldChg chg="add">
        <pc:chgData name="Zailan Arabee Abdul Salam" userId="5bc04053-34d1-46af-a9d4-ff754460ad4b" providerId="ADAL" clId="{4FF8285E-39F7-4C24-A91D-468700658EB6}" dt="2023-10-30T03:29:19.672" v="0"/>
        <pc:sldMkLst>
          <pc:docMk/>
          <pc:sldMk cId="0" sldId="452"/>
        </pc:sldMkLst>
      </pc:sldChg>
      <pc:sldChg chg="add">
        <pc:chgData name="Zailan Arabee Abdul Salam" userId="5bc04053-34d1-46af-a9d4-ff754460ad4b" providerId="ADAL" clId="{4FF8285E-39F7-4C24-A91D-468700658EB6}" dt="2023-10-30T03:29:19.672" v="0"/>
        <pc:sldMkLst>
          <pc:docMk/>
          <pc:sldMk cId="0" sldId="453"/>
        </pc:sldMkLst>
      </pc:sldChg>
      <pc:sldChg chg="add">
        <pc:chgData name="Zailan Arabee Abdul Salam" userId="5bc04053-34d1-46af-a9d4-ff754460ad4b" providerId="ADAL" clId="{4FF8285E-39F7-4C24-A91D-468700658EB6}" dt="2023-10-30T03:29:19.672" v="0"/>
        <pc:sldMkLst>
          <pc:docMk/>
          <pc:sldMk cId="0" sldId="454"/>
        </pc:sldMkLst>
      </pc:sldChg>
      <pc:sldChg chg="add">
        <pc:chgData name="Zailan Arabee Abdul Salam" userId="5bc04053-34d1-46af-a9d4-ff754460ad4b" providerId="ADAL" clId="{4FF8285E-39F7-4C24-A91D-468700658EB6}" dt="2023-10-30T03:29:19.672" v="0"/>
        <pc:sldMkLst>
          <pc:docMk/>
          <pc:sldMk cId="0" sldId="455"/>
        </pc:sldMkLst>
      </pc:sldChg>
      <pc:sldChg chg="add">
        <pc:chgData name="Zailan Arabee Abdul Salam" userId="5bc04053-34d1-46af-a9d4-ff754460ad4b" providerId="ADAL" clId="{4FF8285E-39F7-4C24-A91D-468700658EB6}" dt="2023-10-30T03:29:19.672" v="0"/>
        <pc:sldMkLst>
          <pc:docMk/>
          <pc:sldMk cId="0" sldId="456"/>
        </pc:sldMkLst>
      </pc:sldChg>
      <pc:sldChg chg="add">
        <pc:chgData name="Zailan Arabee Abdul Salam" userId="5bc04053-34d1-46af-a9d4-ff754460ad4b" providerId="ADAL" clId="{4FF8285E-39F7-4C24-A91D-468700658EB6}" dt="2023-10-30T03:29:19.672" v="0"/>
        <pc:sldMkLst>
          <pc:docMk/>
          <pc:sldMk cId="0" sldId="457"/>
        </pc:sldMkLst>
      </pc:sldChg>
      <pc:sldChg chg="add">
        <pc:chgData name="Zailan Arabee Abdul Salam" userId="5bc04053-34d1-46af-a9d4-ff754460ad4b" providerId="ADAL" clId="{4FF8285E-39F7-4C24-A91D-468700658EB6}" dt="2023-10-30T03:29:19.672" v="0"/>
        <pc:sldMkLst>
          <pc:docMk/>
          <pc:sldMk cId="0" sldId="458"/>
        </pc:sldMkLst>
      </pc:sldChg>
      <pc:sldChg chg="add">
        <pc:chgData name="Zailan Arabee Abdul Salam" userId="5bc04053-34d1-46af-a9d4-ff754460ad4b" providerId="ADAL" clId="{4FF8285E-39F7-4C24-A91D-468700658EB6}" dt="2023-10-30T03:29:19.672" v="0"/>
        <pc:sldMkLst>
          <pc:docMk/>
          <pc:sldMk cId="0" sldId="459"/>
        </pc:sldMkLst>
      </pc:sldChg>
      <pc:sldChg chg="add">
        <pc:chgData name="Zailan Arabee Abdul Salam" userId="5bc04053-34d1-46af-a9d4-ff754460ad4b" providerId="ADAL" clId="{4FF8285E-39F7-4C24-A91D-468700658EB6}" dt="2023-10-30T03:29:19.672" v="0"/>
        <pc:sldMkLst>
          <pc:docMk/>
          <pc:sldMk cId="0" sldId="460"/>
        </pc:sldMkLst>
      </pc:sldChg>
      <pc:sldChg chg="add">
        <pc:chgData name="Zailan Arabee Abdul Salam" userId="5bc04053-34d1-46af-a9d4-ff754460ad4b" providerId="ADAL" clId="{4FF8285E-39F7-4C24-A91D-468700658EB6}" dt="2023-10-30T03:29:19.672" v="0"/>
        <pc:sldMkLst>
          <pc:docMk/>
          <pc:sldMk cId="0" sldId="461"/>
        </pc:sldMkLst>
      </pc:sldChg>
      <pc:sldChg chg="add">
        <pc:chgData name="Zailan Arabee Abdul Salam" userId="5bc04053-34d1-46af-a9d4-ff754460ad4b" providerId="ADAL" clId="{4FF8285E-39F7-4C24-A91D-468700658EB6}" dt="2023-10-30T03:29:19.672" v="0"/>
        <pc:sldMkLst>
          <pc:docMk/>
          <pc:sldMk cId="0" sldId="462"/>
        </pc:sldMkLst>
      </pc:sldChg>
      <pc:sldChg chg="add">
        <pc:chgData name="Zailan Arabee Abdul Salam" userId="5bc04053-34d1-46af-a9d4-ff754460ad4b" providerId="ADAL" clId="{4FF8285E-39F7-4C24-A91D-468700658EB6}" dt="2023-10-30T03:29:19.672" v="0"/>
        <pc:sldMkLst>
          <pc:docMk/>
          <pc:sldMk cId="0" sldId="463"/>
        </pc:sldMkLst>
      </pc:sldChg>
      <pc:sldChg chg="add">
        <pc:chgData name="Zailan Arabee Abdul Salam" userId="5bc04053-34d1-46af-a9d4-ff754460ad4b" providerId="ADAL" clId="{4FF8285E-39F7-4C24-A91D-468700658EB6}" dt="2023-10-30T03:29:19.672" v="0"/>
        <pc:sldMkLst>
          <pc:docMk/>
          <pc:sldMk cId="0" sldId="464"/>
        </pc:sldMkLst>
      </pc:sldChg>
      <pc:sldChg chg="add">
        <pc:chgData name="Zailan Arabee Abdul Salam" userId="5bc04053-34d1-46af-a9d4-ff754460ad4b" providerId="ADAL" clId="{4FF8285E-39F7-4C24-A91D-468700658EB6}" dt="2023-10-30T03:29:19.672" v="0"/>
        <pc:sldMkLst>
          <pc:docMk/>
          <pc:sldMk cId="0" sldId="465"/>
        </pc:sldMkLst>
      </pc:sldChg>
      <pc:sldChg chg="add">
        <pc:chgData name="Zailan Arabee Abdul Salam" userId="5bc04053-34d1-46af-a9d4-ff754460ad4b" providerId="ADAL" clId="{4FF8285E-39F7-4C24-A91D-468700658EB6}" dt="2023-10-30T03:29:19.672" v="0"/>
        <pc:sldMkLst>
          <pc:docMk/>
          <pc:sldMk cId="0" sldId="466"/>
        </pc:sldMkLst>
      </pc:sldChg>
      <pc:sldChg chg="add">
        <pc:chgData name="Zailan Arabee Abdul Salam" userId="5bc04053-34d1-46af-a9d4-ff754460ad4b" providerId="ADAL" clId="{4FF8285E-39F7-4C24-A91D-468700658EB6}" dt="2023-10-30T03:29:19.672" v="0"/>
        <pc:sldMkLst>
          <pc:docMk/>
          <pc:sldMk cId="0" sldId="467"/>
        </pc:sldMkLst>
      </pc:sldChg>
      <pc:sldChg chg="add">
        <pc:chgData name="Zailan Arabee Abdul Salam" userId="5bc04053-34d1-46af-a9d4-ff754460ad4b" providerId="ADAL" clId="{4FF8285E-39F7-4C24-A91D-468700658EB6}" dt="2023-10-30T03:29:19.672" v="0"/>
        <pc:sldMkLst>
          <pc:docMk/>
          <pc:sldMk cId="0" sldId="468"/>
        </pc:sldMkLst>
      </pc:sldChg>
      <pc:sldChg chg="add">
        <pc:chgData name="Zailan Arabee Abdul Salam" userId="5bc04053-34d1-46af-a9d4-ff754460ad4b" providerId="ADAL" clId="{4FF8285E-39F7-4C24-A91D-468700658EB6}" dt="2023-10-30T03:29:19.672" v="0"/>
        <pc:sldMkLst>
          <pc:docMk/>
          <pc:sldMk cId="0" sldId="469"/>
        </pc:sldMkLst>
      </pc:sldChg>
      <pc:sldChg chg="add">
        <pc:chgData name="Zailan Arabee Abdul Salam" userId="5bc04053-34d1-46af-a9d4-ff754460ad4b" providerId="ADAL" clId="{4FF8285E-39F7-4C24-A91D-468700658EB6}" dt="2023-10-30T03:29:19.672" v="0"/>
        <pc:sldMkLst>
          <pc:docMk/>
          <pc:sldMk cId="0" sldId="470"/>
        </pc:sldMkLst>
      </pc:sldChg>
      <pc:sldMasterChg chg="delSldLayout">
        <pc:chgData name="Zailan Arabee Abdul Salam" userId="5bc04053-34d1-46af-a9d4-ff754460ad4b" providerId="ADAL" clId="{4FF8285E-39F7-4C24-A91D-468700658EB6}" dt="2023-10-30T03:29:31.809" v="2" actId="47"/>
        <pc:sldMasterMkLst>
          <pc:docMk/>
          <pc:sldMasterMk cId="0" sldId="2147483651"/>
        </pc:sldMasterMkLst>
        <pc:sldLayoutChg chg="del">
          <pc:chgData name="Zailan Arabee Abdul Salam" userId="5bc04053-34d1-46af-a9d4-ff754460ad4b" providerId="ADAL" clId="{4FF8285E-39F7-4C24-A91D-468700658EB6}" dt="2023-10-30T03:29:31.809" v="2" actId="47"/>
          <pc:sldLayoutMkLst>
            <pc:docMk/>
            <pc:sldMasterMk cId="0" sldId="2147483651"/>
            <pc:sldLayoutMk cId="1623527397" sldId="2147483767"/>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DAC38E3-5144-412F-83AC-38A5B9DE52C7}"/>
              </a:ext>
            </a:extLst>
          </p:cNvPr>
          <p:cNvSpPr>
            <a:spLocks noChangeArrowheads="1"/>
          </p:cNvSpPr>
          <p:nvPr/>
        </p:nvSpPr>
        <p:spPr bwMode="auto">
          <a:xfrm>
            <a:off x="67734" y="103053"/>
            <a:ext cx="724746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GB" altLang="en-US" sz="1400">
                <a:latin typeface="Calibri" panose="020F0502020204030204" pitchFamily="34" charset="0"/>
                <a:cs typeface="Calibri" panose="020F0502020204030204" pitchFamily="34" charset="0"/>
              </a:rPr>
              <a:t>Asia Pacific University of Technology and Innovation</a:t>
            </a:r>
          </a:p>
        </p:txBody>
      </p:sp>
      <p:sp>
        <p:nvSpPr>
          <p:cNvPr id="3075" name="Rectangle 3">
            <a:extLst>
              <a:ext uri="{FF2B5EF4-FFF2-40B4-BE49-F238E27FC236}">
                <a16:creationId xmlns:a16="http://schemas.microsoft.com/office/drawing/2014/main" id="{608D27AB-67B4-4693-A97B-2BDB09DB8D75}"/>
              </a:ext>
            </a:extLst>
          </p:cNvPr>
          <p:cNvSpPr>
            <a:spLocks noChangeArrowheads="1"/>
          </p:cNvSpPr>
          <p:nvPr/>
        </p:nvSpPr>
        <p:spPr bwMode="auto">
          <a:xfrm>
            <a:off x="6853127" y="9192936"/>
            <a:ext cx="394340" cy="305212"/>
          </a:xfrm>
          <a:prstGeom prst="rect">
            <a:avLst/>
          </a:prstGeom>
          <a:noFill/>
          <a:ln w="12700">
            <a:noFill/>
            <a:miter lim="800000"/>
            <a:headEnd/>
            <a:tailEnd/>
          </a:ln>
          <a:effectLst/>
        </p:spPr>
        <p:txBody>
          <a:bodyPr wrap="none" lIns="90488" tIns="44450" rIns="90488" bIns="4445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defRPr/>
            </a:pPr>
            <a:fld id="{A20BED86-76BB-4410-9008-061BF87713AB}" type="slidenum">
              <a:rPr lang="en-GB" altLang="en-US" sz="1400" smtClean="0">
                <a:latin typeface="Calibri" panose="020F0502020204030204" pitchFamily="34" charset="0"/>
                <a:cs typeface="Calibri" panose="020F0502020204030204" pitchFamily="34" charset="0"/>
              </a:rPr>
              <a:pPr algn="r">
                <a:defRPr/>
              </a:pPr>
              <a:t>‹#›</a:t>
            </a:fld>
            <a:endParaRPr lang="en-GB" alt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6" name="Rectangle 4">
            <a:extLst>
              <a:ext uri="{FF2B5EF4-FFF2-40B4-BE49-F238E27FC236}">
                <a16:creationId xmlns:a16="http://schemas.microsoft.com/office/drawing/2014/main" id="{71953E81-BBEF-44F9-89AF-8D785172E06E}"/>
              </a:ext>
            </a:extLst>
          </p:cNvPr>
          <p:cNvSpPr>
            <a:spLocks noChangeArrowheads="1"/>
          </p:cNvSpPr>
          <p:nvPr/>
        </p:nvSpPr>
        <p:spPr bwMode="auto">
          <a:xfrm>
            <a:off x="67734" y="103053"/>
            <a:ext cx="724746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GB" altLang="en-US" sz="1400">
                <a:latin typeface="Calibri" panose="020F0502020204030204" pitchFamily="34" charset="0"/>
                <a:cs typeface="Calibri" panose="020F0502020204030204" pitchFamily="34" charset="0"/>
              </a:rPr>
              <a:t>Asia Pacific University of Technology and Innovation</a:t>
            </a:r>
          </a:p>
        </p:txBody>
      </p:sp>
      <p:sp>
        <p:nvSpPr>
          <p:cNvPr id="9" name="Slide Image Placeholder 8">
            <a:extLst>
              <a:ext uri="{FF2B5EF4-FFF2-40B4-BE49-F238E27FC236}">
                <a16:creationId xmlns:a16="http://schemas.microsoft.com/office/drawing/2014/main" id="{7839FB2E-0CEB-4E99-ABDC-42A6B27BD2DE}"/>
              </a:ext>
            </a:extLst>
          </p:cNvPr>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10" name="Notes Placeholder 9">
            <a:extLst>
              <a:ext uri="{FF2B5EF4-FFF2-40B4-BE49-F238E27FC236}">
                <a16:creationId xmlns:a16="http://schemas.microsoft.com/office/drawing/2014/main" id="{4B6ACB56-54E0-4171-9443-B2E55073FB8A}"/>
              </a:ext>
            </a:extLst>
          </p:cNvPr>
          <p:cNvSpPr>
            <a:spLocks noGrp="1"/>
          </p:cNvSpPr>
          <p:nvPr>
            <p:ph type="body" sz="quarter" idx="3"/>
          </p:nvPr>
        </p:nvSpPr>
        <p:spPr>
          <a:xfrm>
            <a:off x="731520" y="4620549"/>
            <a:ext cx="5852160" cy="378030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a:extLst>
              <a:ext uri="{FF2B5EF4-FFF2-40B4-BE49-F238E27FC236}">
                <a16:creationId xmlns:a16="http://schemas.microsoft.com/office/drawing/2014/main" id="{C1DBCDF8-B37C-47C2-B6B1-4B2635759598}"/>
              </a:ext>
            </a:extLst>
          </p:cNvPr>
          <p:cNvSpPr>
            <a:spLocks noGrp="1"/>
          </p:cNvSpPr>
          <p:nvPr>
            <p:ph type="sldNum" sz="quarter" idx="5"/>
          </p:nvPr>
        </p:nvSpPr>
        <p:spPr>
          <a:xfrm>
            <a:off x="4143588" y="9119503"/>
            <a:ext cx="3169920" cy="481697"/>
          </a:xfrm>
          <a:prstGeom prst="rect">
            <a:avLst/>
          </a:prstGeom>
        </p:spPr>
        <p:txBody>
          <a:bodyPr vert="horz" lIns="91440" tIns="45720" rIns="91440" bIns="45720" rtlCol="0" anchor="b"/>
          <a:lstStyle>
            <a:lvl1pPr algn="r">
              <a:defRPr sz="1200"/>
            </a:lvl1pPr>
          </a:lstStyle>
          <a:p>
            <a:fld id="{6630D94D-E1CF-4942-9670-7567F4F44871}"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tutorials.jenkov.com/java-concurrency/synchronized.html"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spect="1" noChangeArrowheads="1" noTextEdit="1"/>
          </p:cNvSpPr>
          <p:nvPr>
            <p:ph type="sldImg"/>
          </p:nvPr>
        </p:nvSpPr>
        <p:spPr>
          <a:ln/>
        </p:spPr>
      </p:sp>
      <p:sp>
        <p:nvSpPr>
          <p:cNvPr id="614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151059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ChangeArrowheads="1" noTextEdit="1"/>
          </p:cNvSpPr>
          <p:nvPr>
            <p:ph type="sldImg"/>
          </p:nvPr>
        </p:nvSpPr>
        <p:spPr>
          <a:ln/>
        </p:spPr>
      </p:sp>
      <p:sp>
        <p:nvSpPr>
          <p:cNvPr id="18435" name="Notes Placeholder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4017223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xfrm>
            <a:off x="984250" y="733425"/>
            <a:ext cx="4889500" cy="3667125"/>
          </a:xfrm>
          <a:ln/>
        </p:spPr>
      </p:sp>
      <p:sp>
        <p:nvSpPr>
          <p:cNvPr id="22531" name="Rectangle 3"/>
          <p:cNvSpPr>
            <a:spLocks noGrp="1" noChangeArrowheads="1"/>
          </p:cNvSpPr>
          <p:nvPr>
            <p:ph type="body" idx="1"/>
          </p:nvPr>
        </p:nvSpPr>
        <p:spPr>
          <a:xfrm>
            <a:off x="685800" y="4645025"/>
            <a:ext cx="5486400" cy="439896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extLst>
      <p:ext uri="{BB962C8B-B14F-4D97-AF65-F5344CB8AC3E}">
        <p14:creationId xmlns:p14="http://schemas.microsoft.com/office/powerpoint/2010/main" val="1294311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984250" y="733425"/>
            <a:ext cx="4889500" cy="3667125"/>
          </a:xfrm>
          <a:ln/>
        </p:spPr>
      </p:sp>
      <p:sp>
        <p:nvSpPr>
          <p:cNvPr id="24579" name="Rectangle 3"/>
          <p:cNvSpPr>
            <a:spLocks noGrp="1" noChangeArrowheads="1"/>
          </p:cNvSpPr>
          <p:nvPr>
            <p:ph type="body" idx="1"/>
          </p:nvPr>
        </p:nvSpPr>
        <p:spPr>
          <a:xfrm>
            <a:off x="685800" y="4645025"/>
            <a:ext cx="5486400" cy="439896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extLst>
      <p:ext uri="{BB962C8B-B14F-4D97-AF65-F5344CB8AC3E}">
        <p14:creationId xmlns:p14="http://schemas.microsoft.com/office/powerpoint/2010/main" val="2824037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xfrm>
            <a:off x="1141413" y="850900"/>
            <a:ext cx="4575175" cy="3430588"/>
          </a:xfrm>
          <a:ln/>
        </p:spPr>
      </p:sp>
      <p:sp>
        <p:nvSpPr>
          <p:cNvPr id="26627" name="Rectangle 3"/>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803435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xfrm>
            <a:off x="1141413" y="850900"/>
            <a:ext cx="4575175" cy="3430588"/>
          </a:xfrm>
          <a:ln/>
        </p:spPr>
      </p:sp>
      <p:sp>
        <p:nvSpPr>
          <p:cNvPr id="28675" name="Rectangle 3"/>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646754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xfrm>
            <a:off x="1141413" y="850900"/>
            <a:ext cx="4575175" cy="3430588"/>
          </a:xfrm>
          <a:ln/>
        </p:spPr>
      </p:sp>
      <p:sp>
        <p:nvSpPr>
          <p:cNvPr id="30723" name="Rectangle 3"/>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Yes, since only 1 producer and 1 consumer thread..</a:t>
            </a:r>
          </a:p>
        </p:txBody>
      </p:sp>
    </p:spTree>
    <p:extLst>
      <p:ext uri="{BB962C8B-B14F-4D97-AF65-F5344CB8AC3E}">
        <p14:creationId xmlns:p14="http://schemas.microsoft.com/office/powerpoint/2010/main" val="994975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xfrm>
            <a:off x="1141413" y="850900"/>
            <a:ext cx="4575175" cy="3430588"/>
          </a:xfrm>
          <a:ln/>
        </p:spPr>
      </p:sp>
      <p:sp>
        <p:nvSpPr>
          <p:cNvPr id="32771" name="Rectangle 3"/>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5887164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1141413" y="850900"/>
            <a:ext cx="4575175" cy="3430588"/>
          </a:xfrm>
          <a:ln/>
        </p:spPr>
      </p:sp>
      <p:sp>
        <p:nvSpPr>
          <p:cNvPr id="36867" name="Rectangle 3"/>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1346597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xfrm>
            <a:off x="1141413" y="850900"/>
            <a:ext cx="4575175" cy="3430588"/>
          </a:xfrm>
          <a:ln/>
        </p:spPr>
      </p:sp>
      <p:sp>
        <p:nvSpPr>
          <p:cNvPr id="39939" name="Rectangle 3"/>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7251769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a:xfrm>
            <a:off x="1141413" y="850900"/>
            <a:ext cx="4575175" cy="3430588"/>
          </a:xfrm>
          <a:ln/>
        </p:spPr>
      </p:sp>
      <p:sp>
        <p:nvSpPr>
          <p:cNvPr id="41987" name="Rectangle 3"/>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7579108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xfrm>
            <a:off x="1141413" y="850900"/>
            <a:ext cx="4575175" cy="3430588"/>
          </a:xfrm>
          <a:ln/>
        </p:spPr>
      </p:sp>
      <p:sp>
        <p:nvSpPr>
          <p:cNvPr id="44035" name="Rectangle 3"/>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178597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xfrm>
            <a:off x="1141413" y="850900"/>
            <a:ext cx="4575175" cy="3430588"/>
          </a:xfrm>
          <a:ln/>
        </p:spPr>
      </p:sp>
      <p:sp>
        <p:nvSpPr>
          <p:cNvPr id="46083" name="Rectangle 3"/>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8217940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xfrm>
            <a:off x="1141413" y="850900"/>
            <a:ext cx="4575175" cy="3430588"/>
          </a:xfrm>
          <a:ln/>
        </p:spPr>
      </p:sp>
      <p:sp>
        <p:nvSpPr>
          <p:cNvPr id="48131" name="Rectangle 3"/>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5781706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xfrm>
            <a:off x="1141413" y="850900"/>
            <a:ext cx="4575175" cy="3430588"/>
          </a:xfrm>
          <a:ln/>
        </p:spPr>
      </p:sp>
      <p:sp>
        <p:nvSpPr>
          <p:cNvPr id="50179" name="Rectangle 3"/>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7476094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xfrm>
            <a:off x="1141413" y="850900"/>
            <a:ext cx="4575175" cy="3430588"/>
          </a:xfrm>
          <a:ln/>
        </p:spPr>
      </p:sp>
      <p:sp>
        <p:nvSpPr>
          <p:cNvPr id="52227" name="Rectangle 3"/>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i="0" kern="1200" dirty="0">
                <a:solidFill>
                  <a:schemeClr val="tx1"/>
                </a:solidFill>
                <a:effectLst/>
                <a:latin typeface="Book Antiqua" pitchFamily="18" charset="0"/>
                <a:ea typeface="+mn-ea"/>
                <a:cs typeface="+mn-cs"/>
              </a:rPr>
              <a:t>A synchronized instance method in Java is synchronized on the instance (object) owning the method. Thus, each instance has its synchronized methods synchronized on a different object: the owning instance.</a:t>
            </a:r>
          </a:p>
          <a:p>
            <a:endParaRPr lang="en-US" altLang="en-US" sz="1200" b="0" i="0" kern="1200" dirty="0">
              <a:solidFill>
                <a:schemeClr val="tx1"/>
              </a:solidFill>
              <a:effectLst/>
              <a:latin typeface="Book Antiqua" pitchFamily="18" charset="0"/>
              <a:ea typeface="+mn-ea"/>
              <a:cs typeface="+mn-cs"/>
            </a:endParaRPr>
          </a:p>
          <a:p>
            <a:r>
              <a:rPr lang="en-US" dirty="0">
                <a:hlinkClick r:id="rId3"/>
              </a:rPr>
              <a:t>http://tutorials.jenkov.com/java-concurrency/synchronized.html</a:t>
            </a:r>
            <a:endParaRPr lang="en-US" altLang="en-US" dirty="0"/>
          </a:p>
        </p:txBody>
      </p:sp>
    </p:spTree>
    <p:extLst>
      <p:ext uri="{BB962C8B-B14F-4D97-AF65-F5344CB8AC3E}">
        <p14:creationId xmlns:p14="http://schemas.microsoft.com/office/powerpoint/2010/main" val="23548611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xfrm>
            <a:off x="1141413" y="850900"/>
            <a:ext cx="4575175" cy="3430588"/>
          </a:xfrm>
          <a:ln/>
        </p:spPr>
      </p:sp>
      <p:sp>
        <p:nvSpPr>
          <p:cNvPr id="54275" name="Rectangle 3"/>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9161367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1143000" y="850900"/>
            <a:ext cx="4572000" cy="3429000"/>
          </a:xfrm>
          <a:ln/>
        </p:spPr>
      </p:sp>
      <p:sp>
        <p:nvSpPr>
          <p:cNvPr id="56323" name="Rectangle 3"/>
          <p:cNvSpPr>
            <a:spLocks noGrp="1" noChangeArrowheads="1"/>
          </p:cNvSpPr>
          <p:nvPr>
            <p:ph type="body" idx="1"/>
          </p:nvPr>
        </p:nvSpPr>
        <p:spPr>
          <a:xfrm>
            <a:off x="720725" y="4437063"/>
            <a:ext cx="5491163"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7733341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xfrm>
            <a:off x="984250" y="733425"/>
            <a:ext cx="4889500" cy="3667125"/>
          </a:xfrm>
          <a:ln/>
        </p:spPr>
      </p:sp>
      <p:sp>
        <p:nvSpPr>
          <p:cNvPr id="58371" name="Rectangle 3"/>
          <p:cNvSpPr>
            <a:spLocks noGrp="1" noChangeArrowheads="1"/>
          </p:cNvSpPr>
          <p:nvPr>
            <p:ph type="body" idx="1"/>
          </p:nvPr>
        </p:nvSpPr>
        <p:spPr>
          <a:xfrm>
            <a:off x="685800" y="4645025"/>
            <a:ext cx="5486400" cy="439896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extLst>
      <p:ext uri="{BB962C8B-B14F-4D97-AF65-F5344CB8AC3E}">
        <p14:creationId xmlns:p14="http://schemas.microsoft.com/office/powerpoint/2010/main" val="3726594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xfrm>
            <a:off x="984250" y="733425"/>
            <a:ext cx="4889500" cy="3667125"/>
          </a:xfrm>
          <a:ln/>
        </p:spPr>
      </p:sp>
      <p:sp>
        <p:nvSpPr>
          <p:cNvPr id="60419" name="Rectangle 3"/>
          <p:cNvSpPr>
            <a:spLocks noGrp="1" noChangeArrowheads="1"/>
          </p:cNvSpPr>
          <p:nvPr>
            <p:ph type="body" idx="1"/>
          </p:nvPr>
        </p:nvSpPr>
        <p:spPr>
          <a:xfrm>
            <a:off x="685800" y="4645025"/>
            <a:ext cx="5486400" cy="439896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extLst>
      <p:ext uri="{BB962C8B-B14F-4D97-AF65-F5344CB8AC3E}">
        <p14:creationId xmlns:p14="http://schemas.microsoft.com/office/powerpoint/2010/main" val="34881232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8513349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ChangeArrowheads="1" noTextEdit="1"/>
          </p:cNvSpPr>
          <p:nvPr>
            <p:ph type="sldImg"/>
          </p:nvPr>
        </p:nvSpPr>
        <p:spPr>
          <a:ln/>
        </p:spPr>
      </p:sp>
      <p:sp>
        <p:nvSpPr>
          <p:cNvPr id="18435" name="Notes Placeholder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7772437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xfrm>
            <a:off x="919163" y="746125"/>
            <a:ext cx="4968875" cy="3727450"/>
          </a:xfrm>
          <a:ln/>
        </p:spPr>
      </p:sp>
      <p:sp>
        <p:nvSpPr>
          <p:cNvPr id="20483" name="Rectangle 3"/>
          <p:cNvSpPr>
            <a:spLocks noGrp="1" noChangeArrowheads="1"/>
          </p:cNvSpPr>
          <p:nvPr>
            <p:ph type="body" idx="1"/>
          </p:nvPr>
        </p:nvSpPr>
        <p:spPr>
          <a:xfrm>
            <a:off x="681038" y="4721225"/>
            <a:ext cx="5445125" cy="4471988"/>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extLst>
      <p:ext uri="{BB962C8B-B14F-4D97-AF65-F5344CB8AC3E}">
        <p14:creationId xmlns:p14="http://schemas.microsoft.com/office/powerpoint/2010/main" val="29200444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p:nvPr>
        </p:nvSpPr>
        <p:spPr>
          <a:xfrm>
            <a:off x="1079500" y="865188"/>
            <a:ext cx="4648200" cy="3487737"/>
          </a:xfrm>
          <a:ln/>
        </p:spPr>
      </p:sp>
      <p:sp>
        <p:nvSpPr>
          <p:cNvPr id="23555" name="Rectangle 3"/>
          <p:cNvSpPr>
            <a:spLocks noGrp="1" noChangeArrowheads="1"/>
          </p:cNvSpPr>
          <p:nvPr>
            <p:ph type="body" idx="1"/>
          </p:nvPr>
        </p:nvSpPr>
        <p:spPr>
          <a:xfrm>
            <a:off x="717550" y="4510088"/>
            <a:ext cx="5448300"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9087135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xfrm>
            <a:off x="1079500" y="865188"/>
            <a:ext cx="4648200" cy="3487737"/>
          </a:xfrm>
          <a:ln/>
        </p:spPr>
      </p:sp>
      <p:sp>
        <p:nvSpPr>
          <p:cNvPr id="27651" name="Rectangle 3"/>
          <p:cNvSpPr>
            <a:spLocks noGrp="1" noChangeArrowheads="1"/>
          </p:cNvSpPr>
          <p:nvPr>
            <p:ph type="body" idx="1"/>
          </p:nvPr>
        </p:nvSpPr>
        <p:spPr>
          <a:xfrm>
            <a:off x="717550" y="4510088"/>
            <a:ext cx="5448300"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3127765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xfrm>
            <a:off x="1079500" y="865188"/>
            <a:ext cx="4648200" cy="3487737"/>
          </a:xfrm>
          <a:ln/>
        </p:spPr>
      </p:sp>
      <p:sp>
        <p:nvSpPr>
          <p:cNvPr id="29699" name="Rectangle 3"/>
          <p:cNvSpPr>
            <a:spLocks noGrp="1" noChangeArrowheads="1"/>
          </p:cNvSpPr>
          <p:nvPr>
            <p:ph type="body" idx="1"/>
          </p:nvPr>
        </p:nvSpPr>
        <p:spPr>
          <a:xfrm>
            <a:off x="717550" y="4510088"/>
            <a:ext cx="5448300"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978369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xfrm>
            <a:off x="1079500" y="865188"/>
            <a:ext cx="4648200" cy="3487737"/>
          </a:xfrm>
          <a:ln/>
        </p:spPr>
      </p:sp>
      <p:sp>
        <p:nvSpPr>
          <p:cNvPr id="31747" name="Rectangle 3"/>
          <p:cNvSpPr>
            <a:spLocks noGrp="1" noChangeArrowheads="1"/>
          </p:cNvSpPr>
          <p:nvPr>
            <p:ph type="body" idx="1"/>
          </p:nvPr>
        </p:nvSpPr>
        <p:spPr>
          <a:xfrm>
            <a:off x="717550" y="4510088"/>
            <a:ext cx="5448300"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990586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xfrm>
            <a:off x="1079500" y="865188"/>
            <a:ext cx="4648200" cy="3487737"/>
          </a:xfrm>
          <a:ln/>
        </p:spPr>
      </p:sp>
      <p:sp>
        <p:nvSpPr>
          <p:cNvPr id="33795" name="Rectangle 3"/>
          <p:cNvSpPr>
            <a:spLocks noGrp="1" noChangeArrowheads="1"/>
          </p:cNvSpPr>
          <p:nvPr>
            <p:ph type="body" idx="1"/>
          </p:nvPr>
        </p:nvSpPr>
        <p:spPr>
          <a:xfrm>
            <a:off x="717550" y="4510088"/>
            <a:ext cx="5448300"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buFontTx/>
              <a:buAutoNum type="romanLcParenR"/>
            </a:pPr>
            <a:r>
              <a:rPr lang="en-US" altLang="en-US"/>
              <a:t>Serially reusable resource – the counter</a:t>
            </a:r>
          </a:p>
          <a:p>
            <a:pPr marL="285750" indent="-285750">
              <a:buFontTx/>
              <a:buAutoNum type="romanLcParenR"/>
            </a:pPr>
            <a:r>
              <a:rPr lang="en-US" altLang="en-US"/>
              <a:t>Serially reusable resource - spaces</a:t>
            </a:r>
          </a:p>
        </p:txBody>
      </p:sp>
    </p:spTree>
    <p:extLst>
      <p:ext uri="{BB962C8B-B14F-4D97-AF65-F5344CB8AC3E}">
        <p14:creationId xmlns:p14="http://schemas.microsoft.com/office/powerpoint/2010/main" val="3402599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xfrm>
            <a:off x="1079500" y="865188"/>
            <a:ext cx="4648200" cy="3487737"/>
          </a:xfrm>
          <a:ln/>
        </p:spPr>
      </p:sp>
      <p:sp>
        <p:nvSpPr>
          <p:cNvPr id="35843" name="Rectangle 3"/>
          <p:cNvSpPr>
            <a:spLocks noGrp="1" noChangeArrowheads="1"/>
          </p:cNvSpPr>
          <p:nvPr>
            <p:ph type="body" idx="1"/>
          </p:nvPr>
        </p:nvSpPr>
        <p:spPr>
          <a:xfrm>
            <a:off x="717550" y="4510088"/>
            <a:ext cx="5448300"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2395019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xfrm>
            <a:off x="1079500" y="865188"/>
            <a:ext cx="4648200" cy="3487737"/>
          </a:xfrm>
          <a:ln/>
        </p:spPr>
      </p:sp>
      <p:sp>
        <p:nvSpPr>
          <p:cNvPr id="37891" name="Rectangle 3"/>
          <p:cNvSpPr>
            <a:spLocks noGrp="1" noChangeArrowheads="1"/>
          </p:cNvSpPr>
          <p:nvPr>
            <p:ph type="body" idx="1"/>
          </p:nvPr>
        </p:nvSpPr>
        <p:spPr>
          <a:xfrm>
            <a:off x="717550" y="4510088"/>
            <a:ext cx="5448300"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4303661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xfrm>
            <a:off x="1079500" y="865188"/>
            <a:ext cx="4648200" cy="3487737"/>
          </a:xfrm>
          <a:ln/>
        </p:spPr>
      </p:sp>
      <p:sp>
        <p:nvSpPr>
          <p:cNvPr id="39939" name="Rectangle 3"/>
          <p:cNvSpPr>
            <a:spLocks noGrp="1" noChangeArrowheads="1"/>
          </p:cNvSpPr>
          <p:nvPr>
            <p:ph type="body" idx="1"/>
          </p:nvPr>
        </p:nvSpPr>
        <p:spPr>
          <a:xfrm>
            <a:off x="717550" y="4510088"/>
            <a:ext cx="5448300"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574709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a:xfrm>
            <a:off x="1079500" y="865188"/>
            <a:ext cx="4648200" cy="3487737"/>
          </a:xfrm>
          <a:ln/>
        </p:spPr>
      </p:sp>
      <p:sp>
        <p:nvSpPr>
          <p:cNvPr id="41987" name="Rectangle 3"/>
          <p:cNvSpPr>
            <a:spLocks noGrp="1" noChangeArrowheads="1"/>
          </p:cNvSpPr>
          <p:nvPr>
            <p:ph type="body" idx="1"/>
          </p:nvPr>
        </p:nvSpPr>
        <p:spPr>
          <a:xfrm>
            <a:off x="717550" y="4510088"/>
            <a:ext cx="5448300"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9441463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xfrm>
            <a:off x="1079500" y="865188"/>
            <a:ext cx="4648200" cy="3487737"/>
          </a:xfrm>
          <a:ln/>
        </p:spPr>
      </p:sp>
      <p:sp>
        <p:nvSpPr>
          <p:cNvPr id="44035" name="Rectangle 3"/>
          <p:cNvSpPr>
            <a:spLocks noGrp="1" noChangeArrowheads="1"/>
          </p:cNvSpPr>
          <p:nvPr>
            <p:ph type="body" idx="1"/>
          </p:nvPr>
        </p:nvSpPr>
        <p:spPr>
          <a:xfrm>
            <a:off x="717550" y="4510088"/>
            <a:ext cx="5448300"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7923876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xfrm>
            <a:off x="1079500" y="865188"/>
            <a:ext cx="4648200" cy="3487737"/>
          </a:xfrm>
          <a:ln/>
        </p:spPr>
      </p:sp>
      <p:sp>
        <p:nvSpPr>
          <p:cNvPr id="46083" name="Rectangle 3"/>
          <p:cNvSpPr>
            <a:spLocks noGrp="1" noChangeArrowheads="1"/>
          </p:cNvSpPr>
          <p:nvPr>
            <p:ph type="body" idx="1"/>
          </p:nvPr>
        </p:nvSpPr>
        <p:spPr>
          <a:xfrm>
            <a:off x="717550" y="4510088"/>
            <a:ext cx="5448300"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548240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xfrm>
            <a:off x="1079500" y="865188"/>
            <a:ext cx="4648200" cy="3487737"/>
          </a:xfrm>
          <a:ln/>
        </p:spPr>
      </p:sp>
      <p:sp>
        <p:nvSpPr>
          <p:cNvPr id="48131" name="Rectangle 3"/>
          <p:cNvSpPr>
            <a:spLocks noGrp="1" noChangeArrowheads="1"/>
          </p:cNvSpPr>
          <p:nvPr>
            <p:ph type="body" idx="1"/>
          </p:nvPr>
        </p:nvSpPr>
        <p:spPr>
          <a:xfrm>
            <a:off x="717550" y="4510088"/>
            <a:ext cx="5448300"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2602680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xfrm>
            <a:off x="1079500" y="865188"/>
            <a:ext cx="4648200" cy="3487737"/>
          </a:xfrm>
          <a:ln/>
        </p:spPr>
      </p:sp>
      <p:sp>
        <p:nvSpPr>
          <p:cNvPr id="50179" name="Rectangle 3"/>
          <p:cNvSpPr>
            <a:spLocks noGrp="1" noChangeArrowheads="1"/>
          </p:cNvSpPr>
          <p:nvPr>
            <p:ph type="body" idx="1"/>
          </p:nvPr>
        </p:nvSpPr>
        <p:spPr>
          <a:xfrm>
            <a:off x="717550" y="4510088"/>
            <a:ext cx="5448300"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787327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xfrm>
            <a:off x="1079500" y="865188"/>
            <a:ext cx="4648200" cy="3487737"/>
          </a:xfrm>
          <a:ln/>
        </p:spPr>
      </p:sp>
      <p:sp>
        <p:nvSpPr>
          <p:cNvPr id="52227" name="Rectangle 3"/>
          <p:cNvSpPr>
            <a:spLocks noGrp="1" noChangeArrowheads="1"/>
          </p:cNvSpPr>
          <p:nvPr>
            <p:ph type="body" idx="1"/>
          </p:nvPr>
        </p:nvSpPr>
        <p:spPr>
          <a:xfrm>
            <a:off x="717550" y="4510088"/>
            <a:ext cx="5448300"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828452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xfrm>
            <a:off x="1079500" y="865188"/>
            <a:ext cx="4648200" cy="3487737"/>
          </a:xfrm>
          <a:ln/>
        </p:spPr>
      </p:sp>
      <p:sp>
        <p:nvSpPr>
          <p:cNvPr id="54275" name="Rectangle 3"/>
          <p:cNvSpPr>
            <a:spLocks noGrp="1" noChangeArrowheads="1"/>
          </p:cNvSpPr>
          <p:nvPr>
            <p:ph type="body" idx="1"/>
          </p:nvPr>
        </p:nvSpPr>
        <p:spPr>
          <a:xfrm>
            <a:off x="717550" y="4510088"/>
            <a:ext cx="5448300"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8937913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1079500" y="865188"/>
            <a:ext cx="4648200" cy="3487737"/>
          </a:xfrm>
          <a:ln/>
        </p:spPr>
      </p:sp>
      <p:sp>
        <p:nvSpPr>
          <p:cNvPr id="56323" name="Rectangle 3"/>
          <p:cNvSpPr>
            <a:spLocks noGrp="1" noChangeArrowheads="1"/>
          </p:cNvSpPr>
          <p:nvPr>
            <p:ph type="body" idx="1"/>
          </p:nvPr>
        </p:nvSpPr>
        <p:spPr>
          <a:xfrm>
            <a:off x="717550" y="4510088"/>
            <a:ext cx="5448300"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9655869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xfrm>
            <a:off x="1079500" y="865188"/>
            <a:ext cx="4648200" cy="3487737"/>
          </a:xfrm>
          <a:ln/>
        </p:spPr>
      </p:sp>
      <p:sp>
        <p:nvSpPr>
          <p:cNvPr id="58371" name="Rectangle 3"/>
          <p:cNvSpPr>
            <a:spLocks noGrp="1" noChangeArrowheads="1"/>
          </p:cNvSpPr>
          <p:nvPr>
            <p:ph type="body" idx="1"/>
          </p:nvPr>
        </p:nvSpPr>
        <p:spPr>
          <a:xfrm>
            <a:off x="717550" y="4510088"/>
            <a:ext cx="5448300"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3661745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xfrm>
            <a:off x="1079500" y="865188"/>
            <a:ext cx="4648200" cy="3487737"/>
          </a:xfrm>
          <a:ln/>
        </p:spPr>
      </p:sp>
      <p:sp>
        <p:nvSpPr>
          <p:cNvPr id="60419" name="Rectangle 3"/>
          <p:cNvSpPr>
            <a:spLocks noGrp="1" noChangeArrowheads="1"/>
          </p:cNvSpPr>
          <p:nvPr>
            <p:ph type="body" idx="1"/>
          </p:nvPr>
        </p:nvSpPr>
        <p:spPr>
          <a:xfrm>
            <a:off x="717550" y="4510088"/>
            <a:ext cx="5448300"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When a philosopher wants to eat, he/she checks both chopsticks. If they are free, then he/she eats. Otherwise, he/she waits on a condition variable. Whenever a philosopher finishes eating, he/she checks to see if his neighbors want to eat and are waiting. If so, then he/she calls signal on their condition variables so that they can recheck the chopsticks and eat if possible.</a:t>
            </a:r>
          </a:p>
        </p:txBody>
      </p:sp>
    </p:spTree>
    <p:extLst>
      <p:ext uri="{BB962C8B-B14F-4D97-AF65-F5344CB8AC3E}">
        <p14:creationId xmlns:p14="http://schemas.microsoft.com/office/powerpoint/2010/main" val="42768459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1079500" y="865188"/>
            <a:ext cx="4648200" cy="3487737"/>
          </a:xfrm>
          <a:ln/>
        </p:spPr>
      </p:sp>
      <p:sp>
        <p:nvSpPr>
          <p:cNvPr id="64515" name="Rectangle 3"/>
          <p:cNvSpPr>
            <a:spLocks noGrp="1" noChangeArrowheads="1"/>
          </p:cNvSpPr>
          <p:nvPr>
            <p:ph type="body" idx="1"/>
          </p:nvPr>
        </p:nvSpPr>
        <p:spPr>
          <a:xfrm>
            <a:off x="717550" y="4510088"/>
            <a:ext cx="5448300"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6747408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919163" y="746125"/>
            <a:ext cx="4968875" cy="3727450"/>
          </a:xfrm>
          <a:ln/>
        </p:spPr>
      </p:sp>
      <p:sp>
        <p:nvSpPr>
          <p:cNvPr id="66563" name="Rectangle 3"/>
          <p:cNvSpPr>
            <a:spLocks noGrp="1" noChangeArrowheads="1"/>
          </p:cNvSpPr>
          <p:nvPr>
            <p:ph type="body" idx="1"/>
          </p:nvPr>
        </p:nvSpPr>
        <p:spPr>
          <a:xfrm>
            <a:off x="681038" y="4721225"/>
            <a:ext cx="5445125" cy="4471988"/>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extLst>
      <p:ext uri="{BB962C8B-B14F-4D97-AF65-F5344CB8AC3E}">
        <p14:creationId xmlns:p14="http://schemas.microsoft.com/office/powerpoint/2010/main" val="38845784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919163" y="746125"/>
            <a:ext cx="4968875" cy="3727450"/>
          </a:xfrm>
          <a:ln/>
        </p:spPr>
      </p:sp>
      <p:sp>
        <p:nvSpPr>
          <p:cNvPr id="68611" name="Rectangle 3"/>
          <p:cNvSpPr>
            <a:spLocks noGrp="1" noChangeArrowheads="1"/>
          </p:cNvSpPr>
          <p:nvPr>
            <p:ph type="body" idx="1"/>
          </p:nvPr>
        </p:nvSpPr>
        <p:spPr>
          <a:xfrm>
            <a:off x="681038" y="4721225"/>
            <a:ext cx="5445125" cy="4471988"/>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extLst>
      <p:ext uri="{BB962C8B-B14F-4D97-AF65-F5344CB8AC3E}">
        <p14:creationId xmlns:p14="http://schemas.microsoft.com/office/powerpoint/2010/main" val="2735197167"/>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E87F31-FA75-006F-00CD-B701AA25BEB8}"/>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2" y="1"/>
            <a:ext cx="12191999" cy="6858000"/>
          </a:xfrm>
          <a:prstGeom prst="rect">
            <a:avLst/>
          </a:prstGeom>
        </p:spPr>
      </p:pic>
      <p:sp>
        <p:nvSpPr>
          <p:cNvPr id="87042" name="Rectangle 2"/>
          <p:cNvSpPr>
            <a:spLocks noGrp="1" noChangeArrowheads="1"/>
          </p:cNvSpPr>
          <p:nvPr>
            <p:ph type="ctrTitle"/>
          </p:nvPr>
        </p:nvSpPr>
        <p:spPr>
          <a:xfrm>
            <a:off x="2896608" y="2200276"/>
            <a:ext cx="9006416" cy="1470025"/>
          </a:xfrm>
        </p:spPr>
        <p:txBody>
          <a:bodyPr/>
          <a:lstStyle>
            <a:lvl1pPr algn="r">
              <a:defRPr>
                <a:solidFill>
                  <a:schemeClr val="accent5"/>
                </a:solidFill>
                <a:latin typeface="Montserrat" panose="00000500000000000000" pitchFamily="2" charset="0"/>
              </a:defRPr>
            </a:lvl1pPr>
          </a:lstStyle>
          <a:p>
            <a:r>
              <a:rPr lang="en-GB" dirty="0"/>
              <a:t>Click to edit Master title style</a:t>
            </a:r>
          </a:p>
        </p:txBody>
      </p:sp>
      <p:sp>
        <p:nvSpPr>
          <p:cNvPr id="87043" name="Rectangle 3"/>
          <p:cNvSpPr>
            <a:spLocks noGrp="1" noChangeArrowheads="1"/>
          </p:cNvSpPr>
          <p:nvPr>
            <p:ph type="subTitle" idx="1"/>
          </p:nvPr>
        </p:nvSpPr>
        <p:spPr>
          <a:xfrm>
            <a:off x="4970206" y="3879851"/>
            <a:ext cx="6913767" cy="1752600"/>
          </a:xfrm>
        </p:spPr>
        <p:txBody>
          <a:bodyPr/>
          <a:lstStyle>
            <a:lvl1pPr marL="0" indent="0" algn="r">
              <a:buFontTx/>
              <a:buNone/>
              <a:defRPr b="0">
                <a:solidFill>
                  <a:schemeClr val="bg1"/>
                </a:solidFill>
                <a:latin typeface="+mj-lt"/>
              </a:defRPr>
            </a:lvl1pPr>
          </a:lstStyle>
          <a:p>
            <a:r>
              <a:rPr lang="en-GB" dirty="0"/>
              <a:t>Click to edit Master subtitle style</a:t>
            </a:r>
          </a:p>
        </p:txBody>
      </p:sp>
      <p:pic>
        <p:nvPicPr>
          <p:cNvPr id="7" name="Picture 6" descr="Logo, company name&#10;&#10;Description automatically generated">
            <a:extLst>
              <a:ext uri="{FF2B5EF4-FFF2-40B4-BE49-F238E27FC236}">
                <a16:creationId xmlns:a16="http://schemas.microsoft.com/office/drawing/2014/main" id="{A01C7C8E-F6F3-0FA5-D100-E4D22106013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2891097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900D48-6E21-4217-3CC3-BFF1E0D9186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2" y="1"/>
            <a:ext cx="12191999" cy="6858000"/>
          </a:xfrm>
          <a:prstGeom prst="rect">
            <a:avLst/>
          </a:prstGeom>
        </p:spPr>
      </p:pic>
      <p:sp>
        <p:nvSpPr>
          <p:cNvPr id="2" name="Title 1"/>
          <p:cNvSpPr>
            <a:spLocks noGrp="1"/>
          </p:cNvSpPr>
          <p:nvPr>
            <p:ph type="title"/>
          </p:nvPr>
        </p:nvSpPr>
        <p:spPr>
          <a:xfrm>
            <a:off x="963084" y="4406901"/>
            <a:ext cx="10363200" cy="1362075"/>
          </a:xfrm>
        </p:spPr>
        <p:txBody>
          <a:bodyPr anchor="t"/>
          <a:lstStyle>
            <a:lvl1pPr algn="r">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lgn="r">
              <a:buNone/>
              <a:defRPr sz="25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3613987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4" name="Picture 3" descr="A picture containing outdoor object, honeycomb&#10;&#10;Description automatically generated">
            <a:extLst>
              <a:ext uri="{FF2B5EF4-FFF2-40B4-BE49-F238E27FC236}">
                <a16:creationId xmlns:a16="http://schemas.microsoft.com/office/drawing/2014/main" id="{E2BECE40-B9F8-5238-73EB-2221EFFF7056}"/>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b="14734"/>
          <a:stretch/>
        </p:blipFill>
        <p:spPr>
          <a:xfrm>
            <a:off x="0" y="-87085"/>
            <a:ext cx="12192000" cy="6618514"/>
          </a:xfrm>
          <a:prstGeom prst="rect">
            <a:avLst/>
          </a:prstGeom>
        </p:spPr>
      </p:pic>
      <p:sp>
        <p:nvSpPr>
          <p:cNvPr id="2" name="Title 1"/>
          <p:cNvSpPr>
            <a:spLocks noGrp="1"/>
          </p:cNvSpPr>
          <p:nvPr>
            <p:ph type="title"/>
          </p:nvPr>
        </p:nvSpPr>
        <p:spPr>
          <a:xfrm>
            <a:off x="556684" y="127002"/>
            <a:ext cx="9821030" cy="1362075"/>
          </a:xfrm>
        </p:spPr>
        <p:txBody>
          <a:bodyPr anchor="b"/>
          <a:lstStyle>
            <a:lvl1pPr algn="l">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1589575"/>
            <a:ext cx="9821030" cy="1500187"/>
          </a:xfrm>
        </p:spPr>
        <p:txBody>
          <a:bodyPr anchor="t"/>
          <a:lstStyle>
            <a:lvl1pPr marL="0" indent="0" algn="l">
              <a:buNone/>
              <a:defRPr sz="20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3092959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Header">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08C35BC7-E310-108C-B8C4-672091E1D31D}"/>
              </a:ext>
            </a:extLst>
          </p:cNvPr>
          <p:cNvSpPr>
            <a:spLocks noGrp="1"/>
          </p:cNvSpPr>
          <p:nvPr>
            <p:ph type="pic" sz="quarter" idx="10"/>
          </p:nvPr>
        </p:nvSpPr>
        <p:spPr>
          <a:xfrm>
            <a:off x="0" y="1589575"/>
            <a:ext cx="12192000" cy="2824162"/>
          </a:xfrm>
          <a:solidFill>
            <a:schemeClr val="bg1">
              <a:lumMod val="95000"/>
            </a:schemeClr>
          </a:solidFill>
        </p:spPr>
        <p:txBody>
          <a:bodyPr/>
          <a:lstStyle>
            <a:lvl1pPr>
              <a:defRPr sz="2000"/>
            </a:lvl1pPr>
          </a:lstStyle>
          <a:p>
            <a:endParaRPr lang="en-MY" dirty="0"/>
          </a:p>
        </p:txBody>
      </p:sp>
      <p:sp>
        <p:nvSpPr>
          <p:cNvPr id="2" name="Title 1"/>
          <p:cNvSpPr>
            <a:spLocks noGrp="1"/>
          </p:cNvSpPr>
          <p:nvPr>
            <p:ph type="title"/>
          </p:nvPr>
        </p:nvSpPr>
        <p:spPr>
          <a:xfrm>
            <a:off x="556684" y="3685880"/>
            <a:ext cx="9821030" cy="1362075"/>
          </a:xfrm>
        </p:spPr>
        <p:txBody>
          <a:bodyPr anchor="b"/>
          <a:lstStyle>
            <a:lvl1pPr algn="l">
              <a:defRPr sz="3000" b="1" cap="all">
                <a:solidFill>
                  <a:schemeClr val="tx2"/>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5148453"/>
            <a:ext cx="9821030" cy="1500187"/>
          </a:xfrm>
        </p:spPr>
        <p:txBody>
          <a:bodyPr anchor="t"/>
          <a:lstStyle>
            <a:lvl1pPr marL="0" indent="0" algn="l">
              <a:buNone/>
              <a:defRPr sz="2000">
                <a:solidFill>
                  <a:schemeClr val="tx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1160113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Header">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6684" y="3685880"/>
            <a:ext cx="9821030" cy="1362075"/>
          </a:xfrm>
        </p:spPr>
        <p:txBody>
          <a:bodyPr anchor="b"/>
          <a:lstStyle>
            <a:lvl1pPr algn="l">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5148453"/>
            <a:ext cx="9821030" cy="1500187"/>
          </a:xfrm>
        </p:spPr>
        <p:txBody>
          <a:bodyPr anchor="t"/>
          <a:lstStyle>
            <a:lvl1pPr marL="0" indent="0" algn="l">
              <a:buNone/>
              <a:defRPr sz="20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
        <p:nvSpPr>
          <p:cNvPr id="4" name="Picture Placeholder 6">
            <a:extLst>
              <a:ext uri="{FF2B5EF4-FFF2-40B4-BE49-F238E27FC236}">
                <a16:creationId xmlns:a16="http://schemas.microsoft.com/office/drawing/2014/main" id="{782A26D2-4216-FF76-6392-C88F8808F07F}"/>
              </a:ext>
            </a:extLst>
          </p:cNvPr>
          <p:cNvSpPr>
            <a:spLocks noGrp="1"/>
          </p:cNvSpPr>
          <p:nvPr>
            <p:ph type="pic" sz="quarter" idx="10"/>
          </p:nvPr>
        </p:nvSpPr>
        <p:spPr>
          <a:xfrm>
            <a:off x="0" y="1589575"/>
            <a:ext cx="12192000" cy="2824162"/>
          </a:xfrm>
          <a:solidFill>
            <a:schemeClr val="bg1">
              <a:lumMod val="95000"/>
            </a:schemeClr>
          </a:solidFill>
        </p:spPr>
        <p:txBody>
          <a:bodyPr/>
          <a:lstStyle>
            <a:lvl1pPr>
              <a:defRPr sz="2000"/>
            </a:lvl1pPr>
          </a:lstStyle>
          <a:p>
            <a:endParaRPr lang="en-MY" dirty="0"/>
          </a:p>
        </p:txBody>
      </p:sp>
    </p:spTree>
    <p:extLst>
      <p:ext uri="{BB962C8B-B14F-4D97-AF65-F5344CB8AC3E}">
        <p14:creationId xmlns:p14="http://schemas.microsoft.com/office/powerpoint/2010/main" val="4132206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12192000" cy="6858000"/>
          </a:xfrm>
          <a:prstGeom prst="rect">
            <a:avLst/>
          </a:prstGeom>
          <a:solidFill>
            <a:schemeClr val="bg1">
              <a:lumMod val="95000"/>
            </a:schemeClr>
          </a:solidFill>
        </p:spPr>
        <p:txBody>
          <a:bodyPr/>
          <a:lstStyle>
            <a:lvl1pPr>
              <a:defRPr sz="2000"/>
            </a:lvl1pPr>
          </a:lstStyle>
          <a:p>
            <a:endParaRPr lang="en-US"/>
          </a:p>
        </p:txBody>
      </p:sp>
      <p:sp>
        <p:nvSpPr>
          <p:cNvPr id="2" name="Title 1"/>
          <p:cNvSpPr>
            <a:spLocks noGrp="1"/>
          </p:cNvSpPr>
          <p:nvPr>
            <p:ph type="title"/>
          </p:nvPr>
        </p:nvSpPr>
        <p:spPr>
          <a:xfrm>
            <a:off x="963084" y="4406901"/>
            <a:ext cx="10363200" cy="1362075"/>
          </a:xfrm>
        </p:spPr>
        <p:txBody>
          <a:bodyPr anchor="t"/>
          <a:lstStyle>
            <a:lvl1pPr algn="ctr">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lgn="ctr">
              <a:buNone/>
              <a:defRPr sz="25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1688213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12192000" cy="6858000"/>
          </a:xfrm>
          <a:prstGeom prst="rect">
            <a:avLst/>
          </a:prstGeom>
          <a:solidFill>
            <a:schemeClr val="bg1">
              <a:lumMod val="95000"/>
            </a:schemeClr>
          </a:solidFill>
        </p:spPr>
        <p:txBody>
          <a:bodyPr/>
          <a:lstStyle>
            <a:lvl1pPr>
              <a:defRPr sz="2000">
                <a:solidFill>
                  <a:schemeClr val="bg1"/>
                </a:solidFill>
              </a:defRPr>
            </a:lvl1pPr>
          </a:lstStyle>
          <a:p>
            <a:endParaRPr lang="en-US"/>
          </a:p>
        </p:txBody>
      </p:sp>
      <p:sp>
        <p:nvSpPr>
          <p:cNvPr id="5" name="Title 1">
            <a:extLst>
              <a:ext uri="{FF2B5EF4-FFF2-40B4-BE49-F238E27FC236}">
                <a16:creationId xmlns:a16="http://schemas.microsoft.com/office/drawing/2014/main" id="{2CF2E1CC-7F1D-6CF8-6A38-2EE36FC97117}"/>
              </a:ext>
            </a:extLst>
          </p:cNvPr>
          <p:cNvSpPr>
            <a:spLocks noGrp="1"/>
          </p:cNvSpPr>
          <p:nvPr>
            <p:ph type="title"/>
          </p:nvPr>
        </p:nvSpPr>
        <p:spPr>
          <a:xfrm>
            <a:off x="556684" y="127002"/>
            <a:ext cx="9349316" cy="1362075"/>
          </a:xfrm>
        </p:spPr>
        <p:txBody>
          <a:bodyPr anchor="b"/>
          <a:lstStyle>
            <a:lvl1pPr algn="l">
              <a:defRPr sz="3000" b="1" cap="all">
                <a:solidFill>
                  <a:schemeClr val="tx2"/>
                </a:solidFill>
              </a:defRPr>
            </a:lvl1pPr>
          </a:lstStyle>
          <a:p>
            <a:r>
              <a:rPr lang="en-US" dirty="0"/>
              <a:t>Click to edit Master title style</a:t>
            </a:r>
            <a:endParaRPr lang="en-GB" dirty="0"/>
          </a:p>
        </p:txBody>
      </p:sp>
      <p:sp>
        <p:nvSpPr>
          <p:cNvPr id="6" name="Text Placeholder 2">
            <a:extLst>
              <a:ext uri="{FF2B5EF4-FFF2-40B4-BE49-F238E27FC236}">
                <a16:creationId xmlns:a16="http://schemas.microsoft.com/office/drawing/2014/main" id="{7C71BCF8-2B27-BEA0-B962-D2EE1DB6519F}"/>
              </a:ext>
            </a:extLst>
          </p:cNvPr>
          <p:cNvSpPr>
            <a:spLocks noGrp="1"/>
          </p:cNvSpPr>
          <p:nvPr>
            <p:ph type="body" idx="1"/>
          </p:nvPr>
        </p:nvSpPr>
        <p:spPr>
          <a:xfrm>
            <a:off x="556684" y="1589575"/>
            <a:ext cx="9349316" cy="1500187"/>
          </a:xfrm>
        </p:spPr>
        <p:txBody>
          <a:bodyPr anchor="t"/>
          <a:lstStyle>
            <a:lvl1pPr marL="0" indent="0" algn="l">
              <a:buNone/>
              <a:defRPr sz="2000">
                <a:solidFill>
                  <a:schemeClr val="accent6"/>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7" name="Picture 6" descr="Logo, company name&#10;&#10;Description automatically generated">
            <a:extLst>
              <a:ext uri="{FF2B5EF4-FFF2-40B4-BE49-F238E27FC236}">
                <a16:creationId xmlns:a16="http://schemas.microsoft.com/office/drawing/2014/main" id="{FCDEFE03-E507-9264-8C2B-2E78DD2EA1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2224617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0" descr="APU Logo Final-medium.jpg">
            <a:extLst>
              <a:ext uri="{FF2B5EF4-FFF2-40B4-BE49-F238E27FC236}">
                <a16:creationId xmlns:a16="http://schemas.microsoft.com/office/drawing/2014/main" id="{383451EB-63F4-DFF6-8522-1522FB643F03}"/>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2844417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5" name="Picture 4" descr="Logo, company name&#10;&#10;Description automatically generated">
            <a:extLst>
              <a:ext uri="{FF2B5EF4-FFF2-40B4-BE49-F238E27FC236}">
                <a16:creationId xmlns:a16="http://schemas.microsoft.com/office/drawing/2014/main" id="{8F68BB6B-7571-DB8A-80FB-F7C3AD2610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829978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3" name="Picture 10" descr="APU Logo Final-medium.jpg">
            <a:extLst>
              <a:ext uri="{FF2B5EF4-FFF2-40B4-BE49-F238E27FC236}">
                <a16:creationId xmlns:a16="http://schemas.microsoft.com/office/drawing/2014/main" id="{D43B7469-696D-D5B3-7497-03AB7CFB3F90}"/>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4115350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rgbClr val="001B4D"/>
        </a:solidFill>
        <a:effectLst/>
      </p:bgPr>
    </p:bg>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95352" y="274638"/>
            <a:ext cx="10457373" cy="1143000"/>
          </a:xfrm>
          <a:prstGeom prst="rect">
            <a:avLst/>
          </a:prstGeom>
          <a:noFill/>
          <a:ln>
            <a:noFill/>
          </a:ln>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163C07D3-0112-1601-B752-FDBF091DDE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279838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352"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6" name="Picture 10" descr="APU Logo Final-medium.jpg">
            <a:extLst>
              <a:ext uri="{FF2B5EF4-FFF2-40B4-BE49-F238E27FC236}">
                <a16:creationId xmlns:a16="http://schemas.microsoft.com/office/drawing/2014/main" id="{0802BECB-EBD7-EAF2-F449-AA70E280397A}"/>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21763119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wo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352" y="1697038"/>
            <a:ext cx="5384800" cy="4525962"/>
          </a:xfrm>
        </p:spPr>
        <p:txBody>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9CBCAFAD-0874-A920-E7D5-68A99F5090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213207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5352" y="1535113"/>
            <a:ext cx="5701165"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95352" y="2174875"/>
            <a:ext cx="5701165" cy="395128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pic>
        <p:nvPicPr>
          <p:cNvPr id="2" name="Picture 10" descr="APU Logo Final-medium.jpg">
            <a:extLst>
              <a:ext uri="{FF2B5EF4-FFF2-40B4-BE49-F238E27FC236}">
                <a16:creationId xmlns:a16="http://schemas.microsoft.com/office/drawing/2014/main" id="{59460E12-C28F-6F47-C8AD-1B01DC7DB16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71721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mparison">
    <p:bg>
      <p:bgPr>
        <a:solidFill>
          <a:srgbClr val="001B4D"/>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5352" y="1535113"/>
            <a:ext cx="5701165"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95352" y="2174875"/>
            <a:ext cx="5701165"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C7C10021-D30B-49A3-9775-E4B0180588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7295984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001B4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8067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2581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2" name="Picture 10" descr="APU Logo Final-medium.jpg">
            <a:extLst>
              <a:ext uri="{FF2B5EF4-FFF2-40B4-BE49-F238E27FC236}">
                <a16:creationId xmlns:a16="http://schemas.microsoft.com/office/drawing/2014/main" id="{131C5456-E521-C7D4-FB88-68A63787FD4F}"/>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29999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001B4D"/>
        </a:solidFill>
        <a:effectLst/>
      </p:bgPr>
    </p:bg>
    <p:spTree>
      <p:nvGrpSpPr>
        <p:cNvPr id="1" name=""/>
        <p:cNvGrpSpPr/>
        <p:nvPr/>
      </p:nvGrpSpPr>
      <p:grpSpPr>
        <a:xfrm>
          <a:off x="0" y="0"/>
          <a:ext cx="0" cy="0"/>
          <a:chOff x="0" y="0"/>
          <a:chExt cx="0" cy="0"/>
        </a:xfrm>
      </p:grpSpPr>
      <p:pic>
        <p:nvPicPr>
          <p:cNvPr id="3" name="Picture 2" descr="Logo, company name&#10;&#10;Description automatically generated">
            <a:extLst>
              <a:ext uri="{FF2B5EF4-FFF2-40B4-BE49-F238E27FC236}">
                <a16:creationId xmlns:a16="http://schemas.microsoft.com/office/drawing/2014/main" id="{04DC0352-F5ED-1918-1F8A-8B80BB6E8C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8159544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273051"/>
            <a:ext cx="6815667" cy="5853113"/>
          </a:xfrm>
        </p:spPr>
        <p:txBody>
          <a:bodyPr/>
          <a:lstStyle>
            <a:lvl1pPr>
              <a:defRPr sz="3200">
                <a:solidFill>
                  <a:schemeClr val="tx2"/>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2" name="Picture 10" descr="APU Logo Final-medium.jpg">
            <a:extLst>
              <a:ext uri="{FF2B5EF4-FFF2-40B4-BE49-F238E27FC236}">
                <a16:creationId xmlns:a16="http://schemas.microsoft.com/office/drawing/2014/main" id="{AA1C13FB-D1A7-194E-A332-391C492A0CF5}"/>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26897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ntent with Caption">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273051"/>
            <a:ext cx="6815667" cy="5853113"/>
          </a:xfrm>
        </p:spPr>
        <p:txBody>
          <a:bodyPr/>
          <a:lstStyle>
            <a:lvl1pPr>
              <a:defRPr sz="3200">
                <a:solidFill>
                  <a:schemeClr val="accent5"/>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pic>
        <p:nvPicPr>
          <p:cNvPr id="2" name="Picture 1" descr="Logo, company name&#10;&#10;Description automatically generated">
            <a:extLst>
              <a:ext uri="{FF2B5EF4-FFF2-40B4-BE49-F238E27FC236}">
                <a16:creationId xmlns:a16="http://schemas.microsoft.com/office/drawing/2014/main" id="{C3D40C30-8297-E054-688C-7A1636F331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Tree>
    <p:extLst>
      <p:ext uri="{BB962C8B-B14F-4D97-AF65-F5344CB8AC3E}">
        <p14:creationId xmlns:p14="http://schemas.microsoft.com/office/powerpoint/2010/main" val="3814924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a:solidFill>
            <a:schemeClr val="bg1">
              <a:lumMod val="95000"/>
            </a:schemeClr>
          </a:solidFill>
        </p:spPr>
        <p:txBody>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10" descr="APU Logo Final-medium.jpg">
            <a:extLst>
              <a:ext uri="{FF2B5EF4-FFF2-40B4-BE49-F238E27FC236}">
                <a16:creationId xmlns:a16="http://schemas.microsoft.com/office/drawing/2014/main" id="{53C3B966-D4E4-30D5-4A13-103486C2EBAD}"/>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64623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5_Picture with Caption">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solidFill>
                  <a:schemeClr val="accent5"/>
                </a:solidFill>
              </a:defRPr>
            </a:lvl1pPr>
          </a:lstStyle>
          <a:p>
            <a:r>
              <a:rPr lang="en-US" dirty="0"/>
              <a:t>Click to edit Master title style</a:t>
            </a:r>
            <a:endParaRPr lang="en-GB" dirty="0"/>
          </a:p>
        </p:txBody>
      </p:sp>
      <p:sp>
        <p:nvSpPr>
          <p:cNvPr id="3" name="Picture Placeholder 2"/>
          <p:cNvSpPr>
            <a:spLocks noGrp="1"/>
          </p:cNvSpPr>
          <p:nvPr>
            <p:ph type="pic" idx="1"/>
          </p:nvPr>
        </p:nvSpPr>
        <p:spPr>
          <a:xfrm>
            <a:off x="2389717" y="612775"/>
            <a:ext cx="7315200" cy="4114800"/>
          </a:xfrm>
          <a:solidFill>
            <a:schemeClr val="bg1">
              <a:lumMod val="95000"/>
            </a:schemeClr>
          </a:solidFill>
        </p:spPr>
        <p:txBody>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4" descr="Logo, company name&#10;&#10;Description automatically generated">
            <a:extLst>
              <a:ext uri="{FF2B5EF4-FFF2-40B4-BE49-F238E27FC236}">
                <a16:creationId xmlns:a16="http://schemas.microsoft.com/office/drawing/2014/main" id="{88157A30-7FA7-829E-6D9C-4DCC0CDCA7A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526447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Picture with Caption">
    <p:bg>
      <p:bgPr>
        <a:solidFill>
          <a:schemeClr val="bg1"/>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12192000" cy="2824162"/>
          </a:xfrm>
          <a:solidFill>
            <a:schemeClr val="bg1">
              <a:lumMod val="95000"/>
            </a:schemeClr>
          </a:solidFill>
        </p:spPr>
        <p:txBody>
          <a:bodyPr/>
          <a:lstStyle>
            <a:lvl1pPr>
              <a:defRPr sz="2000"/>
            </a:lvl1pPr>
          </a:lstStyle>
          <a:p>
            <a:endParaRPr lang="en-MY" dirty="0"/>
          </a:p>
        </p:txBody>
      </p:sp>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4213781"/>
            <a:ext cx="11623250" cy="1958419"/>
          </a:xfr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3" name="Picture 10" descr="APU Logo Final-medium.jpg">
            <a:extLst>
              <a:ext uri="{FF2B5EF4-FFF2-40B4-BE49-F238E27FC236}">
                <a16:creationId xmlns:a16="http://schemas.microsoft.com/office/drawing/2014/main" id="{82C331B9-CEE5-20AD-DD62-DCC7F9E2436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99797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_Picture with Caption">
    <p:bg>
      <p:bgPr>
        <a:solidFill>
          <a:srgbClr val="001B4D"/>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12192000" cy="2824162"/>
          </a:xfrm>
          <a:solidFill>
            <a:schemeClr val="bg1">
              <a:lumMod val="95000"/>
            </a:schemeClr>
          </a:solidFill>
        </p:spPr>
        <p:txBody>
          <a:bodyPr/>
          <a:lstStyle>
            <a:lvl1pPr>
              <a:defRPr sz="2000"/>
            </a:lvl1pPr>
          </a:lstStyle>
          <a:p>
            <a:endParaRPr lang="en-MY" dirty="0"/>
          </a:p>
        </p:txBody>
      </p:sp>
      <p:sp>
        <p:nvSpPr>
          <p:cNvPr id="2" name="Text Placeholder 3">
            <a:extLst>
              <a:ext uri="{FF2B5EF4-FFF2-40B4-BE49-F238E27FC236}">
                <a16:creationId xmlns:a16="http://schemas.microsoft.com/office/drawing/2014/main" id="{40F80C67-7C47-1046-B1B1-5649F52F2ADD}"/>
              </a:ext>
            </a:extLst>
          </p:cNvPr>
          <p:cNvSpPr>
            <a:spLocks noGrp="1"/>
          </p:cNvSpPr>
          <p:nvPr>
            <p:ph type="body" sz="half" idx="2"/>
          </p:nvPr>
        </p:nvSpPr>
        <p:spPr>
          <a:xfrm>
            <a:off x="273377" y="4213781"/>
            <a:ext cx="11623250" cy="1958419"/>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3" name="Picture 2" descr="Logo, company name&#10;&#10;Description automatically generated">
            <a:extLst>
              <a:ext uri="{FF2B5EF4-FFF2-40B4-BE49-F238E27FC236}">
                <a16:creationId xmlns:a16="http://schemas.microsoft.com/office/drawing/2014/main" id="{ED178921-E6EB-89FB-1721-8D340F832C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5548181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0_Picture with Caption">
    <p:bg>
      <p:bgPr>
        <a:solidFill>
          <a:schemeClr val="bg1"/>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1132114"/>
            <a:ext cx="11623250" cy="1654629"/>
          </a:xfr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609600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pic>
        <p:nvPicPr>
          <p:cNvPr id="8" name="Picture 10" descr="APU Logo Final-medium.jpg">
            <a:extLst>
              <a:ext uri="{FF2B5EF4-FFF2-40B4-BE49-F238E27FC236}">
                <a16:creationId xmlns:a16="http://schemas.microsoft.com/office/drawing/2014/main" id="{9186F32B-2E23-EAE7-28F5-E2FCF5E3DFC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4194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1_Picture with Caption">
    <p:bg>
      <p:bgPr>
        <a:solidFill>
          <a:srgbClr val="001B4D"/>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1132114"/>
            <a:ext cx="11623250" cy="1654629"/>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609600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pic>
        <p:nvPicPr>
          <p:cNvPr id="3" name="Picture 2" descr="Logo, company name&#10;&#10;Description automatically generated">
            <a:extLst>
              <a:ext uri="{FF2B5EF4-FFF2-40B4-BE49-F238E27FC236}">
                <a16:creationId xmlns:a16="http://schemas.microsoft.com/office/drawing/2014/main" id="{10178BF3-0C44-7F6F-9A93-FAD4F3ED2C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3065249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Picture with Caption">
    <p:bg>
      <p:bgPr>
        <a:solidFill>
          <a:schemeClr val="bg1"/>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622300" y="1600200"/>
            <a:ext cx="1828801" cy="1828800"/>
          </a:xfrm>
          <a:solidFill>
            <a:schemeClr val="bg1">
              <a:lumMod val="95000"/>
            </a:schemeClr>
          </a:solidFill>
        </p:spPr>
        <p:txBody>
          <a:bodyPr/>
          <a:lstStyle>
            <a:lvl1pPr>
              <a:defRPr sz="1500"/>
            </a:lvl1pPr>
          </a:lstStyle>
          <a:p>
            <a:endParaRPr lang="en-US"/>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890838" y="1600200"/>
            <a:ext cx="1828801" cy="1828800"/>
          </a:xfrm>
          <a:solidFill>
            <a:schemeClr val="bg1">
              <a:lumMod val="95000"/>
            </a:schemeClr>
          </a:solidFill>
        </p:spPr>
        <p:txBody>
          <a:bodyPr/>
          <a:lstStyle>
            <a:lvl1pPr>
              <a:defRPr sz="1500"/>
            </a:lvl1pPr>
          </a:lstStyle>
          <a:p>
            <a:endParaRPr lang="en-US"/>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5159376" y="1600200"/>
            <a:ext cx="1828801" cy="1828800"/>
          </a:xfrm>
          <a:solidFill>
            <a:schemeClr val="bg1">
              <a:lumMod val="95000"/>
            </a:schemeClr>
          </a:solidFill>
        </p:spPr>
        <p:txBody>
          <a:bodyPr/>
          <a:lstStyle>
            <a:lvl1pPr>
              <a:defRPr sz="1500"/>
            </a:lvl1pPr>
          </a:lstStyle>
          <a:p>
            <a:endParaRPr lang="en-US"/>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7427914" y="1600200"/>
            <a:ext cx="1828801" cy="1828800"/>
          </a:xfrm>
          <a:solidFill>
            <a:schemeClr val="bg1">
              <a:lumMod val="95000"/>
            </a:schemeClr>
          </a:solidFill>
        </p:spPr>
        <p:txBody>
          <a:bodyPr/>
          <a:lstStyle>
            <a:lvl1pPr>
              <a:defRPr sz="1500"/>
            </a:lvl1pPr>
          </a:lstStyle>
          <a:p>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9696452" y="1600200"/>
            <a:ext cx="1828801" cy="1828800"/>
          </a:xfrm>
          <a:solidFill>
            <a:schemeClr val="bg1">
              <a:lumMod val="95000"/>
            </a:schemeClr>
          </a:solidFill>
        </p:spPr>
        <p:txBody>
          <a:bodyPr/>
          <a:lstStyle>
            <a:lvl1pPr>
              <a:defRPr sz="1500"/>
            </a:lvl1pPr>
          </a:lstStyle>
          <a:p>
            <a:endParaRPr lang="en-US"/>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622300" y="3752850"/>
            <a:ext cx="1828801" cy="1828800"/>
          </a:xfrm>
          <a:solidFill>
            <a:schemeClr val="bg1">
              <a:lumMod val="95000"/>
            </a:schemeClr>
          </a:solidFill>
        </p:spPr>
        <p:txBody>
          <a:bodyPr/>
          <a:lstStyle>
            <a:lvl1pPr>
              <a:defRPr sz="1500"/>
            </a:lvl1pPr>
          </a:lstStyle>
          <a:p>
            <a:endParaRPr lang="en-US"/>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890838" y="3752850"/>
            <a:ext cx="1828801" cy="1828800"/>
          </a:xfrm>
          <a:solidFill>
            <a:schemeClr val="bg1">
              <a:lumMod val="95000"/>
            </a:schemeClr>
          </a:solidFill>
        </p:spPr>
        <p:txBody>
          <a:bodyPr/>
          <a:lstStyle>
            <a:lvl1pPr>
              <a:defRPr sz="1500"/>
            </a:lvl1pPr>
          </a:lstStyle>
          <a:p>
            <a:endParaRPr lang="en-US"/>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5159376" y="3752850"/>
            <a:ext cx="1828801" cy="1828800"/>
          </a:xfrm>
          <a:solidFill>
            <a:schemeClr val="bg1">
              <a:lumMod val="95000"/>
            </a:schemeClr>
          </a:solidFill>
        </p:spPr>
        <p:txBody>
          <a:bodyPr/>
          <a:lstStyle>
            <a:lvl1pPr>
              <a:defRPr sz="1500"/>
            </a:lvl1pPr>
          </a:lstStyle>
          <a:p>
            <a:endParaRPr lang="en-US"/>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7427914" y="3752850"/>
            <a:ext cx="1828801" cy="1828800"/>
          </a:xfrm>
          <a:solidFill>
            <a:schemeClr val="bg1">
              <a:lumMod val="95000"/>
            </a:schemeClr>
          </a:solidFill>
        </p:spPr>
        <p:txBody>
          <a:bodyPr/>
          <a:lstStyle>
            <a:lvl1pPr>
              <a:defRPr sz="1500"/>
            </a:lvl1pPr>
          </a:lstStyle>
          <a:p>
            <a:endParaRPr lang="en-US"/>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9696452" y="3752850"/>
            <a:ext cx="1828801" cy="1828800"/>
          </a:xfrm>
          <a:solidFill>
            <a:schemeClr val="bg1">
              <a:lumMod val="95000"/>
            </a:schemeClr>
          </a:solidFill>
        </p:spPr>
        <p:txBody>
          <a:bodyPr/>
          <a:lstStyle>
            <a:lvl1pPr>
              <a:defRPr sz="1500"/>
            </a:lvl1pPr>
          </a:lstStyle>
          <a:p>
            <a:endParaRPr lang="en-US"/>
          </a:p>
        </p:txBody>
      </p:sp>
      <p:pic>
        <p:nvPicPr>
          <p:cNvPr id="2" name="Picture 10" descr="APU Logo Final-medium.jpg">
            <a:extLst>
              <a:ext uri="{FF2B5EF4-FFF2-40B4-BE49-F238E27FC236}">
                <a16:creationId xmlns:a16="http://schemas.microsoft.com/office/drawing/2014/main" id="{60D7C342-4D59-30CD-6ECC-0731D5E44748}"/>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6">
            <a:extLst>
              <a:ext uri="{FF2B5EF4-FFF2-40B4-BE49-F238E27FC236}">
                <a16:creationId xmlns:a16="http://schemas.microsoft.com/office/drawing/2014/main" id="{C6F56718-5153-BA4C-1652-9EFB47DA6CB5}"/>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GB" altLang="en-US" dirty="0"/>
              <a:t>Click to edit Master title style</a:t>
            </a:r>
          </a:p>
        </p:txBody>
      </p:sp>
    </p:spTree>
    <p:extLst>
      <p:ext uri="{BB962C8B-B14F-4D97-AF65-F5344CB8AC3E}">
        <p14:creationId xmlns:p14="http://schemas.microsoft.com/office/powerpoint/2010/main" val="10675778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rgbClr val="001B4D"/>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622300" y="1600200"/>
            <a:ext cx="1828801" cy="1828800"/>
          </a:xfrm>
          <a:solidFill>
            <a:schemeClr val="bg1">
              <a:lumMod val="95000"/>
            </a:schemeClr>
          </a:solidFill>
        </p:spPr>
        <p:txBody>
          <a:bodyPr/>
          <a:lstStyle>
            <a:lvl1pPr>
              <a:defRPr sz="1500"/>
            </a:lvl1pPr>
          </a:lstStyle>
          <a:p>
            <a:endParaRPr lang="en-US"/>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890838" y="1600200"/>
            <a:ext cx="1828801" cy="1828800"/>
          </a:xfrm>
          <a:solidFill>
            <a:schemeClr val="bg1">
              <a:lumMod val="95000"/>
            </a:schemeClr>
          </a:solidFill>
        </p:spPr>
        <p:txBody>
          <a:bodyPr/>
          <a:lstStyle>
            <a:lvl1pPr>
              <a:defRPr sz="1500"/>
            </a:lvl1pPr>
          </a:lstStyle>
          <a:p>
            <a:endParaRPr lang="en-US"/>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5159376" y="1600200"/>
            <a:ext cx="1828801" cy="1828800"/>
          </a:xfrm>
          <a:solidFill>
            <a:schemeClr val="bg1">
              <a:lumMod val="95000"/>
            </a:schemeClr>
          </a:solidFill>
        </p:spPr>
        <p:txBody>
          <a:bodyPr/>
          <a:lstStyle>
            <a:lvl1pPr>
              <a:defRPr sz="1500"/>
            </a:lvl1pPr>
          </a:lstStyle>
          <a:p>
            <a:endParaRPr lang="en-US"/>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7427914" y="1600200"/>
            <a:ext cx="1828801" cy="1828800"/>
          </a:xfrm>
          <a:solidFill>
            <a:schemeClr val="bg1">
              <a:lumMod val="95000"/>
            </a:schemeClr>
          </a:solidFill>
        </p:spPr>
        <p:txBody>
          <a:bodyPr/>
          <a:lstStyle>
            <a:lvl1pPr>
              <a:defRPr sz="1500"/>
            </a:lvl1pPr>
          </a:lstStyle>
          <a:p>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9696452" y="1600200"/>
            <a:ext cx="1828801" cy="1828800"/>
          </a:xfrm>
          <a:solidFill>
            <a:schemeClr val="bg1">
              <a:lumMod val="95000"/>
            </a:schemeClr>
          </a:solidFill>
        </p:spPr>
        <p:txBody>
          <a:bodyPr/>
          <a:lstStyle>
            <a:lvl1pPr>
              <a:defRPr sz="1500"/>
            </a:lvl1pPr>
          </a:lstStyle>
          <a:p>
            <a:endParaRPr lang="en-US"/>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622300" y="3752850"/>
            <a:ext cx="1828801" cy="1828800"/>
          </a:xfrm>
          <a:solidFill>
            <a:schemeClr val="bg1">
              <a:lumMod val="95000"/>
            </a:schemeClr>
          </a:solidFill>
        </p:spPr>
        <p:txBody>
          <a:bodyPr/>
          <a:lstStyle>
            <a:lvl1pPr>
              <a:defRPr sz="1500"/>
            </a:lvl1pPr>
          </a:lstStyle>
          <a:p>
            <a:endParaRPr lang="en-US"/>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890838" y="3752850"/>
            <a:ext cx="1828801" cy="1828800"/>
          </a:xfrm>
          <a:solidFill>
            <a:schemeClr val="bg1">
              <a:lumMod val="95000"/>
            </a:schemeClr>
          </a:solidFill>
        </p:spPr>
        <p:txBody>
          <a:bodyPr/>
          <a:lstStyle>
            <a:lvl1pPr>
              <a:defRPr sz="1500"/>
            </a:lvl1pPr>
          </a:lstStyle>
          <a:p>
            <a:endParaRPr lang="en-US"/>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5159376" y="3752850"/>
            <a:ext cx="1828801" cy="1828800"/>
          </a:xfrm>
          <a:solidFill>
            <a:schemeClr val="bg1">
              <a:lumMod val="95000"/>
            </a:schemeClr>
          </a:solidFill>
        </p:spPr>
        <p:txBody>
          <a:bodyPr/>
          <a:lstStyle>
            <a:lvl1pPr>
              <a:defRPr sz="1500"/>
            </a:lvl1pPr>
          </a:lstStyle>
          <a:p>
            <a:endParaRPr lang="en-US"/>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7427914" y="3752850"/>
            <a:ext cx="1828801" cy="1828800"/>
          </a:xfrm>
          <a:solidFill>
            <a:schemeClr val="bg1">
              <a:lumMod val="95000"/>
            </a:schemeClr>
          </a:solidFill>
        </p:spPr>
        <p:txBody>
          <a:bodyPr/>
          <a:lstStyle>
            <a:lvl1pPr>
              <a:defRPr sz="1500"/>
            </a:lvl1pPr>
          </a:lstStyle>
          <a:p>
            <a:endParaRPr lang="en-US"/>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9696452" y="3752850"/>
            <a:ext cx="1828801" cy="1828800"/>
          </a:xfrm>
          <a:solidFill>
            <a:schemeClr val="bg1">
              <a:lumMod val="95000"/>
            </a:schemeClr>
          </a:solidFill>
        </p:spPr>
        <p:txBody>
          <a:bodyPr/>
          <a:lstStyle>
            <a:lvl1pPr>
              <a:defRPr sz="1500"/>
            </a:lvl1pPr>
          </a:lstStyle>
          <a:p>
            <a:endParaRPr lang="en-US"/>
          </a:p>
        </p:txBody>
      </p:sp>
      <p:pic>
        <p:nvPicPr>
          <p:cNvPr id="2" name="Picture 1" descr="Logo, company name&#10;&#10;Description automatically generated">
            <a:extLst>
              <a:ext uri="{FF2B5EF4-FFF2-40B4-BE49-F238E27FC236}">
                <a16:creationId xmlns:a16="http://schemas.microsoft.com/office/drawing/2014/main" id="{6E97445D-AA3E-4FF1-5C3D-A2CF07C45D6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
        <p:nvSpPr>
          <p:cNvPr id="3" name="Rectangle 6">
            <a:extLst>
              <a:ext uri="{FF2B5EF4-FFF2-40B4-BE49-F238E27FC236}">
                <a16:creationId xmlns:a16="http://schemas.microsoft.com/office/drawing/2014/main" id="{D4643407-354C-EF13-0031-A2AB96E23A4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spTree>
    <p:extLst>
      <p:ext uri="{BB962C8B-B14F-4D97-AF65-F5344CB8AC3E}">
        <p14:creationId xmlns:p14="http://schemas.microsoft.com/office/powerpoint/2010/main" val="38009964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842000" cy="5016369"/>
          </a:xfrm>
          <a:solidFill>
            <a:schemeClr val="bg1">
              <a:lumMod val="95000"/>
            </a:schemeClr>
          </a:solidFill>
        </p:spPr>
        <p:txBody>
          <a:bodyPr/>
          <a:lstStyle>
            <a:lvl1pPr>
              <a:defRPr>
                <a:solidFill>
                  <a:schemeClr val="tx2"/>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6408564" y="1"/>
            <a:ext cx="5783436" cy="6223000"/>
          </a:xfrm>
          <a:prstGeom prst="rect">
            <a:avLst/>
          </a:prstGeom>
          <a:solidFill>
            <a:schemeClr val="bg1">
              <a:lumMod val="95000"/>
            </a:schemeClr>
          </a:solidFill>
          <a:effectLst/>
        </p:spPr>
        <p:txBody>
          <a:bodyPr>
            <a:normAutofit/>
          </a:bodyPr>
          <a:lstStyle>
            <a:lvl1pPr marL="0" indent="0">
              <a:buNone/>
              <a:defRPr sz="2000">
                <a:ln>
                  <a:noFill/>
                </a:ln>
                <a:solidFill>
                  <a:schemeClr val="bg1">
                    <a:lumMod val="85000"/>
                  </a:schemeClr>
                </a:solidFill>
                <a:latin typeface="+mj-lt"/>
                <a:ea typeface="Lato Light" charset="0"/>
                <a:cs typeface="Lato Light" charset="0"/>
              </a:defRPr>
            </a:lvl1pPr>
          </a:lstStyle>
          <a:p>
            <a:endParaRPr lang="en-US" dirty="0"/>
          </a:p>
        </p:txBody>
      </p:sp>
    </p:spTree>
    <p:extLst>
      <p:ext uri="{BB962C8B-B14F-4D97-AF65-F5344CB8AC3E}">
        <p14:creationId xmlns:p14="http://schemas.microsoft.com/office/powerpoint/2010/main" val="6531451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3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842000" cy="5016369"/>
          </a:xfrm>
          <a:solidFill>
            <a:schemeClr val="tx1">
              <a:lumMod val="95000"/>
            </a:schemeClr>
          </a:solidFill>
        </p:spPr>
        <p:txBody>
          <a:bodyPr/>
          <a:lstStyle>
            <a:lvl1pPr>
              <a:defRPr>
                <a:solidFill>
                  <a:schemeClr val="accent5"/>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6408564" y="1"/>
            <a:ext cx="5783436" cy="6223000"/>
          </a:xfrm>
          <a:prstGeom prst="rect">
            <a:avLst/>
          </a:prstGeom>
          <a:solidFill>
            <a:schemeClr val="tx1">
              <a:lumMod val="95000"/>
            </a:schemeClr>
          </a:solidFill>
          <a:effectLst/>
        </p:spPr>
        <p:txBody>
          <a:bodyPr>
            <a:normAutofit/>
          </a:bodyPr>
          <a:lstStyle>
            <a:lvl1pPr marL="0" indent="0">
              <a:buNone/>
              <a:defRPr sz="2000">
                <a:ln>
                  <a:noFill/>
                </a:ln>
                <a:solidFill>
                  <a:schemeClr val="bg1">
                    <a:lumMod val="85000"/>
                  </a:schemeClr>
                </a:solidFill>
                <a:latin typeface="+mj-lt"/>
                <a:ea typeface="Lato Light" charset="0"/>
                <a:cs typeface="Lato Light" charset="0"/>
              </a:defRPr>
            </a:lvl1pPr>
          </a:lstStyle>
          <a:p>
            <a:endParaRPr lang="en-US" dirty="0"/>
          </a:p>
        </p:txBody>
      </p:sp>
      <p:pic>
        <p:nvPicPr>
          <p:cNvPr id="3" name="Picture 2" descr="Logo, company name&#10;&#10;Description automatically generated">
            <a:extLst>
              <a:ext uri="{FF2B5EF4-FFF2-40B4-BE49-F238E27FC236}">
                <a16:creationId xmlns:a16="http://schemas.microsoft.com/office/drawing/2014/main" id="{894E1089-2642-1F16-6D34-0AA470DAB4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Tree>
    <p:extLst>
      <p:ext uri="{BB962C8B-B14F-4D97-AF65-F5344CB8AC3E}">
        <p14:creationId xmlns:p14="http://schemas.microsoft.com/office/powerpoint/2010/main" val="3054814904"/>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pic>
        <p:nvPicPr>
          <p:cNvPr id="4" name="Picture 10" descr="APU Logo Final-medium.jpg">
            <a:extLst>
              <a:ext uri="{FF2B5EF4-FFF2-40B4-BE49-F238E27FC236}">
                <a16:creationId xmlns:a16="http://schemas.microsoft.com/office/drawing/2014/main" id="{C97ADB29-0190-8E6A-A68B-AEBB217C0E8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icture Placeholder 13">
            <a:extLst>
              <a:ext uri="{FF2B5EF4-FFF2-40B4-BE49-F238E27FC236}">
                <a16:creationId xmlns:a16="http://schemas.microsoft.com/office/drawing/2014/main" id="{EAE3BF1D-7538-D216-ADA6-8A61272CEC05}"/>
              </a:ext>
            </a:extLst>
          </p:cNvPr>
          <p:cNvSpPr>
            <a:spLocks noGrp="1"/>
          </p:cNvSpPr>
          <p:nvPr>
            <p:ph type="pic" sz="quarter" idx="22"/>
          </p:nvPr>
        </p:nvSpPr>
        <p:spPr>
          <a:xfrm>
            <a:off x="100485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6" name="Picture Placeholder 13">
            <a:extLst>
              <a:ext uri="{FF2B5EF4-FFF2-40B4-BE49-F238E27FC236}">
                <a16:creationId xmlns:a16="http://schemas.microsoft.com/office/drawing/2014/main" id="{793A658E-0EDC-3F4C-BFB3-E8CA966F34DD}"/>
              </a:ext>
            </a:extLst>
          </p:cNvPr>
          <p:cNvSpPr>
            <a:spLocks noGrp="1"/>
          </p:cNvSpPr>
          <p:nvPr>
            <p:ph type="pic" sz="quarter" idx="23"/>
          </p:nvPr>
        </p:nvSpPr>
        <p:spPr>
          <a:xfrm>
            <a:off x="76609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A1C42F19-22A5-A6AA-F9A6-B990F2E4BD44}"/>
              </a:ext>
            </a:extLst>
          </p:cNvPr>
          <p:cNvSpPr>
            <a:spLocks noGrp="1"/>
          </p:cNvSpPr>
          <p:nvPr>
            <p:ph type="pic" sz="quarter" idx="24"/>
          </p:nvPr>
        </p:nvSpPr>
        <p:spPr>
          <a:xfrm>
            <a:off x="52733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8" name="Content Placeholder 2">
            <a:extLst>
              <a:ext uri="{FF2B5EF4-FFF2-40B4-BE49-F238E27FC236}">
                <a16:creationId xmlns:a16="http://schemas.microsoft.com/office/drawing/2014/main" id="{63F88012-5D39-66F9-BCBC-E3DED48089D2}"/>
              </a:ext>
            </a:extLst>
          </p:cNvPr>
          <p:cNvSpPr>
            <a:spLocks noGrp="1"/>
          </p:cNvSpPr>
          <p:nvPr>
            <p:ph idx="1"/>
          </p:nvPr>
        </p:nvSpPr>
        <p:spPr>
          <a:xfrm>
            <a:off x="254001" y="1697038"/>
            <a:ext cx="4775200"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5071734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and Vertical Text">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5"/>
                </a:solidFill>
              </a:defRPr>
            </a:lvl1pPr>
          </a:lstStyle>
          <a:p>
            <a:r>
              <a:rPr lang="en-US"/>
              <a:t>Click to edit Master title style</a:t>
            </a:r>
            <a:endParaRPr lang="en-GB"/>
          </a:p>
        </p:txBody>
      </p:sp>
      <p:sp>
        <p:nvSpPr>
          <p:cNvPr id="4" name="Picture Placeholder 13">
            <a:extLst>
              <a:ext uri="{FF2B5EF4-FFF2-40B4-BE49-F238E27FC236}">
                <a16:creationId xmlns:a16="http://schemas.microsoft.com/office/drawing/2014/main" id="{61A374B0-731A-1D13-1D15-DEB568D14EEC}"/>
              </a:ext>
            </a:extLst>
          </p:cNvPr>
          <p:cNvSpPr>
            <a:spLocks noGrp="1"/>
          </p:cNvSpPr>
          <p:nvPr>
            <p:ph type="pic" sz="quarter" idx="22"/>
          </p:nvPr>
        </p:nvSpPr>
        <p:spPr>
          <a:xfrm>
            <a:off x="100485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5" name="Picture Placeholder 13">
            <a:extLst>
              <a:ext uri="{FF2B5EF4-FFF2-40B4-BE49-F238E27FC236}">
                <a16:creationId xmlns:a16="http://schemas.microsoft.com/office/drawing/2014/main" id="{6DD384CD-5B1D-00AA-C88E-51863CE859A3}"/>
              </a:ext>
            </a:extLst>
          </p:cNvPr>
          <p:cNvSpPr>
            <a:spLocks noGrp="1"/>
          </p:cNvSpPr>
          <p:nvPr>
            <p:ph type="pic" sz="quarter" idx="23"/>
          </p:nvPr>
        </p:nvSpPr>
        <p:spPr>
          <a:xfrm>
            <a:off x="76609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6" name="Picture Placeholder 13">
            <a:extLst>
              <a:ext uri="{FF2B5EF4-FFF2-40B4-BE49-F238E27FC236}">
                <a16:creationId xmlns:a16="http://schemas.microsoft.com/office/drawing/2014/main" id="{C0E62B52-2676-DD95-FD76-B834BA0270EA}"/>
              </a:ext>
            </a:extLst>
          </p:cNvPr>
          <p:cNvSpPr>
            <a:spLocks noGrp="1"/>
          </p:cNvSpPr>
          <p:nvPr>
            <p:ph type="pic" sz="quarter" idx="24"/>
          </p:nvPr>
        </p:nvSpPr>
        <p:spPr>
          <a:xfrm>
            <a:off x="52733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7" name="Content Placeholder 2">
            <a:extLst>
              <a:ext uri="{FF2B5EF4-FFF2-40B4-BE49-F238E27FC236}">
                <a16:creationId xmlns:a16="http://schemas.microsoft.com/office/drawing/2014/main" id="{9374EF56-AF27-D8AD-DACE-E5CE66A7D32A}"/>
              </a:ext>
            </a:extLst>
          </p:cNvPr>
          <p:cNvSpPr>
            <a:spLocks noGrp="1"/>
          </p:cNvSpPr>
          <p:nvPr>
            <p:ph idx="1"/>
          </p:nvPr>
        </p:nvSpPr>
        <p:spPr>
          <a:xfrm>
            <a:off x="254001" y="1697038"/>
            <a:ext cx="4775200"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9" name="Picture 8" descr="Logo, company name&#10;&#10;Description automatically generated">
            <a:extLst>
              <a:ext uri="{FF2B5EF4-FFF2-40B4-BE49-F238E27FC236}">
                <a16:creationId xmlns:a16="http://schemas.microsoft.com/office/drawing/2014/main" id="{890E9656-A63D-02CF-0218-527AB2D41C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2174805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277005" cy="5016369"/>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14828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8_Picture with Caption">
    <p:bg>
      <p:bgPr>
        <a:solidFill>
          <a:srgbClr val="001B4D"/>
        </a:solidFill>
        <a:effectLst/>
      </p:bgPr>
    </p:bg>
    <p:spTree>
      <p:nvGrpSpPr>
        <p:cNvPr id="1" name=""/>
        <p:cNvGrpSpPr/>
        <p:nvPr/>
      </p:nvGrpSpPr>
      <p:grpSpPr>
        <a:xfrm>
          <a:off x="0" y="0"/>
          <a:ext cx="0" cy="0"/>
          <a:chOff x="0" y="0"/>
          <a:chExt cx="0" cy="0"/>
        </a:xfrm>
      </p:grpSpPr>
      <p:pic>
        <p:nvPicPr>
          <p:cNvPr id="2" name="Picture 1" descr="Logo, company name&#10;&#10;Description automatically generated">
            <a:extLst>
              <a:ext uri="{FF2B5EF4-FFF2-40B4-BE49-F238E27FC236}">
                <a16:creationId xmlns:a16="http://schemas.microsoft.com/office/drawing/2014/main" id="{6F99F1D5-796D-B18C-4706-ECD5827DB66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277005" cy="501636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5951188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254000" y="1697038"/>
            <a:ext cx="5277005"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95352" y="274638"/>
            <a:ext cx="708675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GB" altLang="en-US" dirty="0"/>
              <a:t>Click to edit Master title style</a:t>
            </a:r>
          </a:p>
        </p:txBody>
      </p:sp>
      <p:pic>
        <p:nvPicPr>
          <p:cNvPr id="2" name="Picture 10" descr="APU Logo Final-medium.jpg">
            <a:extLst>
              <a:ext uri="{FF2B5EF4-FFF2-40B4-BE49-F238E27FC236}">
                <a16:creationId xmlns:a16="http://schemas.microsoft.com/office/drawing/2014/main" id="{E3F9F65D-AB78-8571-A238-B3743684A64B}"/>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41693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254000" y="1697038"/>
            <a:ext cx="5277005"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95352" y="274638"/>
            <a:ext cx="708675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EDC140F1-7C93-36F2-49E9-260DAC6B7E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186316229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458D67BC-08A8-B641-2D7F-240DC17CDE3A}"/>
              </a:ext>
            </a:extLst>
          </p:cNvPr>
          <p:cNvSpPr>
            <a:spLocks noGrp="1"/>
          </p:cNvSpPr>
          <p:nvPr>
            <p:ph type="pic" sz="quarter" idx="10"/>
          </p:nvPr>
        </p:nvSpPr>
        <p:spPr>
          <a:xfrm>
            <a:off x="2752140" y="0"/>
            <a:ext cx="206660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1200"/>
            </a:lvl1pPr>
          </a:lstStyle>
          <a:p>
            <a:endParaRPr lang="en-ID"/>
          </a:p>
        </p:txBody>
      </p:sp>
      <p:sp>
        <p:nvSpPr>
          <p:cNvPr id="5" name="Picture Placeholder 13">
            <a:extLst>
              <a:ext uri="{FF2B5EF4-FFF2-40B4-BE49-F238E27FC236}">
                <a16:creationId xmlns:a16="http://schemas.microsoft.com/office/drawing/2014/main" id="{91A76DD4-43F7-C972-85EA-CAFDE2FA0410}"/>
              </a:ext>
            </a:extLst>
          </p:cNvPr>
          <p:cNvSpPr>
            <a:spLocks noGrp="1"/>
          </p:cNvSpPr>
          <p:nvPr>
            <p:ph type="pic" sz="quarter" idx="11"/>
          </p:nvPr>
        </p:nvSpPr>
        <p:spPr>
          <a:xfrm>
            <a:off x="2752140" y="3033601"/>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6" name="Picture Placeholder 11">
            <a:extLst>
              <a:ext uri="{FF2B5EF4-FFF2-40B4-BE49-F238E27FC236}">
                <a16:creationId xmlns:a16="http://schemas.microsoft.com/office/drawing/2014/main" id="{10D0C3E1-B2D7-E36D-87E0-ECAB470B2D28}"/>
              </a:ext>
            </a:extLst>
          </p:cNvPr>
          <p:cNvSpPr>
            <a:spLocks noGrp="1"/>
          </p:cNvSpPr>
          <p:nvPr>
            <p:ph type="pic" sz="quarter" idx="12"/>
          </p:nvPr>
        </p:nvSpPr>
        <p:spPr>
          <a:xfrm>
            <a:off x="537027" y="798286"/>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7" name="Picture Placeholder 14">
            <a:extLst>
              <a:ext uri="{FF2B5EF4-FFF2-40B4-BE49-F238E27FC236}">
                <a16:creationId xmlns:a16="http://schemas.microsoft.com/office/drawing/2014/main" id="{62331960-A4CD-E907-ACF8-2904680BADA6}"/>
              </a:ext>
            </a:extLst>
          </p:cNvPr>
          <p:cNvSpPr>
            <a:spLocks noGrp="1"/>
          </p:cNvSpPr>
          <p:nvPr>
            <p:ph type="pic" sz="quarter" idx="13"/>
          </p:nvPr>
        </p:nvSpPr>
        <p:spPr>
          <a:xfrm>
            <a:off x="537027" y="4277251"/>
            <a:ext cx="206660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1200"/>
            </a:lvl1pPr>
          </a:lstStyle>
          <a:p>
            <a:endParaRPr lang="en-ID" dirty="0"/>
          </a:p>
        </p:txBody>
      </p:sp>
      <p:sp>
        <p:nvSpPr>
          <p:cNvPr id="8" name="Content Placeholder 2">
            <a:extLst>
              <a:ext uri="{FF2B5EF4-FFF2-40B4-BE49-F238E27FC236}">
                <a16:creationId xmlns:a16="http://schemas.microsoft.com/office/drawing/2014/main" id="{077A9D95-A204-E92E-A5F8-1E263A7A8A30}"/>
              </a:ext>
            </a:extLst>
          </p:cNvPr>
          <p:cNvSpPr>
            <a:spLocks noGrp="1"/>
          </p:cNvSpPr>
          <p:nvPr>
            <p:ph idx="1"/>
          </p:nvPr>
        </p:nvSpPr>
        <p:spPr>
          <a:xfrm>
            <a:off x="5071533" y="273051"/>
            <a:ext cx="6815667" cy="5853113"/>
          </a:xfrm>
        </p:spPr>
        <p:txBody>
          <a:bodyPr/>
          <a:lstStyle>
            <a:lvl1pPr>
              <a:defRPr sz="3200">
                <a:solidFill>
                  <a:schemeClr val="tx2"/>
                </a:solidFill>
              </a:defRPr>
            </a:lvl1pPr>
            <a:lvl2pPr>
              <a:defRPr sz="2800">
                <a:solidFill>
                  <a:schemeClr val="accent6"/>
                </a:solidFill>
              </a:defRPr>
            </a:lvl2pPr>
            <a:lvl3pPr>
              <a:defRPr sz="2400">
                <a:solidFill>
                  <a:schemeClr val="accent6"/>
                </a:solidFill>
              </a:defRPr>
            </a:lvl3pPr>
            <a:lvl4pPr>
              <a:defRPr sz="2000">
                <a:solidFill>
                  <a:schemeClr val="accent6"/>
                </a:solidFill>
              </a:defRPr>
            </a:lvl4pPr>
            <a:lvl5pPr>
              <a:defRPr sz="2000">
                <a:solidFill>
                  <a:schemeClr val="accent6"/>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7240362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Vertical Title and Text">
    <p:bg>
      <p:bgPr>
        <a:solidFill>
          <a:srgbClr val="001B4D"/>
        </a:solidFill>
        <a:effectLst/>
      </p:bgPr>
    </p:bg>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14576114-4EE3-A4A4-76CC-B9B2275D1EE1}"/>
              </a:ext>
            </a:extLst>
          </p:cNvPr>
          <p:cNvSpPr>
            <a:spLocks noGrp="1"/>
          </p:cNvSpPr>
          <p:nvPr>
            <p:ph type="pic" sz="quarter" idx="10"/>
          </p:nvPr>
        </p:nvSpPr>
        <p:spPr>
          <a:xfrm>
            <a:off x="2752140" y="0"/>
            <a:ext cx="206660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1200"/>
            </a:lvl1pPr>
          </a:lstStyle>
          <a:p>
            <a:endParaRPr lang="en-ID"/>
          </a:p>
        </p:txBody>
      </p:sp>
      <p:sp>
        <p:nvSpPr>
          <p:cNvPr id="5" name="Picture Placeholder 13">
            <a:extLst>
              <a:ext uri="{FF2B5EF4-FFF2-40B4-BE49-F238E27FC236}">
                <a16:creationId xmlns:a16="http://schemas.microsoft.com/office/drawing/2014/main" id="{F3B5096E-B439-B90B-5317-2550E3B65668}"/>
              </a:ext>
            </a:extLst>
          </p:cNvPr>
          <p:cNvSpPr>
            <a:spLocks noGrp="1"/>
          </p:cNvSpPr>
          <p:nvPr>
            <p:ph type="pic" sz="quarter" idx="11"/>
          </p:nvPr>
        </p:nvSpPr>
        <p:spPr>
          <a:xfrm>
            <a:off x="2752140" y="3033601"/>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6" name="Picture Placeholder 11">
            <a:extLst>
              <a:ext uri="{FF2B5EF4-FFF2-40B4-BE49-F238E27FC236}">
                <a16:creationId xmlns:a16="http://schemas.microsoft.com/office/drawing/2014/main" id="{7E850367-FBF9-B7B1-9E76-EC2982182771}"/>
              </a:ext>
            </a:extLst>
          </p:cNvPr>
          <p:cNvSpPr>
            <a:spLocks noGrp="1"/>
          </p:cNvSpPr>
          <p:nvPr>
            <p:ph type="pic" sz="quarter" idx="12"/>
          </p:nvPr>
        </p:nvSpPr>
        <p:spPr>
          <a:xfrm>
            <a:off x="537027" y="798286"/>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7" name="Picture Placeholder 14">
            <a:extLst>
              <a:ext uri="{FF2B5EF4-FFF2-40B4-BE49-F238E27FC236}">
                <a16:creationId xmlns:a16="http://schemas.microsoft.com/office/drawing/2014/main" id="{B7999D6D-BA9E-A93A-5AB4-A94911B24D0E}"/>
              </a:ext>
            </a:extLst>
          </p:cNvPr>
          <p:cNvSpPr>
            <a:spLocks noGrp="1"/>
          </p:cNvSpPr>
          <p:nvPr>
            <p:ph type="pic" sz="quarter" idx="13"/>
          </p:nvPr>
        </p:nvSpPr>
        <p:spPr>
          <a:xfrm>
            <a:off x="537027" y="4277251"/>
            <a:ext cx="206660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1200"/>
            </a:lvl1pPr>
          </a:lstStyle>
          <a:p>
            <a:endParaRPr lang="en-ID" dirty="0"/>
          </a:p>
        </p:txBody>
      </p:sp>
      <p:sp>
        <p:nvSpPr>
          <p:cNvPr id="8" name="Content Placeholder 2">
            <a:extLst>
              <a:ext uri="{FF2B5EF4-FFF2-40B4-BE49-F238E27FC236}">
                <a16:creationId xmlns:a16="http://schemas.microsoft.com/office/drawing/2014/main" id="{96F213A9-305D-2AFC-FF34-19434A2D95EE}"/>
              </a:ext>
            </a:extLst>
          </p:cNvPr>
          <p:cNvSpPr>
            <a:spLocks noGrp="1"/>
          </p:cNvSpPr>
          <p:nvPr>
            <p:ph idx="1"/>
          </p:nvPr>
        </p:nvSpPr>
        <p:spPr>
          <a:xfrm>
            <a:off x="5071533" y="273051"/>
            <a:ext cx="6815667" cy="5853113"/>
          </a:xfrm>
        </p:spPr>
        <p:txBody>
          <a:bodyPr/>
          <a:lstStyle>
            <a:lvl1pPr>
              <a:defRPr sz="3200">
                <a:solidFill>
                  <a:schemeClr val="accent5"/>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056137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Vertical Title and Text">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308358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616716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9250740"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95352" y="274638"/>
            <a:ext cx="10457373" cy="1143000"/>
          </a:xfrm>
        </p:spPr>
        <p:txBody>
          <a:bodyPr/>
          <a:lstStyle>
            <a:lvl1pPr>
              <a:defRPr>
                <a:solidFill>
                  <a:schemeClr val="tx2"/>
                </a:solidFill>
              </a:defRPr>
            </a:lvl1pPr>
          </a:lstStyle>
          <a:p>
            <a:r>
              <a:rPr lang="en-US" dirty="0"/>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95352" y="1417638"/>
            <a:ext cx="11601296" cy="45259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3" name="Picture 10" descr="APU Logo Final-medium.jpg">
            <a:extLst>
              <a:ext uri="{FF2B5EF4-FFF2-40B4-BE49-F238E27FC236}">
                <a16:creationId xmlns:a16="http://schemas.microsoft.com/office/drawing/2014/main" id="{C388C33F-8C44-39F0-8C2F-7CF690D3C16C}"/>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27490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Vertical Title and Text">
    <p:bg>
      <p:bgPr>
        <a:solidFill>
          <a:srgbClr val="001B4D"/>
        </a:solidFill>
        <a:effectLst/>
      </p:bgPr>
    </p:bg>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308358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616716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9250740"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95352" y="274638"/>
            <a:ext cx="10457373" cy="1143000"/>
          </a:xfrm>
        </p:spPr>
        <p:txBody>
          <a:bodyPr/>
          <a:lstStyle>
            <a:lvl1pPr>
              <a:defRPr>
                <a:solidFill>
                  <a:schemeClr val="accent5"/>
                </a:solidFill>
              </a:defRPr>
            </a:lvl1pPr>
          </a:lstStyle>
          <a:p>
            <a:r>
              <a:rPr lang="en-US" dirty="0"/>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95352" y="1417638"/>
            <a:ext cx="11601296"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4" name="Picture 3" descr="Logo, company name&#10;&#10;Description automatically generated">
            <a:extLst>
              <a:ext uri="{FF2B5EF4-FFF2-40B4-BE49-F238E27FC236}">
                <a16:creationId xmlns:a16="http://schemas.microsoft.com/office/drawing/2014/main" id="{13D2297B-429D-D242-496A-D8036CC69E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216929512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picture containing outdoor object, honeycomb&#10;&#10;Description automatically generated">
            <a:extLst>
              <a:ext uri="{FF2B5EF4-FFF2-40B4-BE49-F238E27FC236}">
                <a16:creationId xmlns:a16="http://schemas.microsoft.com/office/drawing/2014/main" id="{ECC693F6-F024-A3A9-24FB-E8ED5704B67C}"/>
              </a:ext>
            </a:extLst>
          </p:cNvPr>
          <p:cNvPicPr>
            <a:picLocks noChangeAspect="1"/>
          </p:cNvPicPr>
          <p:nvPr userDrawn="1"/>
        </p:nvPicPr>
        <p:blipFill rotWithShape="1">
          <a:blip r:embed="rId43">
            <a:extLst>
              <a:ext uri="{BEBA8EAE-BF5A-486C-A8C5-ECC9F3942E4B}">
                <a14:imgProps xmlns:a14="http://schemas.microsoft.com/office/drawing/2010/main">
                  <a14:imgLayer r:embed="rId44">
                    <a14:imgEffect>
                      <a14:saturation sat="66000"/>
                    </a14:imgEffect>
                  </a14:imgLayer>
                </a14:imgProps>
              </a:ext>
              <a:ext uri="{28A0092B-C50C-407E-A947-70E740481C1C}">
                <a14:useLocalDpi xmlns:a14="http://schemas.microsoft.com/office/drawing/2010/main" val="0"/>
              </a:ext>
            </a:extLst>
          </a:blip>
          <a:srcRect t="94815"/>
          <a:stretch/>
        </p:blipFill>
        <p:spPr>
          <a:xfrm>
            <a:off x="0" y="6502398"/>
            <a:ext cx="12192000" cy="355601"/>
          </a:xfrm>
          <a:prstGeom prst="rect">
            <a:avLst/>
          </a:prstGeom>
        </p:spPr>
      </p:pic>
      <p:sp>
        <p:nvSpPr>
          <p:cNvPr id="1028" name="Rectangle 4">
            <a:extLst>
              <a:ext uri="{FF2B5EF4-FFF2-40B4-BE49-F238E27FC236}">
                <a16:creationId xmlns:a16="http://schemas.microsoft.com/office/drawing/2014/main" id="{B623752B-4505-458A-8F13-B97CEB0BB875}"/>
              </a:ext>
            </a:extLst>
          </p:cNvPr>
          <p:cNvSpPr>
            <a:spLocks noGrp="1" noChangeArrowheads="1"/>
          </p:cNvSpPr>
          <p:nvPr>
            <p:ph type="body" idx="1"/>
          </p:nvPr>
        </p:nvSpPr>
        <p:spPr bwMode="auto">
          <a:xfrm>
            <a:off x="254000" y="1697038"/>
            <a:ext cx="117475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dirty="0"/>
              <a:t>Click to edit Master text styles</a:t>
            </a:r>
          </a:p>
          <a:p>
            <a:pPr lvl="1"/>
            <a:r>
              <a:rPr lang="en-GB" altLang="en-US" dirty="0"/>
              <a:t>Second level</a:t>
            </a:r>
          </a:p>
          <a:p>
            <a:pPr lvl="2"/>
            <a:r>
              <a:rPr lang="en-GB" altLang="en-US" dirty="0"/>
              <a:t>Third level</a:t>
            </a:r>
          </a:p>
          <a:p>
            <a:pPr lvl="3"/>
            <a:r>
              <a:rPr lang="en-GB" altLang="en-US" dirty="0"/>
              <a:t>Fourth level</a:t>
            </a:r>
          </a:p>
          <a:p>
            <a:pPr lvl="4"/>
            <a:r>
              <a:rPr lang="en-GB" altLang="en-US" dirty="0"/>
              <a:t>Fifth level</a:t>
            </a:r>
          </a:p>
        </p:txBody>
      </p:sp>
      <p:sp>
        <p:nvSpPr>
          <p:cNvPr id="1029" name="Rectangle 6">
            <a:extLst>
              <a:ext uri="{FF2B5EF4-FFF2-40B4-BE49-F238E27FC236}">
                <a16:creationId xmlns:a16="http://schemas.microsoft.com/office/drawing/2014/main" id="{4D7F5865-615B-424A-A375-A8F1EEAE744B}"/>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
        <p:nvSpPr>
          <p:cNvPr id="2" name="TextBox 1">
            <a:extLst>
              <a:ext uri="{FF2B5EF4-FFF2-40B4-BE49-F238E27FC236}">
                <a16:creationId xmlns:a16="http://schemas.microsoft.com/office/drawing/2014/main" id="{A748569D-7387-4D30-B100-DC94E7D1863E}"/>
              </a:ext>
            </a:extLst>
          </p:cNvPr>
          <p:cNvSpPr txBox="1"/>
          <p:nvPr userDrawn="1"/>
        </p:nvSpPr>
        <p:spPr>
          <a:xfrm>
            <a:off x="10859590" y="6588371"/>
            <a:ext cx="1550125" cy="215444"/>
          </a:xfrm>
          <a:prstGeom prst="rect">
            <a:avLst/>
          </a:prstGeom>
          <a:noFill/>
        </p:spPr>
        <p:txBody>
          <a:bodyPr wrap="square" rtlCol="0">
            <a:spAutoFit/>
          </a:bodyPr>
          <a:lstStyle/>
          <a:p>
            <a:pPr algn="ctr"/>
            <a:r>
              <a:rPr lang="en-US" sz="800" dirty="0">
                <a:solidFill>
                  <a:schemeClr val="bg2"/>
                </a:solidFill>
                <a:latin typeface="Montserrat" panose="00000500000000000000" pitchFamily="2" charset="0"/>
              </a:rPr>
              <a:t>SLIDE </a:t>
            </a:r>
            <a:fld id="{7E7DF8DA-2BBC-4974-99EF-62657F72EFE3}" type="slidenum">
              <a:rPr lang="en-US" sz="800" smtClean="0">
                <a:solidFill>
                  <a:schemeClr val="bg2"/>
                </a:solidFill>
                <a:latin typeface="Montserrat" panose="00000500000000000000" pitchFamily="2" charset="0"/>
              </a:rPr>
              <a:pPr algn="ctr"/>
              <a:t>‹#›</a:t>
            </a:fld>
            <a:endParaRPr lang="en-US" sz="800" dirty="0">
              <a:solidFill>
                <a:schemeClr val="bg2"/>
              </a:solidFill>
              <a:latin typeface="Montserrat" panose="00000500000000000000" pitchFamily="2" charset="0"/>
            </a:endParaRPr>
          </a:p>
        </p:txBody>
      </p:sp>
      <p:sp>
        <p:nvSpPr>
          <p:cNvPr id="3" name="TextBox 2">
            <a:extLst>
              <a:ext uri="{FF2B5EF4-FFF2-40B4-BE49-F238E27FC236}">
                <a16:creationId xmlns:a16="http://schemas.microsoft.com/office/drawing/2014/main" id="{86DC117F-9549-84AD-C279-A42AEB20D920}"/>
              </a:ext>
            </a:extLst>
          </p:cNvPr>
          <p:cNvSpPr txBox="1"/>
          <p:nvPr userDrawn="1"/>
        </p:nvSpPr>
        <p:spPr>
          <a:xfrm>
            <a:off x="39175" y="6588371"/>
            <a:ext cx="2377454" cy="215444"/>
          </a:xfrm>
          <a:prstGeom prst="rect">
            <a:avLst/>
          </a:prstGeom>
          <a:noFill/>
        </p:spPr>
        <p:txBody>
          <a:bodyPr wrap="square" rtlCol="0">
            <a:spAutoFit/>
          </a:bodyPr>
          <a:lstStyle/>
          <a:p>
            <a:pPr algn="l"/>
            <a:r>
              <a:rPr lang="en-US" sz="800" dirty="0">
                <a:solidFill>
                  <a:schemeClr val="bg2"/>
                </a:solidFill>
                <a:latin typeface="Montserrat" panose="00000500000000000000" pitchFamily="2" charset="0"/>
              </a:rPr>
              <a:t>Module Code &amp; Module Title</a:t>
            </a:r>
          </a:p>
        </p:txBody>
      </p:sp>
      <p:sp>
        <p:nvSpPr>
          <p:cNvPr id="8" name="TextBox 7">
            <a:extLst>
              <a:ext uri="{FF2B5EF4-FFF2-40B4-BE49-F238E27FC236}">
                <a16:creationId xmlns:a16="http://schemas.microsoft.com/office/drawing/2014/main" id="{9EBD054F-4D2B-C683-DC2F-88927DD0A10B}"/>
              </a:ext>
            </a:extLst>
          </p:cNvPr>
          <p:cNvSpPr txBox="1"/>
          <p:nvPr userDrawn="1"/>
        </p:nvSpPr>
        <p:spPr>
          <a:xfrm>
            <a:off x="4480560" y="6572476"/>
            <a:ext cx="3396343" cy="215444"/>
          </a:xfrm>
          <a:prstGeom prst="rect">
            <a:avLst/>
          </a:prstGeom>
          <a:noFill/>
        </p:spPr>
        <p:txBody>
          <a:bodyPr wrap="square" rtlCol="0">
            <a:spAutoFit/>
          </a:bodyPr>
          <a:lstStyle/>
          <a:p>
            <a:pPr algn="ctr"/>
            <a:r>
              <a:rPr lang="en-US" sz="800" dirty="0">
                <a:solidFill>
                  <a:schemeClr val="bg2"/>
                </a:solidFill>
                <a:latin typeface="Montserrat" panose="00000500000000000000" pitchFamily="2" charset="0"/>
              </a:rPr>
              <a:t>Slide Title</a:t>
            </a:r>
          </a:p>
        </p:txBody>
      </p:sp>
    </p:spTree>
  </p:cSld>
  <p:clrMap bg1="lt1" tx1="dk1" bg2="lt2" tx2="dk2" accent1="accent1" accent2="accent2" accent3="accent3" accent4="accent4" accent5="accent5" accent6="accent6" hlink="hlink" folHlink="folHlink"/>
  <p:sldLayoutIdLst>
    <p:sldLayoutId id="2147483718" r:id="rId1"/>
    <p:sldLayoutId id="2147483753" r:id="rId2"/>
    <p:sldLayoutId id="2147483729" r:id="rId3"/>
    <p:sldLayoutId id="2147483757" r:id="rId4"/>
    <p:sldLayoutId id="2147483758" r:id="rId5"/>
    <p:sldLayoutId id="2147483720" r:id="rId6"/>
    <p:sldLayoutId id="2147483756" r:id="rId7"/>
    <p:sldLayoutId id="2147483719" r:id="rId8"/>
    <p:sldLayoutId id="2147483737" r:id="rId9"/>
    <p:sldLayoutId id="2147483723" r:id="rId10"/>
    <p:sldLayoutId id="2147483739" r:id="rId11"/>
    <p:sldLayoutId id="2147483721" r:id="rId12"/>
    <p:sldLayoutId id="2147483744" r:id="rId13"/>
    <p:sldLayoutId id="2147483722" r:id="rId14"/>
    <p:sldLayoutId id="2147483745" r:id="rId15"/>
    <p:sldLayoutId id="2147483731" r:id="rId16"/>
    <p:sldLayoutId id="2147483724" r:id="rId17"/>
    <p:sldLayoutId id="2147483730" r:id="rId18"/>
    <p:sldLayoutId id="2147483735" r:id="rId19"/>
    <p:sldLayoutId id="2147483725" r:id="rId20"/>
    <p:sldLayoutId id="2147483743" r:id="rId21"/>
    <p:sldLayoutId id="2147483726" r:id="rId22"/>
    <p:sldLayoutId id="2147483740" r:id="rId23"/>
    <p:sldLayoutId id="2147483732" r:id="rId24"/>
    <p:sldLayoutId id="2147483742" r:id="rId25"/>
    <p:sldLayoutId id="2147483749" r:id="rId26"/>
    <p:sldLayoutId id="2147483750" r:id="rId27"/>
    <p:sldLayoutId id="2147483741" r:id="rId28"/>
    <p:sldLayoutId id="2147483734" r:id="rId29"/>
    <p:sldLayoutId id="2147483733" r:id="rId30"/>
    <p:sldLayoutId id="2147483752" r:id="rId31"/>
    <p:sldLayoutId id="2147483727" r:id="rId32"/>
    <p:sldLayoutId id="2147483738" r:id="rId33"/>
    <p:sldLayoutId id="2147483751" r:id="rId34"/>
    <p:sldLayoutId id="2147483747" r:id="rId35"/>
    <p:sldLayoutId id="2147483736" r:id="rId36"/>
    <p:sldLayoutId id="2147483748" r:id="rId37"/>
    <p:sldLayoutId id="2147483728" r:id="rId38"/>
    <p:sldLayoutId id="2147483746" r:id="rId39"/>
    <p:sldLayoutId id="2147483754" r:id="rId40"/>
    <p:sldLayoutId id="2147483755" r:id="rId41"/>
  </p:sldLayoutIdLst>
  <p:hf hdr="0" ftr="0" dt="0"/>
  <p:txStyles>
    <p:titleStyle>
      <a:lvl1pPr algn="l" rtl="0" eaLnBrk="0" fontAlgn="base" hangingPunct="0">
        <a:spcBef>
          <a:spcPct val="0"/>
        </a:spcBef>
        <a:spcAft>
          <a:spcPct val="0"/>
        </a:spcAft>
        <a:defRPr sz="3000" b="1">
          <a:solidFill>
            <a:schemeClr val="tx2"/>
          </a:solidFill>
          <a:latin typeface="Montserrat" panose="00000500000000000000" pitchFamily="2" charset="0"/>
          <a:ea typeface="+mj-ea"/>
          <a:cs typeface="+mj-cs"/>
        </a:defRPr>
      </a:lvl1pPr>
      <a:lvl2pPr algn="ctr" rtl="0" eaLnBrk="0" fontAlgn="base" hangingPunct="0">
        <a:spcBef>
          <a:spcPct val="0"/>
        </a:spcBef>
        <a:spcAft>
          <a:spcPct val="0"/>
        </a:spcAft>
        <a:defRPr sz="3600">
          <a:solidFill>
            <a:schemeClr val="tx2"/>
          </a:solidFill>
          <a:latin typeface="Arial" charset="0"/>
        </a:defRPr>
      </a:lvl2pPr>
      <a:lvl3pPr algn="ctr" rtl="0" eaLnBrk="0" fontAlgn="base" hangingPunct="0">
        <a:spcBef>
          <a:spcPct val="0"/>
        </a:spcBef>
        <a:spcAft>
          <a:spcPct val="0"/>
        </a:spcAft>
        <a:defRPr sz="3600">
          <a:solidFill>
            <a:schemeClr val="tx2"/>
          </a:solidFill>
          <a:latin typeface="Arial" charset="0"/>
        </a:defRPr>
      </a:lvl3pPr>
      <a:lvl4pPr algn="ctr" rtl="0" eaLnBrk="0" fontAlgn="base" hangingPunct="0">
        <a:spcBef>
          <a:spcPct val="0"/>
        </a:spcBef>
        <a:spcAft>
          <a:spcPct val="0"/>
        </a:spcAft>
        <a:defRPr sz="3600">
          <a:solidFill>
            <a:schemeClr val="tx2"/>
          </a:solidFill>
          <a:latin typeface="Arial" charset="0"/>
        </a:defRPr>
      </a:lvl4pPr>
      <a:lvl5pPr algn="ctr" rtl="0" eaLnBrk="0" fontAlgn="base" hangingPunct="0">
        <a:spcBef>
          <a:spcPct val="0"/>
        </a:spcBef>
        <a:spcAft>
          <a:spcPct val="0"/>
        </a:spcAft>
        <a:defRPr sz="3600">
          <a:solidFill>
            <a:schemeClr val="tx2"/>
          </a:solidFill>
          <a:latin typeface="Arial" charset="0"/>
        </a:defRPr>
      </a:lvl5pPr>
      <a:lvl6pPr marL="457200" algn="ctr" rtl="0" fontAlgn="base">
        <a:spcBef>
          <a:spcPct val="0"/>
        </a:spcBef>
        <a:spcAft>
          <a:spcPct val="0"/>
        </a:spcAft>
        <a:defRPr sz="3600">
          <a:solidFill>
            <a:schemeClr val="tx2"/>
          </a:solidFill>
          <a:latin typeface="Arial" charset="0"/>
        </a:defRPr>
      </a:lvl6pPr>
      <a:lvl7pPr marL="914400" algn="ctr" rtl="0" fontAlgn="base">
        <a:spcBef>
          <a:spcPct val="0"/>
        </a:spcBef>
        <a:spcAft>
          <a:spcPct val="0"/>
        </a:spcAft>
        <a:defRPr sz="3600">
          <a:solidFill>
            <a:schemeClr val="tx2"/>
          </a:solidFill>
          <a:latin typeface="Arial" charset="0"/>
        </a:defRPr>
      </a:lvl7pPr>
      <a:lvl8pPr marL="1371600" algn="ctr" rtl="0" fontAlgn="base">
        <a:spcBef>
          <a:spcPct val="0"/>
        </a:spcBef>
        <a:spcAft>
          <a:spcPct val="0"/>
        </a:spcAft>
        <a:defRPr sz="3600">
          <a:solidFill>
            <a:schemeClr val="tx2"/>
          </a:solidFill>
          <a:latin typeface="Arial" charset="0"/>
        </a:defRPr>
      </a:lvl8pPr>
      <a:lvl9pPr marL="1828800" algn="ctr" rtl="0" fontAlgn="base">
        <a:spcBef>
          <a:spcPct val="0"/>
        </a:spcBef>
        <a:spcAft>
          <a:spcPct val="0"/>
        </a:spcAft>
        <a:defRPr sz="3600">
          <a:solidFill>
            <a:schemeClr val="tx2"/>
          </a:solidFill>
          <a:latin typeface="Arial" charset="0"/>
        </a:defRPr>
      </a:lvl9pPr>
    </p:titleStyle>
    <p:bodyStyle>
      <a:lvl1pPr marL="342900" indent="-342900" algn="l" rtl="0" eaLnBrk="0" fontAlgn="base" hangingPunct="0">
        <a:spcBef>
          <a:spcPct val="20000"/>
        </a:spcBef>
        <a:spcAft>
          <a:spcPct val="0"/>
        </a:spcAft>
        <a:buChar char="•"/>
        <a:defRPr sz="2500">
          <a:solidFill>
            <a:schemeClr val="tx1"/>
          </a:solidFill>
          <a:latin typeface="+mj-lt"/>
          <a:ea typeface="+mn-ea"/>
          <a:cs typeface="Calibri" panose="020F0502020204030204" pitchFamily="34" charset="0"/>
        </a:defRPr>
      </a:lvl1pPr>
      <a:lvl2pPr marL="742950" indent="-285750" algn="l" rtl="0" eaLnBrk="0" fontAlgn="base" hangingPunct="0">
        <a:spcBef>
          <a:spcPct val="20000"/>
        </a:spcBef>
        <a:spcAft>
          <a:spcPct val="0"/>
        </a:spcAft>
        <a:buChar char="–"/>
        <a:defRPr sz="2000">
          <a:solidFill>
            <a:schemeClr val="tx1"/>
          </a:solidFill>
          <a:latin typeface="+mj-lt"/>
          <a:cs typeface="Calibri" panose="020F0502020204030204" pitchFamily="34" charset="0"/>
        </a:defRPr>
      </a:lvl2pPr>
      <a:lvl3pPr marL="1143000" indent="-228600" algn="l" rtl="0" eaLnBrk="0" fontAlgn="base" hangingPunct="0">
        <a:spcBef>
          <a:spcPct val="20000"/>
        </a:spcBef>
        <a:spcAft>
          <a:spcPct val="0"/>
        </a:spcAft>
        <a:buChar char="•"/>
        <a:defRPr sz="1800">
          <a:solidFill>
            <a:schemeClr val="tx1"/>
          </a:solidFill>
          <a:latin typeface="+mj-lt"/>
          <a:cs typeface="Calibri" panose="020F0502020204030204" pitchFamily="34" charset="0"/>
        </a:defRPr>
      </a:lvl3pPr>
      <a:lvl4pPr marL="1600200" indent="-228600" algn="l" rtl="0" eaLnBrk="0" fontAlgn="base" hangingPunct="0">
        <a:spcBef>
          <a:spcPct val="20000"/>
        </a:spcBef>
        <a:spcAft>
          <a:spcPct val="0"/>
        </a:spcAft>
        <a:buChar char="–"/>
        <a:defRPr sz="1500">
          <a:solidFill>
            <a:schemeClr val="tx1"/>
          </a:solidFill>
          <a:latin typeface="+mj-lt"/>
          <a:cs typeface="Calibri" panose="020F0502020204030204" pitchFamily="34" charset="0"/>
        </a:defRPr>
      </a:lvl4pPr>
      <a:lvl5pPr marL="2057400" indent="-228600" algn="l" rtl="0" eaLnBrk="0" fontAlgn="base" hangingPunct="0">
        <a:spcBef>
          <a:spcPct val="20000"/>
        </a:spcBef>
        <a:spcAft>
          <a:spcPct val="0"/>
        </a:spcAft>
        <a:buChar char="»"/>
        <a:defRPr sz="1200">
          <a:solidFill>
            <a:schemeClr val="tx1"/>
          </a:solidFill>
          <a:latin typeface="+mj-lt"/>
          <a:cs typeface="Calibri" panose="020F0502020204030204"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31.xml"/><Relationship Id="rId1" Type="http://schemas.openxmlformats.org/officeDocument/2006/relationships/slideLayout" Target="../slideLayouts/slideLayout10.xml"/><Relationship Id="rId4" Type="http://schemas.openxmlformats.org/officeDocument/2006/relationships/hyperlink" Target="http://wwwhomes.doc.ic.ac.uk/~jnm/book/book_applets/concurrency.html" TargetMode="Externa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10.xml"/><Relationship Id="rId5" Type="http://schemas.openxmlformats.org/officeDocument/2006/relationships/image" Target="../media/image12.emf"/><Relationship Id="rId4" Type="http://schemas.openxmlformats.org/officeDocument/2006/relationships/oleObject" Target="../embeddings/oleObject1.bin"/></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7"/>
          <p:cNvSpPr>
            <a:spLocks noGrp="1" noChangeArrowheads="1"/>
          </p:cNvSpPr>
          <p:nvPr>
            <p:ph type="ctrTitle"/>
          </p:nvPr>
        </p:nvSpPr>
        <p:spPr>
          <a:xfrm>
            <a:off x="4654417" y="3907473"/>
            <a:ext cx="5695950" cy="781050"/>
          </a:xfrm>
          <a:noFill/>
        </p:spPr>
        <p:txBody>
          <a:bodyPr/>
          <a:lstStyle/>
          <a:p>
            <a:pPr algn="r" eaLnBrk="1" hangingPunct="1"/>
            <a:r>
              <a:rPr lang="en-GB" altLang="en-US" dirty="0"/>
              <a:t>Classical Problems</a:t>
            </a:r>
            <a:endParaRPr lang="en-US" altLang="en-US" dirty="0"/>
          </a:p>
        </p:txBody>
      </p:sp>
      <p:sp>
        <p:nvSpPr>
          <p:cNvPr id="4" name="Text Box 6">
            <a:extLst>
              <a:ext uri="{FF2B5EF4-FFF2-40B4-BE49-F238E27FC236}">
                <a16:creationId xmlns:a16="http://schemas.microsoft.com/office/drawing/2014/main" id="{A5DFE4A3-08B6-4FB7-BCE6-37AD0E1A7C0F}"/>
              </a:ext>
            </a:extLst>
          </p:cNvPr>
          <p:cNvSpPr txBox="1">
            <a:spLocks noChangeArrowheads="1"/>
          </p:cNvSpPr>
          <p:nvPr/>
        </p:nvSpPr>
        <p:spPr bwMode="auto">
          <a:xfrm>
            <a:off x="3913188" y="2241551"/>
            <a:ext cx="6754812"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909E8E84-426E-40dd-AFC4-6F175D3DCCD1}"/>
            <a:ext uri="{91240B29-F687-4f45-9708-019B960494DF}"/>
          </a:extLst>
        </p:spPr>
        <p:txBody>
          <a:bodyPr anchor="ctr">
            <a:spAutoFit/>
          </a:bodyPr>
          <a:lstStyle>
            <a:lvl1pPr algn="ctr" rtl="0" eaLnBrk="1" fontAlgn="base" hangingPunct="1">
              <a:spcBef>
                <a:spcPct val="0"/>
              </a:spcBef>
              <a:spcAft>
                <a:spcPct val="0"/>
              </a:spcAft>
              <a:defRPr sz="2400">
                <a:solidFill>
                  <a:schemeClr val="tx1"/>
                </a:solidFill>
                <a:latin typeface="Arial" charset="0"/>
                <a:ea typeface="ＭＳ Ｐゴシック" charset="0"/>
                <a:cs typeface="ＭＳ Ｐゴシック" charset="0"/>
              </a:defRPr>
            </a:lvl1pPr>
            <a:lvl2pPr marL="742950" indent="-285750" algn="ctr" rtl="0" eaLnBrk="1" fontAlgn="base" hangingPunct="1">
              <a:spcBef>
                <a:spcPct val="0"/>
              </a:spcBef>
              <a:spcAft>
                <a:spcPct val="0"/>
              </a:spcAft>
              <a:defRPr sz="2400">
                <a:solidFill>
                  <a:schemeClr val="tx1"/>
                </a:solidFill>
                <a:latin typeface="Arial" charset="0"/>
                <a:ea typeface="ＭＳ Ｐゴシック" charset="0"/>
              </a:defRPr>
            </a:lvl2pPr>
            <a:lvl3pPr marL="1143000" indent="-228600" algn="ctr" rtl="0" eaLnBrk="1" fontAlgn="base" hangingPunct="1">
              <a:spcBef>
                <a:spcPct val="0"/>
              </a:spcBef>
              <a:spcAft>
                <a:spcPct val="0"/>
              </a:spcAft>
              <a:defRPr sz="2400">
                <a:solidFill>
                  <a:schemeClr val="tx1"/>
                </a:solidFill>
                <a:latin typeface="Arial" charset="0"/>
                <a:ea typeface="ＭＳ Ｐゴシック" charset="0"/>
              </a:defRPr>
            </a:lvl3pPr>
            <a:lvl4pPr marL="1600200" indent="-228600" algn="ctr" rtl="0" eaLnBrk="1" fontAlgn="base" hangingPunct="1">
              <a:spcBef>
                <a:spcPct val="0"/>
              </a:spcBef>
              <a:spcAft>
                <a:spcPct val="0"/>
              </a:spcAft>
              <a:defRPr sz="2400">
                <a:solidFill>
                  <a:schemeClr val="tx1"/>
                </a:solidFill>
                <a:latin typeface="Arial" charset="0"/>
                <a:ea typeface="ＭＳ Ｐゴシック" charset="0"/>
              </a:defRPr>
            </a:lvl4pPr>
            <a:lvl5pPr marL="2057400" indent="-228600" algn="ctr" rtl="0" eaLnBrk="1" fontAlgn="base" hangingPunct="1">
              <a:spcBef>
                <a:spcPct val="0"/>
              </a:spcBef>
              <a:spcAft>
                <a:spcPct val="0"/>
              </a:spcAft>
              <a:defRPr sz="2400">
                <a:solidFill>
                  <a:schemeClr val="tx1"/>
                </a:solidFill>
                <a:latin typeface="Arial" charset="0"/>
                <a:ea typeface="ＭＳ Ｐゴシック" charset="0"/>
              </a:defRPr>
            </a:lvl5pPr>
            <a:lvl6pPr marL="2514600" indent="-228600" algn="ctr" rtl="0" eaLnBrk="0" fontAlgn="base" hangingPunct="0">
              <a:spcBef>
                <a:spcPct val="0"/>
              </a:spcBef>
              <a:spcAft>
                <a:spcPct val="0"/>
              </a:spcAft>
              <a:defRPr sz="2400">
                <a:solidFill>
                  <a:schemeClr val="tx1"/>
                </a:solidFill>
                <a:latin typeface="Arial" charset="0"/>
                <a:ea typeface="ＭＳ Ｐゴシック" charset="0"/>
              </a:defRPr>
            </a:lvl6pPr>
            <a:lvl7pPr marL="2971800" indent="-228600" algn="ctr" rtl="0" eaLnBrk="0" fontAlgn="base" hangingPunct="0">
              <a:spcBef>
                <a:spcPct val="0"/>
              </a:spcBef>
              <a:spcAft>
                <a:spcPct val="0"/>
              </a:spcAft>
              <a:defRPr sz="2400">
                <a:solidFill>
                  <a:schemeClr val="tx1"/>
                </a:solidFill>
                <a:latin typeface="Arial" charset="0"/>
                <a:ea typeface="ＭＳ Ｐゴシック" charset="0"/>
              </a:defRPr>
            </a:lvl7pPr>
            <a:lvl8pPr marL="3429000" indent="-228600" algn="ctr" rtl="0" eaLnBrk="0" fontAlgn="base" hangingPunct="0">
              <a:spcBef>
                <a:spcPct val="0"/>
              </a:spcBef>
              <a:spcAft>
                <a:spcPct val="0"/>
              </a:spcAft>
              <a:defRPr sz="2400">
                <a:solidFill>
                  <a:schemeClr val="tx1"/>
                </a:solidFill>
                <a:latin typeface="Arial" charset="0"/>
                <a:ea typeface="ＭＳ Ｐゴシック" charset="0"/>
              </a:defRPr>
            </a:lvl8pPr>
            <a:lvl9pPr marL="3886200" indent="-228600" algn="ctr" rtl="0" eaLnBrk="0" fontAlgn="base" hangingPunct="0">
              <a:spcBef>
                <a:spcPct val="0"/>
              </a:spcBef>
              <a:spcAft>
                <a:spcPct val="0"/>
              </a:spcAft>
              <a:defRPr sz="2400">
                <a:solidFill>
                  <a:schemeClr val="tx1"/>
                </a:solidFill>
                <a:latin typeface="Arial" charset="0"/>
                <a:ea typeface="ＭＳ Ｐゴシック" charset="0"/>
              </a:defRPr>
            </a:lvl9pPr>
          </a:lstStyle>
          <a:p>
            <a:pPr>
              <a:defRPr/>
            </a:pPr>
            <a:r>
              <a:rPr lang="en-US" sz="3800" kern="0" dirty="0">
                <a:solidFill>
                  <a:schemeClr val="bg1"/>
                </a:solidFill>
              </a:rPr>
              <a:t>Concurrent Programming</a:t>
            </a:r>
            <a:br>
              <a:rPr lang="en-US" sz="3800" kern="0" dirty="0">
                <a:solidFill>
                  <a:schemeClr val="bg1"/>
                </a:solidFill>
              </a:rPr>
            </a:br>
            <a:r>
              <a:rPr lang="en-US" sz="1400" kern="0" dirty="0">
                <a:solidFill>
                  <a:schemeClr val="bg1"/>
                </a:solidFill>
              </a:rPr>
              <a:t>CT074-3-2 </a:t>
            </a:r>
            <a:r>
              <a:rPr lang="en-US" sz="1400" kern="0">
                <a:solidFill>
                  <a:schemeClr val="bg1"/>
                </a:solidFill>
              </a:rPr>
              <a:t>Version 0120</a:t>
            </a:r>
            <a:endParaRPr lang="en-US" sz="1400" kern="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a:extLst>
              <a:ext uri="{FF2B5EF4-FFF2-40B4-BE49-F238E27FC236}">
                <a16:creationId xmlns:a16="http://schemas.microsoft.com/office/drawing/2014/main" id="{860548D0-DADD-480B-93CD-601258E14E21}"/>
              </a:ext>
            </a:extLst>
          </p:cNvPr>
          <p:cNvSpPr txBox="1">
            <a:spLocks noGrp="1" noChangeArrowheads="1"/>
          </p:cNvSpPr>
          <p:nvPr>
            <p:ph type="title"/>
          </p:nvPr>
        </p:nvSpPr>
        <p:spPr>
          <a:xfrm>
            <a:off x="2111375" y="346095"/>
            <a:ext cx="5846472" cy="553998"/>
          </a:xfrm>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zh-TW" b="1" u="sng" dirty="0">
                <a:solidFill>
                  <a:schemeClr val="accent6">
                    <a:lumMod val="75000"/>
                  </a:schemeClr>
                </a:solidFill>
                <a:latin typeface="Century Gothic" panose="020B0502020202020204" pitchFamily="34" charset="0"/>
                <a:ea typeface="新細明體" pitchFamily="18" charset="-120"/>
              </a:rPr>
              <a:t>Topic &amp; Structure of The Lesson</a:t>
            </a:r>
            <a:endParaRPr lang="en-US" altLang="zh-TW" u="sng" dirty="0">
              <a:solidFill>
                <a:schemeClr val="accent6">
                  <a:lumMod val="75000"/>
                </a:schemeClr>
              </a:solidFill>
              <a:latin typeface="Century Gothic" panose="020B0502020202020204" pitchFamily="34" charset="0"/>
              <a:ea typeface="新細明體" pitchFamily="18" charset="-120"/>
            </a:endParaRPr>
          </a:p>
        </p:txBody>
      </p:sp>
      <p:sp>
        <p:nvSpPr>
          <p:cNvPr id="17411" name="Content Placeholder 2"/>
          <p:cNvSpPr>
            <a:spLocks noGrp="1" noChangeArrowheads="1"/>
          </p:cNvSpPr>
          <p:nvPr>
            <p:ph idx="1"/>
          </p:nvPr>
        </p:nvSpPr>
        <p:spPr>
          <a:xfrm>
            <a:off x="2033588" y="1697038"/>
            <a:ext cx="8229600" cy="4525962"/>
          </a:xfrm>
        </p:spPr>
        <p:txBody>
          <a:bodyPr/>
          <a:lstStyle/>
          <a:p>
            <a:pPr eaLnBrk="1" hangingPunct="1"/>
            <a:r>
              <a:rPr lang="en-US" altLang="en-US" dirty="0"/>
              <a:t>Semaphores</a:t>
            </a:r>
          </a:p>
          <a:p>
            <a:pPr eaLnBrk="1" hangingPunct="1"/>
            <a:r>
              <a:rPr lang="en-US" altLang="en-US" dirty="0"/>
              <a:t>Nested Monitors</a:t>
            </a:r>
          </a:p>
          <a:p>
            <a:pPr eaLnBrk="1" hangingPunct="1"/>
            <a:endParaRPr lang="en-US" altLang="en-US" dirty="0"/>
          </a:p>
        </p:txBody>
      </p:sp>
    </p:spTree>
    <p:extLst>
      <p:ext uri="{BB962C8B-B14F-4D97-AF65-F5344CB8AC3E}">
        <p14:creationId xmlns:p14="http://schemas.microsoft.com/office/powerpoint/2010/main" val="3258952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EE4EE045-7CF2-4E60-B80A-EC3896102004}"/>
              </a:ext>
            </a:extLst>
          </p:cNvPr>
          <p:cNvSpPr txBox="1">
            <a:spLocks noGrp="1" noChangeArrowheads="1"/>
          </p:cNvSpPr>
          <p:nvPr>
            <p:ph type="title"/>
          </p:nvPr>
        </p:nvSpPr>
        <p:spPr>
          <a:xfrm>
            <a:off x="3211514" y="350858"/>
            <a:ext cx="3836307" cy="553998"/>
          </a:xfrm>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zh-TW" b="1" u="sng" dirty="0">
                <a:solidFill>
                  <a:schemeClr val="accent6">
                    <a:lumMod val="75000"/>
                  </a:schemeClr>
                </a:solidFill>
                <a:latin typeface="Century Gothic" panose="020B0502020202020204" pitchFamily="34" charset="0"/>
                <a:ea typeface="新細明體" pitchFamily="18" charset="-120"/>
              </a:rPr>
              <a:t>Learning Outcomes</a:t>
            </a:r>
          </a:p>
        </p:txBody>
      </p:sp>
      <p:sp>
        <p:nvSpPr>
          <p:cNvPr id="19459" name="Content Placeholder 2"/>
          <p:cNvSpPr>
            <a:spLocks noGrp="1" noChangeArrowheads="1"/>
          </p:cNvSpPr>
          <p:nvPr>
            <p:ph idx="1"/>
          </p:nvPr>
        </p:nvSpPr>
        <p:spPr/>
        <p:txBody>
          <a:bodyPr/>
          <a:lstStyle/>
          <a:p>
            <a:pPr eaLnBrk="1" hangingPunct="1"/>
            <a:r>
              <a:rPr lang="en-US" altLang="zh-TW" b="1">
                <a:latin typeface="Century Gothic" panose="020B0502020202020204" pitchFamily="34" charset="0"/>
                <a:ea typeface="PMingLiU" pitchFamily="18" charset="-120"/>
              </a:rPr>
              <a:t>At the end of this topic, You should be able to</a:t>
            </a:r>
          </a:p>
          <a:p>
            <a:pPr eaLnBrk="1" hangingPunct="1"/>
            <a:r>
              <a:rPr lang="en-US" altLang="en-US" b="1">
                <a:latin typeface="Century Gothic" panose="020B0502020202020204" pitchFamily="34" charset="0"/>
                <a:ea typeface="PMingLiU" pitchFamily="18" charset="-120"/>
              </a:rPr>
              <a:t>Describe how semaphores work </a:t>
            </a:r>
          </a:p>
          <a:p>
            <a:pPr eaLnBrk="1" hangingPunct="1"/>
            <a:r>
              <a:rPr lang="en-US" altLang="en-US" b="1">
                <a:latin typeface="Century Gothic" panose="020B0502020202020204" pitchFamily="34" charset="0"/>
                <a:ea typeface="PMingLiU" pitchFamily="18" charset="-120"/>
              </a:rPr>
              <a:t>Discuss issues in nested monitors</a:t>
            </a:r>
          </a:p>
          <a:p>
            <a:pPr eaLnBrk="1" hangingPunct="1"/>
            <a:endParaRPr lang="en-US" altLang="en-US" b="1">
              <a:latin typeface="Century Gothic" panose="020B0502020202020204" pitchFamily="34" charset="0"/>
              <a:ea typeface="PMingLiU" pitchFamily="18" charset="-120"/>
            </a:endParaRPr>
          </a:p>
          <a:p>
            <a:pPr eaLnBrk="1" hangingPunct="1"/>
            <a:endParaRPr lang="en-US" altLang="en-US"/>
          </a:p>
        </p:txBody>
      </p:sp>
    </p:spTree>
    <p:extLst>
      <p:ext uri="{BB962C8B-B14F-4D97-AF65-F5344CB8AC3E}">
        <p14:creationId xmlns:p14="http://schemas.microsoft.com/office/powerpoint/2010/main" val="1437241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56EC4-1092-4B77-ABE4-780FACE4F278}"/>
              </a:ext>
            </a:extLst>
          </p:cNvPr>
          <p:cNvSpPr>
            <a:spLocks noGrp="1"/>
          </p:cNvSpPr>
          <p:nvPr>
            <p:ph type="title"/>
          </p:nvPr>
        </p:nvSpPr>
        <p:spPr/>
        <p:txBody>
          <a:bodyPr/>
          <a:lstStyle/>
          <a:p>
            <a:pPr eaLnBrk="1" hangingPunct="1">
              <a:defRPr/>
            </a:pPr>
            <a:r>
              <a:rPr lang="en-US" altLang="en-US" b="1" u="sng" dirty="0">
                <a:solidFill>
                  <a:schemeClr val="accent6">
                    <a:lumMod val="75000"/>
                  </a:schemeClr>
                </a:solidFill>
                <a:latin typeface="Century Gothic" panose="020B0502020202020204" pitchFamily="34" charset="0"/>
                <a:cs typeface="Arial" panose="020B0604020202020204" pitchFamily="34" charset="0"/>
              </a:rPr>
              <a:t>Key Terms You Must Be Able To Use</a:t>
            </a:r>
            <a:endParaRPr lang="en-US" dirty="0">
              <a:solidFill>
                <a:schemeClr val="accent6">
                  <a:lumMod val="75000"/>
                </a:schemeClr>
              </a:solidFill>
              <a:latin typeface="Century Gothic" panose="020B0502020202020204" pitchFamily="34" charset="0"/>
            </a:endParaRPr>
          </a:p>
        </p:txBody>
      </p:sp>
      <p:sp>
        <p:nvSpPr>
          <p:cNvPr id="20483" name="Content Placeholder 2"/>
          <p:cNvSpPr>
            <a:spLocks noGrp="1" noChangeArrowheads="1"/>
          </p:cNvSpPr>
          <p:nvPr>
            <p:ph idx="1"/>
          </p:nvPr>
        </p:nvSpPr>
        <p:spPr/>
        <p:txBody>
          <a:bodyPr/>
          <a:lstStyle/>
          <a:p>
            <a:pPr eaLnBrk="1" hangingPunct="1"/>
            <a:r>
              <a:rPr lang="en-US" altLang="en-US" sz="2000" b="1">
                <a:latin typeface="Century Gothic" panose="020B0502020202020204" pitchFamily="34" charset="0"/>
              </a:rPr>
              <a:t>If you have mastered this topic, </a:t>
            </a:r>
            <a:r>
              <a:rPr lang="en-US" altLang="en-US" sz="2000" b="1">
                <a:solidFill>
                  <a:srgbClr val="990000"/>
                </a:solidFill>
                <a:latin typeface="Century Gothic" panose="020B0502020202020204" pitchFamily="34" charset="0"/>
              </a:rPr>
              <a:t>you should be able to use the following terms correctly in your assignments and exams</a:t>
            </a:r>
            <a:r>
              <a:rPr lang="en-US" altLang="en-US" sz="2000" b="1">
                <a:latin typeface="Century Gothic" panose="020B0502020202020204" pitchFamily="34" charset="0"/>
              </a:rPr>
              <a:t>:</a:t>
            </a:r>
          </a:p>
          <a:p>
            <a:pPr eaLnBrk="1" hangingPunct="1"/>
            <a:r>
              <a:rPr lang="en-US" altLang="en-US"/>
              <a:t>Semaphores</a:t>
            </a:r>
          </a:p>
          <a:p>
            <a:pPr eaLnBrk="1" hangingPunct="1"/>
            <a:r>
              <a:rPr lang="en-US" altLang="en-US"/>
              <a:t>Nested Monitors</a:t>
            </a:r>
          </a:p>
          <a:p>
            <a:pPr eaLnBrk="1" hangingPunct="1"/>
            <a:endParaRPr lang="en-US" altLang="en-US"/>
          </a:p>
        </p:txBody>
      </p:sp>
    </p:spTree>
    <p:extLst>
      <p:ext uri="{BB962C8B-B14F-4D97-AF65-F5344CB8AC3E}">
        <p14:creationId xmlns:p14="http://schemas.microsoft.com/office/powerpoint/2010/main" val="3565446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3243263" y="411164"/>
            <a:ext cx="39941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b="1"/>
              <a:t>Learning Outcomes</a:t>
            </a:r>
          </a:p>
        </p:txBody>
      </p:sp>
      <p:sp>
        <p:nvSpPr>
          <p:cNvPr id="124931" name="Rectangle 3"/>
          <p:cNvSpPr>
            <a:spLocks noChangeArrowheads="1"/>
          </p:cNvSpPr>
          <p:nvPr/>
        </p:nvSpPr>
        <p:spPr bwMode="auto">
          <a:xfrm>
            <a:off x="1882776" y="2354264"/>
            <a:ext cx="8004175"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spcBef>
                <a:spcPct val="20000"/>
              </a:spcBef>
              <a:buChar char="•"/>
              <a:tabLst>
                <a:tab pos="914400" algn="l"/>
              </a:tabLst>
              <a:defRPr sz="3200">
                <a:solidFill>
                  <a:schemeClr val="tx1"/>
                </a:solidFill>
                <a:latin typeface="Arial" panose="020B0604020202020204" pitchFamily="34" charset="0"/>
              </a:defRPr>
            </a:lvl1pPr>
            <a:lvl2pPr marL="800100" indent="-342900">
              <a:spcBef>
                <a:spcPct val="20000"/>
              </a:spcBef>
              <a:buChar char="–"/>
              <a:tabLst>
                <a:tab pos="914400" algn="l"/>
              </a:tabLst>
              <a:defRPr sz="2800">
                <a:solidFill>
                  <a:schemeClr val="tx1"/>
                </a:solidFill>
                <a:latin typeface="Arial" panose="020B0604020202020204" pitchFamily="34" charset="0"/>
              </a:defRPr>
            </a:lvl2pPr>
            <a:lvl3pPr marL="1143000" indent="-228600">
              <a:spcBef>
                <a:spcPct val="20000"/>
              </a:spcBef>
              <a:buChar char="•"/>
              <a:tabLst>
                <a:tab pos="914400" algn="l"/>
              </a:tabLst>
              <a:defRPr sz="2400">
                <a:solidFill>
                  <a:schemeClr val="tx1"/>
                </a:solidFill>
                <a:latin typeface="Arial" panose="020B0604020202020204" pitchFamily="34" charset="0"/>
              </a:defRPr>
            </a:lvl3pPr>
            <a:lvl4pPr marL="1600200" indent="-228600">
              <a:spcBef>
                <a:spcPct val="20000"/>
              </a:spcBef>
              <a:buChar char="–"/>
              <a:tabLst>
                <a:tab pos="914400" algn="l"/>
              </a:tabLst>
              <a:defRPr sz="2000">
                <a:solidFill>
                  <a:schemeClr val="tx1"/>
                </a:solidFill>
                <a:latin typeface="Arial" panose="020B0604020202020204" pitchFamily="34" charset="0"/>
              </a:defRPr>
            </a:lvl4pPr>
            <a:lvl5pPr marL="2057400" indent="-228600">
              <a:spcBef>
                <a:spcPct val="20000"/>
              </a:spcBef>
              <a:buChar char="»"/>
              <a:tabLst>
                <a:tab pos="914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9pPr>
          </a:lstStyle>
          <a:p>
            <a:pPr eaLnBrk="1" hangingPunct="1">
              <a:spcBef>
                <a:spcPct val="0"/>
              </a:spcBef>
              <a:buFontTx/>
              <a:buNone/>
            </a:pPr>
            <a:r>
              <a:rPr lang="en-GB" altLang="en-US" sz="2200" b="1"/>
              <a:t>    At the end of this module, you should be able to do the following:</a:t>
            </a:r>
          </a:p>
          <a:p>
            <a:pPr eaLnBrk="1" hangingPunct="1">
              <a:spcBef>
                <a:spcPct val="0"/>
              </a:spcBef>
              <a:buFontTx/>
              <a:buNone/>
            </a:pPr>
            <a:endParaRPr lang="en-GB" altLang="en-US" sz="2200" b="1"/>
          </a:p>
          <a:p>
            <a:pPr lvl="1" eaLnBrk="1" hangingPunct="1">
              <a:spcBef>
                <a:spcPct val="0"/>
              </a:spcBef>
              <a:buFontTx/>
              <a:buAutoNum type="arabicPeriod"/>
            </a:pPr>
            <a:r>
              <a:rPr lang="en-US" altLang="en-US" sz="2200" b="1"/>
              <a:t>Explain and apply the fundamental concepts of concurrency in the design and construction of a concurrent system using  Java application. </a:t>
            </a:r>
          </a:p>
          <a:p>
            <a:pPr lvl="1" eaLnBrk="1" hangingPunct="1">
              <a:spcBef>
                <a:spcPct val="0"/>
              </a:spcBef>
              <a:buFontTx/>
              <a:buAutoNum type="arabicPeriod"/>
            </a:pPr>
            <a:r>
              <a:rPr lang="en-US" altLang="en-US" sz="2200" b="1"/>
              <a:t>Discuss the safety aspects of multi threaded system</a:t>
            </a:r>
          </a:p>
          <a:p>
            <a:pPr lvl="1" eaLnBrk="1" hangingPunct="1">
              <a:spcBef>
                <a:spcPct val="0"/>
              </a:spcBef>
              <a:buFontTx/>
              <a:buAutoNum type="arabicPeriod"/>
            </a:pPr>
            <a:r>
              <a:rPr lang="en-US" altLang="en-US" sz="2200" b="1"/>
              <a:t>Discuss the need for encapsulation in concurrent systems</a:t>
            </a:r>
          </a:p>
        </p:txBody>
      </p:sp>
    </p:spTree>
    <p:extLst>
      <p:ext uri="{BB962C8B-B14F-4D97-AF65-F5344CB8AC3E}">
        <p14:creationId xmlns:p14="http://schemas.microsoft.com/office/powerpoint/2010/main" val="266748139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24931">
                                            <p:txEl>
                                              <p:pRg st="0" end="0"/>
                                            </p:txEl>
                                          </p:spTgt>
                                        </p:tgtEl>
                                        <p:attrNameLst>
                                          <p:attrName>style.visibility</p:attrName>
                                        </p:attrNameLst>
                                      </p:cBhvr>
                                      <p:to>
                                        <p:strVal val="visible"/>
                                      </p:to>
                                    </p:set>
                                    <p:anim calcmode="lin" valueType="num">
                                      <p:cBhvr additive="base">
                                        <p:cTn id="7" dur="500" fill="hold"/>
                                        <p:tgtEl>
                                          <p:spTgt spid="1249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493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3621088" y="0"/>
            <a:ext cx="399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b="1"/>
              <a:t>Learning Outcomes</a:t>
            </a:r>
          </a:p>
        </p:txBody>
      </p:sp>
      <p:sp>
        <p:nvSpPr>
          <p:cNvPr id="23555" name="Rectangle 3"/>
          <p:cNvSpPr>
            <a:spLocks noChangeArrowheads="1"/>
          </p:cNvSpPr>
          <p:nvPr/>
        </p:nvSpPr>
        <p:spPr bwMode="auto">
          <a:xfrm>
            <a:off x="1524001" y="2073276"/>
            <a:ext cx="8545513"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spcBef>
                <a:spcPct val="20000"/>
              </a:spcBef>
              <a:buChar char="•"/>
              <a:tabLst>
                <a:tab pos="914400" algn="l"/>
              </a:tabLst>
              <a:defRPr sz="3200">
                <a:solidFill>
                  <a:schemeClr val="tx1"/>
                </a:solidFill>
                <a:latin typeface="Arial" panose="020B0604020202020204" pitchFamily="34" charset="0"/>
              </a:defRPr>
            </a:lvl1pPr>
            <a:lvl2pPr marL="800100" indent="-342900">
              <a:spcBef>
                <a:spcPct val="20000"/>
              </a:spcBef>
              <a:buChar char="–"/>
              <a:tabLst>
                <a:tab pos="914400" algn="l"/>
              </a:tabLst>
              <a:defRPr sz="2800">
                <a:solidFill>
                  <a:schemeClr val="tx1"/>
                </a:solidFill>
                <a:latin typeface="Arial" panose="020B0604020202020204" pitchFamily="34" charset="0"/>
              </a:defRPr>
            </a:lvl2pPr>
            <a:lvl3pPr marL="1143000" indent="-228600">
              <a:spcBef>
                <a:spcPct val="20000"/>
              </a:spcBef>
              <a:buChar char="•"/>
              <a:tabLst>
                <a:tab pos="914400" algn="l"/>
              </a:tabLst>
              <a:defRPr sz="2400">
                <a:solidFill>
                  <a:schemeClr val="tx1"/>
                </a:solidFill>
                <a:latin typeface="Arial" panose="020B0604020202020204" pitchFamily="34" charset="0"/>
              </a:defRPr>
            </a:lvl3pPr>
            <a:lvl4pPr marL="1600200" indent="-228600">
              <a:spcBef>
                <a:spcPct val="20000"/>
              </a:spcBef>
              <a:buChar char="–"/>
              <a:tabLst>
                <a:tab pos="914400" algn="l"/>
              </a:tabLst>
              <a:defRPr sz="2000">
                <a:solidFill>
                  <a:schemeClr val="tx1"/>
                </a:solidFill>
                <a:latin typeface="Arial" panose="020B0604020202020204" pitchFamily="34" charset="0"/>
              </a:defRPr>
            </a:lvl4pPr>
            <a:lvl5pPr marL="2057400" indent="-228600">
              <a:spcBef>
                <a:spcPct val="20000"/>
              </a:spcBef>
              <a:buChar char="»"/>
              <a:tabLst>
                <a:tab pos="914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9pPr>
          </a:lstStyle>
          <a:p>
            <a:pPr eaLnBrk="1" hangingPunct="1">
              <a:spcBef>
                <a:spcPct val="0"/>
              </a:spcBef>
              <a:buFontTx/>
              <a:buNone/>
            </a:pPr>
            <a:r>
              <a:rPr lang="en-GB" altLang="en-US" b="1"/>
              <a:t>   At the end of this module, you should be able to do the following:</a:t>
            </a:r>
          </a:p>
          <a:p>
            <a:pPr eaLnBrk="1" hangingPunct="1">
              <a:spcBef>
                <a:spcPct val="0"/>
              </a:spcBef>
              <a:buFontTx/>
              <a:buNone/>
            </a:pPr>
            <a:endParaRPr lang="en-GB" altLang="en-US" b="1"/>
          </a:p>
          <a:p>
            <a:pPr lvl="1" eaLnBrk="1" hangingPunct="1">
              <a:spcBef>
                <a:spcPct val="0"/>
              </a:spcBef>
              <a:buFontTx/>
              <a:buAutoNum type="arabicPeriod"/>
            </a:pPr>
            <a:r>
              <a:rPr lang="en-GB" altLang="en-US" b="1"/>
              <a:t>Discuss the concept of condition synchronisation. </a:t>
            </a:r>
          </a:p>
          <a:p>
            <a:pPr lvl="1" eaLnBrk="1" hangingPunct="1">
              <a:spcBef>
                <a:spcPct val="0"/>
              </a:spcBef>
              <a:buFontTx/>
              <a:buAutoNum type="arabicPeriod"/>
            </a:pPr>
            <a:r>
              <a:rPr lang="en-GB" altLang="en-US" b="1"/>
              <a:t>Represent conditional synchronisation in Java.  </a:t>
            </a:r>
          </a:p>
        </p:txBody>
      </p:sp>
    </p:spTree>
    <p:extLst>
      <p:ext uri="{BB962C8B-B14F-4D97-AF65-F5344CB8AC3E}">
        <p14:creationId xmlns:p14="http://schemas.microsoft.com/office/powerpoint/2010/main" val="69588950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1862139" y="1803400"/>
            <a:ext cx="8510587" cy="449580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25603" name="Rectangle 3"/>
          <p:cNvSpPr>
            <a:spLocks noGrp="1" noChangeArrowheads="1"/>
          </p:cNvSpPr>
          <p:nvPr>
            <p:ph type="title"/>
          </p:nvPr>
        </p:nvSpPr>
        <p:spPr>
          <a:xfrm>
            <a:off x="2120900" y="38100"/>
            <a:ext cx="7042150" cy="1143000"/>
          </a:xfrm>
        </p:spPr>
        <p:txBody>
          <a:bodyPr/>
          <a:lstStyle/>
          <a:p>
            <a:pPr eaLnBrk="1" hangingPunct="1"/>
            <a:r>
              <a:rPr lang="en-US" altLang="en-US" b="1"/>
              <a:t>Classical Problems</a:t>
            </a:r>
            <a:endParaRPr lang="en-GB" altLang="en-US" b="1"/>
          </a:p>
        </p:txBody>
      </p:sp>
      <p:sp>
        <p:nvSpPr>
          <p:cNvPr id="25604" name="Text Box 4"/>
          <p:cNvSpPr txBox="1">
            <a:spLocks noChangeArrowheads="1"/>
          </p:cNvSpPr>
          <p:nvPr/>
        </p:nvSpPr>
        <p:spPr bwMode="auto">
          <a:xfrm>
            <a:off x="1895476" y="1766889"/>
            <a:ext cx="8772525" cy="378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a:solidFill>
                  <a:srgbClr val="CC0000"/>
                </a:solidFill>
                <a:latin typeface="Calibri" panose="020F0502020204030204" pitchFamily="34" charset="0"/>
              </a:rPr>
              <a:t>Concepts</a:t>
            </a:r>
            <a:r>
              <a:rPr lang="en-GB" altLang="en-US" sz="2400">
                <a:latin typeface="Calibri" panose="020F0502020204030204" pitchFamily="34" charset="0"/>
              </a:rPr>
              <a:t>: 	</a:t>
            </a:r>
            <a:r>
              <a:rPr lang="en-GB" altLang="en-US" sz="2400">
                <a:solidFill>
                  <a:schemeClr val="accent2"/>
                </a:solidFill>
                <a:latin typeface="Calibri" panose="020F0502020204030204" pitchFamily="34" charset="0"/>
              </a:rPr>
              <a:t>monitors</a:t>
            </a:r>
            <a:r>
              <a:rPr lang="en-GB" altLang="en-US" sz="2400">
                <a:latin typeface="Calibri" panose="020F0502020204030204" pitchFamily="34" charset="0"/>
              </a:rPr>
              <a:t>: </a:t>
            </a:r>
          </a:p>
          <a:p>
            <a:pPr>
              <a:spcBef>
                <a:spcPct val="0"/>
              </a:spcBef>
              <a:buFontTx/>
              <a:buNone/>
            </a:pPr>
            <a:r>
              <a:rPr lang="en-GB" altLang="en-US" sz="2400">
                <a:latin typeface="Calibri" panose="020F0502020204030204" pitchFamily="34" charset="0"/>
              </a:rPr>
              <a:t>			encapsulated data + access procedures</a:t>
            </a:r>
          </a:p>
          <a:p>
            <a:pPr>
              <a:spcBef>
                <a:spcPct val="0"/>
              </a:spcBef>
              <a:buFontTx/>
              <a:buNone/>
            </a:pPr>
            <a:r>
              <a:rPr lang="en-GB" altLang="en-US" sz="2400">
                <a:latin typeface="Calibri" panose="020F0502020204030204" pitchFamily="34" charset="0"/>
              </a:rPr>
              <a:t>			mutual exclusion + </a:t>
            </a:r>
            <a:r>
              <a:rPr lang="en-GB" altLang="en-US" sz="2400">
                <a:solidFill>
                  <a:schemeClr val="accent2"/>
                </a:solidFill>
                <a:latin typeface="Calibri" panose="020F0502020204030204" pitchFamily="34" charset="0"/>
              </a:rPr>
              <a:t>condition synchronization</a:t>
            </a:r>
            <a:endParaRPr lang="en-GB" altLang="en-US" sz="2400">
              <a:latin typeface="Calibri" panose="020F0502020204030204" pitchFamily="34" charset="0"/>
            </a:endParaRPr>
          </a:p>
          <a:p>
            <a:pPr>
              <a:spcBef>
                <a:spcPct val="0"/>
              </a:spcBef>
              <a:buFontTx/>
              <a:buNone/>
            </a:pPr>
            <a:r>
              <a:rPr lang="en-GB" altLang="en-US" sz="2400">
                <a:latin typeface="Calibri" panose="020F0502020204030204" pitchFamily="34" charset="0"/>
              </a:rPr>
              <a:t>		           single access procedure active  in the monitor</a:t>
            </a:r>
          </a:p>
          <a:p>
            <a:pPr>
              <a:spcBef>
                <a:spcPct val="0"/>
              </a:spcBef>
              <a:buFontTx/>
              <a:buNone/>
            </a:pPr>
            <a:r>
              <a:rPr lang="en-GB" altLang="en-US" sz="2400">
                <a:latin typeface="Calibri" panose="020F0502020204030204" pitchFamily="34" charset="0"/>
              </a:rPr>
              <a:t>		 </a:t>
            </a:r>
            <a:r>
              <a:rPr lang="en-GB" altLang="en-US" sz="2400">
                <a:solidFill>
                  <a:schemeClr val="accent2"/>
                </a:solidFill>
                <a:latin typeface="Calibri" panose="020F0502020204030204" pitchFamily="34" charset="0"/>
              </a:rPr>
              <a:t>nested monitors</a:t>
            </a:r>
            <a:endParaRPr lang="en-GB" altLang="en-US" sz="2400">
              <a:latin typeface="Calibri" panose="020F0502020204030204" pitchFamily="34" charset="0"/>
            </a:endParaRPr>
          </a:p>
          <a:p>
            <a:pPr>
              <a:spcBef>
                <a:spcPct val="0"/>
              </a:spcBef>
              <a:buFontTx/>
              <a:buNone/>
            </a:pPr>
            <a:endParaRPr lang="en-GB" altLang="en-US" sz="2400">
              <a:latin typeface="Calibri" panose="020F0502020204030204" pitchFamily="34" charset="0"/>
            </a:endParaRPr>
          </a:p>
          <a:p>
            <a:pPr>
              <a:spcBef>
                <a:spcPct val="0"/>
              </a:spcBef>
              <a:buFontTx/>
              <a:buNone/>
            </a:pPr>
            <a:endParaRPr lang="en-GB" altLang="en-US" sz="2400">
              <a:latin typeface="Calibri" panose="020F0502020204030204" pitchFamily="34" charset="0"/>
            </a:endParaRPr>
          </a:p>
          <a:p>
            <a:pPr>
              <a:spcBef>
                <a:spcPct val="0"/>
              </a:spcBef>
              <a:buFontTx/>
              <a:buNone/>
            </a:pPr>
            <a:r>
              <a:rPr lang="en-GB" altLang="en-US" sz="2400">
                <a:solidFill>
                  <a:srgbClr val="CC0000"/>
                </a:solidFill>
                <a:latin typeface="Calibri" panose="020F0502020204030204" pitchFamily="34" charset="0"/>
              </a:rPr>
              <a:t>Practice</a:t>
            </a:r>
            <a:r>
              <a:rPr lang="en-GB" altLang="en-US" sz="2400">
                <a:latin typeface="Calibri" panose="020F0502020204030204" pitchFamily="34" charset="0"/>
              </a:rPr>
              <a:t>:	 private data and synchronized methods (exclusion).</a:t>
            </a:r>
          </a:p>
          <a:p>
            <a:pPr>
              <a:spcBef>
                <a:spcPct val="0"/>
              </a:spcBef>
              <a:buFontTx/>
              <a:buNone/>
            </a:pPr>
            <a:r>
              <a:rPr lang="en-GB" altLang="en-US" sz="2400">
                <a:latin typeface="Calibri" panose="020F0502020204030204" pitchFamily="34" charset="0"/>
              </a:rPr>
              <a:t>		 </a:t>
            </a:r>
            <a:r>
              <a:rPr lang="en-GB" altLang="en-US" sz="2400">
                <a:solidFill>
                  <a:schemeClr val="accent2"/>
                </a:solidFill>
                <a:latin typeface="Calibri" panose="020F0502020204030204" pitchFamily="34" charset="0"/>
              </a:rPr>
              <a:t>wait(),</a:t>
            </a:r>
            <a:r>
              <a:rPr lang="en-GB" altLang="en-US" sz="2400">
                <a:latin typeface="Calibri" panose="020F0502020204030204" pitchFamily="34" charset="0"/>
              </a:rPr>
              <a:t> </a:t>
            </a:r>
            <a:r>
              <a:rPr lang="en-GB" altLang="en-US" sz="2400">
                <a:solidFill>
                  <a:schemeClr val="accent2"/>
                </a:solidFill>
                <a:latin typeface="Calibri" panose="020F0502020204030204" pitchFamily="34" charset="0"/>
              </a:rPr>
              <a:t>notify()</a:t>
            </a:r>
            <a:r>
              <a:rPr lang="en-GB" altLang="en-US" sz="2400">
                <a:latin typeface="Calibri" panose="020F0502020204030204" pitchFamily="34" charset="0"/>
              </a:rPr>
              <a:t> and </a:t>
            </a:r>
            <a:r>
              <a:rPr lang="en-GB" altLang="en-US" sz="2400">
                <a:solidFill>
                  <a:schemeClr val="accent2"/>
                </a:solidFill>
                <a:latin typeface="Calibri" panose="020F0502020204030204" pitchFamily="34" charset="0"/>
              </a:rPr>
              <a:t>notifyAll()</a:t>
            </a:r>
            <a:r>
              <a:rPr lang="en-GB" altLang="en-US" sz="2400">
                <a:latin typeface="Calibri" panose="020F0502020204030204" pitchFamily="34" charset="0"/>
              </a:rPr>
              <a:t> for condition synch.</a:t>
            </a:r>
          </a:p>
          <a:p>
            <a:pPr>
              <a:spcBef>
                <a:spcPct val="0"/>
              </a:spcBef>
              <a:buFontTx/>
              <a:buNone/>
            </a:pPr>
            <a:r>
              <a:rPr lang="en-GB" altLang="en-US" sz="2400">
                <a:latin typeface="Calibri" panose="020F0502020204030204" pitchFamily="34" charset="0"/>
              </a:rPr>
              <a:t>		 single thread active in the monitor at a time</a:t>
            </a:r>
          </a:p>
        </p:txBody>
      </p:sp>
    </p:spTree>
    <p:extLst>
      <p:ext uri="{BB962C8B-B14F-4D97-AF65-F5344CB8AC3E}">
        <p14:creationId xmlns:p14="http://schemas.microsoft.com/office/powerpoint/2010/main" val="3275276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2009775" y="0"/>
            <a:ext cx="7042150" cy="769938"/>
          </a:xfrm>
        </p:spPr>
        <p:txBody>
          <a:bodyPr/>
          <a:lstStyle/>
          <a:p>
            <a:pPr eaLnBrk="1" hangingPunct="1"/>
            <a:r>
              <a:rPr lang="en-US" altLang="en-US" b="1"/>
              <a:t>Bounded Buffer</a:t>
            </a:r>
          </a:p>
        </p:txBody>
      </p:sp>
      <p:sp>
        <p:nvSpPr>
          <p:cNvPr id="27651" name="Text Box 3"/>
          <p:cNvSpPr txBox="1">
            <a:spLocks noChangeArrowheads="1"/>
          </p:cNvSpPr>
          <p:nvPr/>
        </p:nvSpPr>
        <p:spPr bwMode="auto">
          <a:xfrm>
            <a:off x="2297113" y="4267201"/>
            <a:ext cx="7878762"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a:latin typeface="Comic Sans MS" panose="030F0702030302020204" pitchFamily="66" charset="0"/>
              </a:rPr>
              <a:t>A bounded buffer consists of a fixed number of slots. Items are put into the buffer by a </a:t>
            </a:r>
            <a:r>
              <a:rPr lang="en-GB" altLang="en-US" sz="2400" i="1">
                <a:latin typeface="Comic Sans MS" panose="030F0702030302020204" pitchFamily="66" charset="0"/>
              </a:rPr>
              <a:t>producer</a:t>
            </a:r>
            <a:r>
              <a:rPr lang="en-GB" altLang="en-US" sz="2400">
                <a:latin typeface="Comic Sans MS" panose="030F0702030302020204" pitchFamily="66" charset="0"/>
              </a:rPr>
              <a:t> process and removed by a </a:t>
            </a:r>
            <a:r>
              <a:rPr lang="en-GB" altLang="en-US" sz="2400" i="1">
                <a:latin typeface="Comic Sans MS" panose="030F0702030302020204" pitchFamily="66" charset="0"/>
              </a:rPr>
              <a:t>consumer</a:t>
            </a:r>
            <a:r>
              <a:rPr lang="en-GB" altLang="en-US" sz="2400">
                <a:latin typeface="Comic Sans MS" panose="030F0702030302020204" pitchFamily="66" charset="0"/>
              </a:rPr>
              <a:t> process. It can be used to smooth out transfer rates between the </a:t>
            </a:r>
            <a:r>
              <a:rPr lang="en-GB" altLang="en-US" sz="2400" i="1">
                <a:latin typeface="Comic Sans MS" panose="030F0702030302020204" pitchFamily="66" charset="0"/>
              </a:rPr>
              <a:t>producer</a:t>
            </a:r>
            <a:r>
              <a:rPr lang="en-GB" altLang="en-US" sz="2400">
                <a:latin typeface="Comic Sans MS" panose="030F0702030302020204" pitchFamily="66" charset="0"/>
              </a:rPr>
              <a:t> and </a:t>
            </a:r>
            <a:r>
              <a:rPr lang="en-GB" altLang="en-US" sz="2400" i="1">
                <a:latin typeface="Comic Sans MS" panose="030F0702030302020204" pitchFamily="66" charset="0"/>
              </a:rPr>
              <a:t>consumer.</a:t>
            </a:r>
            <a:r>
              <a:rPr lang="en-GB" altLang="en-US" sz="2400">
                <a:latin typeface="Comic Sans MS" panose="030F0702030302020204" pitchFamily="66" charset="0"/>
              </a:rPr>
              <a:t> </a:t>
            </a:r>
          </a:p>
          <a:p>
            <a:pPr>
              <a:spcBef>
                <a:spcPct val="50000"/>
              </a:spcBef>
              <a:buFontTx/>
              <a:buNone/>
            </a:pPr>
            <a:r>
              <a:rPr lang="en-GB" altLang="en-US" sz="2000">
                <a:latin typeface="Comic Sans MS" panose="030F0702030302020204" pitchFamily="66" charset="0"/>
              </a:rPr>
              <a:t>(see car park example)</a:t>
            </a:r>
            <a:endParaRPr lang="en-GB" altLang="en-US" sz="2400">
              <a:latin typeface="Comic Sans MS" panose="030F0702030302020204" pitchFamily="66" charset="0"/>
            </a:endParaRPr>
          </a:p>
        </p:txBody>
      </p:sp>
      <p:pic>
        <p:nvPicPr>
          <p:cNvPr id="27652" name="Picture 4" descr="figure5-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7414" y="1295401"/>
            <a:ext cx="7877175" cy="288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66704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2227264" y="1193800"/>
            <a:ext cx="6892925" cy="4978400"/>
          </a:xfrm>
          <a:prstGeom prst="rect">
            <a:avLst/>
          </a:prstGeom>
          <a:solidFill>
            <a:schemeClr val="bg1"/>
          </a:solidFill>
          <a:ln w="12700">
            <a:solidFill>
              <a:schemeClr val="tx1"/>
            </a:solidFill>
            <a:miter lim="800000"/>
            <a:headEnd/>
            <a:tailEnd/>
          </a:ln>
          <a:effectLst>
            <a:outerShdw dist="107763" dir="2700000" algn="ctr" rotWithShape="0">
              <a:schemeClr val="folHlink"/>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29699" name="Rectangle 3"/>
          <p:cNvSpPr>
            <a:spLocks noGrp="1" noChangeArrowheads="1"/>
          </p:cNvSpPr>
          <p:nvPr>
            <p:ph type="title"/>
          </p:nvPr>
        </p:nvSpPr>
        <p:spPr>
          <a:xfrm>
            <a:off x="1990725" y="0"/>
            <a:ext cx="7042150" cy="1143000"/>
          </a:xfrm>
        </p:spPr>
        <p:txBody>
          <a:bodyPr/>
          <a:lstStyle/>
          <a:p>
            <a:pPr eaLnBrk="1" hangingPunct="1"/>
            <a:r>
              <a:rPr lang="en-GB" altLang="en-US" b="1"/>
              <a:t>bounded buffer program - buffer monitor</a:t>
            </a:r>
            <a:endParaRPr lang="en-US" altLang="en-US" b="1"/>
          </a:p>
        </p:txBody>
      </p:sp>
      <p:sp>
        <p:nvSpPr>
          <p:cNvPr id="29700" name="Text Box 4"/>
          <p:cNvSpPr txBox="1">
            <a:spLocks noChangeArrowheads="1"/>
          </p:cNvSpPr>
          <p:nvPr/>
        </p:nvSpPr>
        <p:spPr bwMode="auto">
          <a:xfrm>
            <a:off x="2297114" y="1155701"/>
            <a:ext cx="7667625" cy="5112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80000"/>
              </a:lnSpc>
              <a:spcBef>
                <a:spcPct val="0"/>
              </a:spcBef>
              <a:buFontTx/>
              <a:buNone/>
            </a:pPr>
            <a:r>
              <a:rPr lang="en-US" altLang="en-US" sz="2000" b="1" noProof="1">
                <a:solidFill>
                  <a:srgbClr val="0000FF"/>
                </a:solidFill>
                <a:latin typeface="Courier New" panose="02070309020205020404" pitchFamily="49" charset="0"/>
              </a:rPr>
              <a:t>public</a:t>
            </a:r>
            <a:r>
              <a:rPr lang="en-US" altLang="en-US" sz="2000" b="1" noProof="1">
                <a:latin typeface="Courier New" panose="02070309020205020404" pitchFamily="49" charset="0"/>
              </a:rPr>
              <a:t> interface Buffer </a:t>
            </a:r>
            <a:r>
              <a:rPr lang="en-US" altLang="ja-JP" sz="2000" b="1">
                <a:latin typeface="Courier New" panose="02070309020205020404" pitchFamily="49" charset="0"/>
                <a:ea typeface="MS PGothic" panose="020B0600070205080204" pitchFamily="34" charset="-128"/>
              </a:rPr>
              <a:t>&lt;E&gt;</a:t>
            </a:r>
            <a:r>
              <a:rPr lang="en-US" altLang="ja-JP" sz="2000">
                <a:latin typeface="Comic Sans MS" panose="030F0702030302020204" pitchFamily="66" charset="0"/>
                <a:ea typeface="MS PGothic" panose="020B0600070205080204" pitchFamily="34" charset="-128"/>
              </a:rPr>
              <a:t> </a:t>
            </a:r>
            <a:r>
              <a:rPr lang="en-US" altLang="en-US" sz="2000" b="1" noProof="1">
                <a:latin typeface="Courier New" panose="02070309020205020404" pitchFamily="49" charset="0"/>
              </a:rPr>
              <a:t>{…}</a:t>
            </a:r>
          </a:p>
          <a:p>
            <a:pPr>
              <a:lnSpc>
                <a:spcPct val="80000"/>
              </a:lnSpc>
              <a:spcBef>
                <a:spcPct val="0"/>
              </a:spcBef>
              <a:buFontTx/>
              <a:buNone/>
            </a:pPr>
            <a:endParaRPr lang="en-US" altLang="en-US" sz="1200" b="1" noProof="1">
              <a:latin typeface="Courier New" panose="02070309020205020404" pitchFamily="49" charset="0"/>
            </a:endParaRPr>
          </a:p>
          <a:p>
            <a:pPr>
              <a:lnSpc>
                <a:spcPct val="80000"/>
              </a:lnSpc>
              <a:spcBef>
                <a:spcPct val="0"/>
              </a:spcBef>
              <a:buFontTx/>
              <a:buNone/>
            </a:pPr>
            <a:endParaRPr lang="en-US" altLang="en-US" sz="800" b="1" noProof="1">
              <a:latin typeface="Courier New" panose="02070309020205020404" pitchFamily="49" charset="0"/>
            </a:endParaRPr>
          </a:p>
          <a:p>
            <a:pPr>
              <a:lnSpc>
                <a:spcPct val="80000"/>
              </a:lnSpc>
              <a:spcBef>
                <a:spcPct val="0"/>
              </a:spcBef>
              <a:buFontTx/>
              <a:buNone/>
            </a:pPr>
            <a:r>
              <a:rPr lang="en-US" altLang="en-US" sz="2000" b="1" noProof="1">
                <a:solidFill>
                  <a:srgbClr val="0000FF"/>
                </a:solidFill>
                <a:latin typeface="Courier New" panose="02070309020205020404" pitchFamily="49" charset="0"/>
              </a:rPr>
              <a:t>class</a:t>
            </a:r>
            <a:r>
              <a:rPr lang="en-US" altLang="en-US" sz="2000" b="1" noProof="1">
                <a:latin typeface="Courier New" panose="02070309020205020404" pitchFamily="49" charset="0"/>
              </a:rPr>
              <a:t> BufferImpl </a:t>
            </a:r>
            <a:r>
              <a:rPr lang="en-US" altLang="ja-JP" sz="2000" b="1">
                <a:latin typeface="Courier New" panose="02070309020205020404" pitchFamily="49" charset="0"/>
                <a:ea typeface="MS PGothic" panose="020B0600070205080204" pitchFamily="34" charset="-128"/>
              </a:rPr>
              <a:t>&lt;E&gt;</a:t>
            </a:r>
            <a:r>
              <a:rPr lang="en-US" altLang="ja-JP" sz="2000">
                <a:latin typeface="Comic Sans MS" panose="030F0702030302020204" pitchFamily="66" charset="0"/>
                <a:ea typeface="MS PGothic" panose="020B0600070205080204" pitchFamily="34" charset="-128"/>
              </a:rPr>
              <a:t> </a:t>
            </a:r>
            <a:r>
              <a:rPr lang="en-US" altLang="en-US" sz="2000" b="1" noProof="1">
                <a:solidFill>
                  <a:srgbClr val="0000FF"/>
                </a:solidFill>
                <a:latin typeface="Courier New" panose="02070309020205020404" pitchFamily="49" charset="0"/>
              </a:rPr>
              <a:t>implements</a:t>
            </a:r>
            <a:r>
              <a:rPr lang="en-US" altLang="en-US" sz="2000" b="1" noProof="1">
                <a:latin typeface="Courier New" panose="02070309020205020404" pitchFamily="49" charset="0"/>
              </a:rPr>
              <a:t> Buffer </a:t>
            </a:r>
            <a:r>
              <a:rPr lang="en-US" altLang="ja-JP" sz="2000" b="1">
                <a:latin typeface="Courier New" panose="02070309020205020404" pitchFamily="49" charset="0"/>
                <a:ea typeface="MS PGothic" panose="020B0600070205080204" pitchFamily="34" charset="-128"/>
              </a:rPr>
              <a:t>&lt;E&gt;</a:t>
            </a:r>
            <a:r>
              <a:rPr lang="en-US" altLang="ja-JP" sz="2000">
                <a:latin typeface="Comic Sans MS" panose="030F0702030302020204" pitchFamily="66" charset="0"/>
                <a:ea typeface="MS PGothic" panose="020B0600070205080204" pitchFamily="34" charset="-128"/>
              </a:rPr>
              <a:t> </a:t>
            </a:r>
            <a:r>
              <a:rPr lang="en-US" altLang="en-US" sz="2000" b="1" noProof="1">
                <a:latin typeface="Courier New" panose="02070309020205020404" pitchFamily="49" charset="0"/>
              </a:rPr>
              <a:t>{</a:t>
            </a:r>
          </a:p>
          <a:p>
            <a:pPr>
              <a:lnSpc>
                <a:spcPct val="80000"/>
              </a:lnSpc>
              <a:spcBef>
                <a:spcPct val="0"/>
              </a:spcBef>
              <a:buFontTx/>
              <a:buNone/>
            </a:pPr>
            <a:r>
              <a:rPr lang="en-US" altLang="en-US" sz="1800" b="1" noProof="1">
                <a:latin typeface="Courier New" panose="02070309020205020404" pitchFamily="49" charset="0"/>
              </a:rPr>
              <a:t>	…</a:t>
            </a:r>
          </a:p>
          <a:p>
            <a:pPr>
              <a:lnSpc>
                <a:spcPct val="80000"/>
              </a:lnSpc>
              <a:spcBef>
                <a:spcPct val="0"/>
              </a:spcBef>
              <a:buFontTx/>
              <a:buNone/>
            </a:pPr>
            <a:endParaRPr lang="en-US" altLang="en-US" sz="800" b="1" noProof="1">
              <a:latin typeface="Courier New" panose="02070309020205020404" pitchFamily="49" charset="0"/>
            </a:endParaRPr>
          </a:p>
          <a:p>
            <a:pPr>
              <a:lnSpc>
                <a:spcPct val="80000"/>
              </a:lnSpc>
              <a:spcBef>
                <a:spcPct val="0"/>
              </a:spcBef>
              <a:buFontTx/>
              <a:buNone/>
            </a:pP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public</a:t>
            </a:r>
            <a:r>
              <a:rPr lang="en-US" altLang="en-US" sz="2000" b="1" noProof="1">
                <a:latin typeface="Courier New" panose="02070309020205020404" pitchFamily="49" charset="0"/>
              </a:rPr>
              <a:t> synchronized void put(</a:t>
            </a:r>
            <a:r>
              <a:rPr lang="en-GB" altLang="en-US" sz="2000" b="1">
                <a:latin typeface="Courier New" panose="02070309020205020404" pitchFamily="49" charset="0"/>
              </a:rPr>
              <a:t>E</a:t>
            </a:r>
            <a:r>
              <a:rPr lang="en-GB" altLang="en-US" sz="2000" b="1" noProof="1">
                <a:latin typeface="Courier New" panose="02070309020205020404" pitchFamily="49" charset="0"/>
              </a:rPr>
              <a:t> o) </a:t>
            </a:r>
          </a:p>
          <a:p>
            <a:pPr>
              <a:lnSpc>
                <a:spcPct val="80000"/>
              </a:lnSpc>
              <a:spcBef>
                <a:spcPct val="0"/>
              </a:spcBef>
              <a:buFontTx/>
              <a:buNone/>
            </a:pPr>
            <a:r>
              <a:rPr lang="en-GB" altLang="en-US" sz="2000" b="1" noProof="1">
                <a:latin typeface="Courier New" panose="02070309020205020404" pitchFamily="49" charset="0"/>
              </a:rPr>
              <a:t>            </a:t>
            </a:r>
            <a:r>
              <a:rPr lang="en-GB" altLang="en-US" sz="2000" b="1" noProof="1">
                <a:solidFill>
                  <a:srgbClr val="0000FF"/>
                </a:solidFill>
                <a:latin typeface="Courier New" panose="02070309020205020404" pitchFamily="49" charset="0"/>
              </a:rPr>
              <a:t>throws</a:t>
            </a:r>
            <a:r>
              <a:rPr lang="en-GB" altLang="en-US" sz="2000" b="1" noProof="1">
                <a:latin typeface="Courier New" panose="02070309020205020404" pitchFamily="49" charset="0"/>
              </a:rPr>
              <a:t> InterruptedException {</a:t>
            </a:r>
          </a:p>
          <a:p>
            <a:pPr>
              <a:lnSpc>
                <a:spcPct val="80000"/>
              </a:lnSpc>
              <a:spcBef>
                <a:spcPct val="0"/>
              </a:spcBef>
              <a:buFontTx/>
              <a:buNone/>
            </a:pPr>
            <a:r>
              <a:rPr lang="en-GB" altLang="en-US" sz="2000" b="1" noProof="1">
                <a:latin typeface="Courier New" panose="02070309020205020404" pitchFamily="49" charset="0"/>
              </a:rPr>
              <a:t>    </a:t>
            </a:r>
            <a:r>
              <a:rPr lang="en-GB" altLang="en-US" sz="2000" b="1" noProof="1">
                <a:solidFill>
                  <a:srgbClr val="0000FF"/>
                </a:solidFill>
                <a:latin typeface="Courier New" panose="02070309020205020404" pitchFamily="49" charset="0"/>
              </a:rPr>
              <a:t>while</a:t>
            </a:r>
            <a:r>
              <a:rPr lang="en-GB" altLang="en-US" sz="2000" b="1" noProof="1">
                <a:latin typeface="Courier New" panose="02070309020205020404" pitchFamily="49" charset="0"/>
              </a:rPr>
              <a:t> </a:t>
            </a:r>
            <a:r>
              <a:rPr lang="en-GB" altLang="en-US" sz="2000" b="1" noProof="1">
                <a:solidFill>
                  <a:srgbClr val="CC0000"/>
                </a:solidFill>
                <a:latin typeface="Courier New" panose="02070309020205020404" pitchFamily="49" charset="0"/>
              </a:rPr>
              <a:t>(count==size)</a:t>
            </a:r>
            <a:r>
              <a:rPr lang="en-GB" altLang="en-US" sz="2000" b="1" noProof="1">
                <a:latin typeface="Courier New" panose="02070309020205020404" pitchFamily="49" charset="0"/>
              </a:rPr>
              <a:t> wait();</a:t>
            </a:r>
          </a:p>
          <a:p>
            <a:pPr>
              <a:lnSpc>
                <a:spcPct val="80000"/>
              </a:lnSpc>
              <a:spcBef>
                <a:spcPct val="0"/>
              </a:spcBef>
              <a:buFontTx/>
              <a:buNone/>
            </a:pPr>
            <a:r>
              <a:rPr lang="en-GB" altLang="en-US" sz="2000" b="1" noProof="1">
                <a:latin typeface="Courier New" panose="02070309020205020404" pitchFamily="49" charset="0"/>
              </a:rPr>
              <a:t>    buf[in] = o; ++count; in=(in+1)%size;</a:t>
            </a:r>
          </a:p>
          <a:p>
            <a:pPr>
              <a:lnSpc>
                <a:spcPct val="80000"/>
              </a:lnSpc>
              <a:spcBef>
                <a:spcPct val="0"/>
              </a:spcBef>
              <a:buFontTx/>
              <a:buNone/>
            </a:pPr>
            <a:r>
              <a:rPr lang="en-GB" altLang="en-US" sz="2000" b="1" noProof="1">
                <a:latin typeface="Courier New" panose="02070309020205020404" pitchFamily="49" charset="0"/>
              </a:rPr>
              <a:t>    notify</a:t>
            </a:r>
            <a:r>
              <a:rPr lang="en-GB" altLang="en-US" sz="2000" b="1">
                <a:latin typeface="Courier New" panose="02070309020205020404" pitchFamily="49" charset="0"/>
              </a:rPr>
              <a:t>All</a:t>
            </a:r>
            <a:r>
              <a:rPr lang="en-GB" altLang="en-US" sz="2000" b="1" noProof="1">
                <a:latin typeface="Courier New" panose="02070309020205020404" pitchFamily="49" charset="0"/>
              </a:rPr>
              <a:t>();</a:t>
            </a:r>
          </a:p>
          <a:p>
            <a:pPr>
              <a:lnSpc>
                <a:spcPct val="80000"/>
              </a:lnSpc>
              <a:spcBef>
                <a:spcPct val="0"/>
              </a:spcBef>
              <a:buFontTx/>
              <a:buNone/>
            </a:pPr>
            <a:r>
              <a:rPr lang="en-GB" altLang="en-US" sz="2000" b="1" noProof="1">
                <a:latin typeface="Courier New" panose="02070309020205020404" pitchFamily="49" charset="0"/>
              </a:rPr>
              <a:t>  }</a:t>
            </a:r>
          </a:p>
          <a:p>
            <a:pPr>
              <a:lnSpc>
                <a:spcPct val="80000"/>
              </a:lnSpc>
              <a:spcBef>
                <a:spcPct val="0"/>
              </a:spcBef>
              <a:buFontTx/>
              <a:buNone/>
            </a:pPr>
            <a:endParaRPr lang="en-GB" altLang="en-US" sz="800" b="1" noProof="1">
              <a:latin typeface="Courier New" panose="02070309020205020404" pitchFamily="49" charset="0"/>
            </a:endParaRPr>
          </a:p>
          <a:p>
            <a:pPr>
              <a:lnSpc>
                <a:spcPct val="80000"/>
              </a:lnSpc>
              <a:spcBef>
                <a:spcPct val="0"/>
              </a:spcBef>
              <a:buFontTx/>
              <a:buNone/>
            </a:pPr>
            <a:r>
              <a:rPr lang="en-GB" altLang="en-US" sz="2000" b="1" noProof="1">
                <a:latin typeface="Courier New" panose="02070309020205020404" pitchFamily="49" charset="0"/>
              </a:rPr>
              <a:t>  </a:t>
            </a:r>
            <a:r>
              <a:rPr lang="en-GB" altLang="en-US" sz="2000" b="1" noProof="1">
                <a:solidFill>
                  <a:srgbClr val="0000FF"/>
                </a:solidFill>
                <a:latin typeface="Courier New" panose="02070309020205020404" pitchFamily="49" charset="0"/>
              </a:rPr>
              <a:t>public</a:t>
            </a:r>
            <a:r>
              <a:rPr lang="en-GB" altLang="en-US" sz="2000" b="1" noProof="1">
                <a:latin typeface="Courier New" panose="02070309020205020404" pitchFamily="49" charset="0"/>
              </a:rPr>
              <a:t> </a:t>
            </a:r>
            <a:r>
              <a:rPr lang="en-GB" altLang="en-US" sz="2000" b="1" noProof="1">
                <a:solidFill>
                  <a:srgbClr val="0000FF"/>
                </a:solidFill>
                <a:latin typeface="Courier New" panose="02070309020205020404" pitchFamily="49" charset="0"/>
              </a:rPr>
              <a:t>synchronized</a:t>
            </a:r>
            <a:r>
              <a:rPr lang="en-GB" altLang="en-US" sz="2000" b="1" noProof="1">
                <a:latin typeface="Courier New" panose="02070309020205020404" pitchFamily="49" charset="0"/>
              </a:rPr>
              <a:t> </a:t>
            </a:r>
            <a:r>
              <a:rPr lang="en-GB" altLang="en-US" sz="2000" b="1">
                <a:latin typeface="Courier New" panose="02070309020205020404" pitchFamily="49" charset="0"/>
              </a:rPr>
              <a:t>E</a:t>
            </a:r>
            <a:r>
              <a:rPr lang="en-GB" altLang="en-US" sz="2000" b="1" noProof="1">
                <a:latin typeface="Courier New" panose="02070309020205020404" pitchFamily="49" charset="0"/>
              </a:rPr>
              <a:t> get() </a:t>
            </a:r>
          </a:p>
          <a:p>
            <a:pPr>
              <a:lnSpc>
                <a:spcPct val="80000"/>
              </a:lnSpc>
              <a:spcBef>
                <a:spcPct val="0"/>
              </a:spcBef>
              <a:buFontTx/>
              <a:buNone/>
            </a:pPr>
            <a:r>
              <a:rPr lang="en-GB" altLang="en-US" sz="2000" b="1" noProof="1">
                <a:latin typeface="Courier New" panose="02070309020205020404" pitchFamily="49" charset="0"/>
              </a:rPr>
              <a:t>            </a:t>
            </a:r>
            <a:r>
              <a:rPr lang="en-GB" altLang="en-US" sz="2000" b="1" noProof="1">
                <a:solidFill>
                  <a:srgbClr val="0000FF"/>
                </a:solidFill>
                <a:latin typeface="Courier New" panose="02070309020205020404" pitchFamily="49" charset="0"/>
              </a:rPr>
              <a:t>throws</a:t>
            </a:r>
            <a:r>
              <a:rPr lang="en-GB" altLang="en-US" sz="2000" b="1" noProof="1">
                <a:latin typeface="Courier New" panose="02070309020205020404" pitchFamily="49" charset="0"/>
              </a:rPr>
              <a:t> InterruptedException {</a:t>
            </a:r>
          </a:p>
          <a:p>
            <a:pPr>
              <a:lnSpc>
                <a:spcPct val="80000"/>
              </a:lnSpc>
              <a:spcBef>
                <a:spcPct val="0"/>
              </a:spcBef>
              <a:buFontTx/>
              <a:buNone/>
            </a:pPr>
            <a:r>
              <a:rPr lang="en-GB" altLang="en-US" sz="2000" b="1" noProof="1">
                <a:latin typeface="Courier New" panose="02070309020205020404" pitchFamily="49" charset="0"/>
              </a:rPr>
              <a:t>    </a:t>
            </a:r>
            <a:r>
              <a:rPr lang="en-GB" altLang="en-US" sz="2000" b="1" noProof="1">
                <a:solidFill>
                  <a:srgbClr val="0000FF"/>
                </a:solidFill>
                <a:latin typeface="Courier New" panose="02070309020205020404" pitchFamily="49" charset="0"/>
              </a:rPr>
              <a:t>while</a:t>
            </a:r>
            <a:r>
              <a:rPr lang="en-GB" altLang="en-US" sz="2000" b="1" noProof="1">
                <a:latin typeface="Courier New" panose="02070309020205020404" pitchFamily="49" charset="0"/>
              </a:rPr>
              <a:t> </a:t>
            </a:r>
            <a:r>
              <a:rPr lang="en-GB" altLang="en-US" sz="2000" b="1" noProof="1">
                <a:solidFill>
                  <a:srgbClr val="CC3300"/>
                </a:solidFill>
                <a:latin typeface="Courier New" panose="02070309020205020404" pitchFamily="49" charset="0"/>
              </a:rPr>
              <a:t>(count==0)</a:t>
            </a:r>
            <a:r>
              <a:rPr lang="en-GB" altLang="en-US" sz="2000" b="1" noProof="1">
                <a:latin typeface="Courier New" panose="02070309020205020404" pitchFamily="49" charset="0"/>
              </a:rPr>
              <a:t> wait();</a:t>
            </a:r>
          </a:p>
          <a:p>
            <a:pPr>
              <a:lnSpc>
                <a:spcPct val="80000"/>
              </a:lnSpc>
              <a:spcBef>
                <a:spcPct val="0"/>
              </a:spcBef>
              <a:buFontTx/>
              <a:buNone/>
            </a:pPr>
            <a:r>
              <a:rPr lang="en-GB" altLang="en-US" sz="2000" b="1" noProof="1">
                <a:latin typeface="Courier New" panose="02070309020205020404" pitchFamily="49" charset="0"/>
              </a:rPr>
              <a:t>    </a:t>
            </a:r>
            <a:r>
              <a:rPr lang="en-GB" altLang="en-US" sz="2000" b="1">
                <a:latin typeface="Courier New" panose="02070309020205020404" pitchFamily="49" charset="0"/>
              </a:rPr>
              <a:t>E</a:t>
            </a:r>
            <a:r>
              <a:rPr lang="en-GB" altLang="en-US" sz="2000" b="1" noProof="1">
                <a:latin typeface="Courier New" panose="02070309020205020404" pitchFamily="49" charset="0"/>
              </a:rPr>
              <a:t> o =buf[out]; </a:t>
            </a:r>
          </a:p>
          <a:p>
            <a:pPr>
              <a:lnSpc>
                <a:spcPct val="80000"/>
              </a:lnSpc>
              <a:spcBef>
                <a:spcPct val="0"/>
              </a:spcBef>
              <a:buFontTx/>
              <a:buNone/>
            </a:pPr>
            <a:r>
              <a:rPr lang="en-GB" altLang="en-US" sz="2000" b="1" noProof="1">
                <a:latin typeface="Courier New" panose="02070309020205020404" pitchFamily="49" charset="0"/>
              </a:rPr>
              <a:t>    buf[out]=null; --count; out=(out+1)%size;</a:t>
            </a:r>
          </a:p>
          <a:p>
            <a:pPr>
              <a:lnSpc>
                <a:spcPct val="80000"/>
              </a:lnSpc>
              <a:spcBef>
                <a:spcPct val="0"/>
              </a:spcBef>
              <a:buFontTx/>
              <a:buNone/>
            </a:pPr>
            <a:r>
              <a:rPr lang="en-GB" altLang="en-US" sz="2000" b="1" noProof="1">
                <a:latin typeface="Courier New" panose="02070309020205020404" pitchFamily="49" charset="0"/>
              </a:rPr>
              <a:t>    notify</a:t>
            </a:r>
            <a:r>
              <a:rPr lang="en-GB" altLang="en-US" sz="2000" b="1">
                <a:latin typeface="Courier New" panose="02070309020205020404" pitchFamily="49" charset="0"/>
              </a:rPr>
              <a:t>All</a:t>
            </a:r>
            <a:r>
              <a:rPr lang="en-GB" altLang="en-US" sz="2000" b="1" noProof="1">
                <a:latin typeface="Courier New" panose="02070309020205020404" pitchFamily="49" charset="0"/>
              </a:rPr>
              <a:t>();</a:t>
            </a:r>
          </a:p>
          <a:p>
            <a:pPr>
              <a:lnSpc>
                <a:spcPct val="80000"/>
              </a:lnSpc>
              <a:spcBef>
                <a:spcPct val="0"/>
              </a:spcBef>
              <a:buFontTx/>
              <a:buNone/>
            </a:pPr>
            <a:r>
              <a:rPr lang="en-GB" altLang="en-US" sz="2000" b="1" noProof="1">
                <a:latin typeface="Courier New" panose="02070309020205020404" pitchFamily="49" charset="0"/>
              </a:rPr>
              <a:t>    return (o);</a:t>
            </a:r>
          </a:p>
          <a:p>
            <a:pPr algn="just">
              <a:lnSpc>
                <a:spcPct val="80000"/>
              </a:lnSpc>
              <a:spcBef>
                <a:spcPct val="0"/>
              </a:spcBef>
              <a:spcAft>
                <a:spcPts val="1200"/>
              </a:spcAft>
              <a:buNone/>
            </a:pPr>
            <a:r>
              <a:rPr lang="en-GB" altLang="en-US" sz="2000" b="1" noProof="1">
                <a:latin typeface="Courier New" panose="02070309020205020404" pitchFamily="49" charset="0"/>
              </a:rPr>
              <a:t>    }</a:t>
            </a:r>
            <a:endParaRPr lang="en-GB" altLang="en-US" sz="900" b="1" noProof="1">
              <a:latin typeface="Courier New" panose="02070309020205020404" pitchFamily="49" charset="0"/>
            </a:endParaRPr>
          </a:p>
          <a:p>
            <a:pPr algn="just">
              <a:lnSpc>
                <a:spcPct val="80000"/>
              </a:lnSpc>
              <a:spcBef>
                <a:spcPct val="0"/>
              </a:spcBef>
              <a:spcAft>
                <a:spcPts val="1200"/>
              </a:spcAft>
              <a:buNone/>
            </a:pPr>
            <a:r>
              <a:rPr lang="en-GB" altLang="en-US" sz="2000" b="1" noProof="1">
                <a:latin typeface="Courier New" panose="02070309020205020404" pitchFamily="49" charset="0"/>
              </a:rPr>
              <a:t>}</a:t>
            </a:r>
          </a:p>
        </p:txBody>
      </p:sp>
      <p:sp>
        <p:nvSpPr>
          <p:cNvPr id="29701" name="Text Box 5" descr="50%"/>
          <p:cNvSpPr txBox="1">
            <a:spLocks noChangeArrowheads="1"/>
          </p:cNvSpPr>
          <p:nvPr/>
        </p:nvSpPr>
        <p:spPr bwMode="auto">
          <a:xfrm>
            <a:off x="8980488" y="1597026"/>
            <a:ext cx="1687512" cy="1933575"/>
          </a:xfrm>
          <a:prstGeom prst="rect">
            <a:avLst/>
          </a:prstGeom>
          <a:blipFill dpi="0" rotWithShape="0">
            <a:blip r:embed="rId3"/>
            <a:srcRect/>
            <a:tile tx="0" ty="0" sx="100000" sy="100000" flip="none" algn="tl"/>
          </a:blipFill>
          <a:ln w="12700">
            <a:solidFill>
              <a:schemeClr val="tx1"/>
            </a:solidFill>
            <a:miter lim="800000"/>
            <a:headEnd/>
            <a:tailEnd/>
          </a:ln>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000" b="1">
                <a:latin typeface="Times New Roman" panose="02020603050405020304" pitchFamily="18" charset="0"/>
              </a:rPr>
              <a:t>We separate the interface to permit an alternative implementation later.</a:t>
            </a:r>
          </a:p>
        </p:txBody>
      </p:sp>
      <p:sp>
        <p:nvSpPr>
          <p:cNvPr id="29702" name="Text Box 6" descr="50%"/>
          <p:cNvSpPr txBox="1">
            <a:spLocks noChangeArrowheads="1"/>
          </p:cNvSpPr>
          <p:nvPr/>
        </p:nvSpPr>
        <p:spPr bwMode="auto">
          <a:xfrm>
            <a:off x="7205664" y="5549901"/>
            <a:ext cx="3462337" cy="1019175"/>
          </a:xfrm>
          <a:prstGeom prst="rect">
            <a:avLst/>
          </a:prstGeom>
          <a:blipFill dpi="0" rotWithShape="0">
            <a:blip r:embed="rId3"/>
            <a:srcRect/>
            <a:tile tx="0" ty="0" sx="100000" sy="100000" flip="none" algn="tl"/>
          </a:blipFill>
          <a:ln w="12700">
            <a:solidFill>
              <a:schemeClr val="tx1"/>
            </a:solidFill>
            <a:miter lim="800000"/>
            <a:headEnd/>
            <a:tailEnd/>
          </a:ln>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000" b="1" i="1">
                <a:solidFill>
                  <a:srgbClr val="CC0000"/>
                </a:solidFill>
                <a:latin typeface="Comic Sans MS" panose="030F0702030302020204" pitchFamily="66" charset="0"/>
              </a:rPr>
              <a:t>Is it safe to use </a:t>
            </a:r>
            <a:r>
              <a:rPr lang="en-GB" altLang="en-US" sz="2000" b="1">
                <a:solidFill>
                  <a:srgbClr val="CC0000"/>
                </a:solidFill>
                <a:latin typeface="Courier New" panose="02070309020205020404" pitchFamily="49" charset="0"/>
              </a:rPr>
              <a:t>notify() </a:t>
            </a:r>
            <a:r>
              <a:rPr lang="en-GB" altLang="en-US" sz="2000" b="1" i="1">
                <a:solidFill>
                  <a:srgbClr val="CC0000"/>
                </a:solidFill>
                <a:latin typeface="Comic Sans MS" panose="030F0702030302020204" pitchFamily="66" charset="0"/>
              </a:rPr>
              <a:t>here rather than </a:t>
            </a:r>
            <a:r>
              <a:rPr lang="en-GB" altLang="en-US" sz="2000" b="1" i="1">
                <a:solidFill>
                  <a:srgbClr val="CC0000"/>
                </a:solidFill>
                <a:latin typeface="Courier New" panose="02070309020205020404" pitchFamily="49" charset="0"/>
              </a:rPr>
              <a:t>notifyAll()</a:t>
            </a:r>
            <a:r>
              <a:rPr lang="en-GB" altLang="en-US" sz="2000" b="1" i="1">
                <a:solidFill>
                  <a:srgbClr val="CC0000"/>
                </a:solidFill>
                <a:latin typeface="Comic Sans MS" panose="030F0702030302020204" pitchFamily="66" charset="0"/>
              </a:rPr>
              <a:t>?</a:t>
            </a:r>
          </a:p>
        </p:txBody>
      </p:sp>
    </p:spTree>
    <p:extLst>
      <p:ext uri="{BB962C8B-B14F-4D97-AF65-F5344CB8AC3E}">
        <p14:creationId xmlns:p14="http://schemas.microsoft.com/office/powerpoint/2010/main" val="3284710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2065338" y="0"/>
            <a:ext cx="7042150" cy="1143000"/>
          </a:xfrm>
        </p:spPr>
        <p:txBody>
          <a:bodyPr/>
          <a:lstStyle/>
          <a:p>
            <a:pPr eaLnBrk="1" hangingPunct="1"/>
            <a:r>
              <a:rPr lang="en-GB" altLang="en-US" b="1"/>
              <a:t>Bounded buffer program - producer process</a:t>
            </a:r>
          </a:p>
        </p:txBody>
      </p:sp>
      <p:sp>
        <p:nvSpPr>
          <p:cNvPr id="31747" name="Rectangle 3"/>
          <p:cNvSpPr>
            <a:spLocks noChangeArrowheads="1"/>
          </p:cNvSpPr>
          <p:nvPr/>
        </p:nvSpPr>
        <p:spPr bwMode="auto">
          <a:xfrm>
            <a:off x="2227264" y="1295400"/>
            <a:ext cx="7667625" cy="4724400"/>
          </a:xfrm>
          <a:prstGeom prst="rect">
            <a:avLst/>
          </a:prstGeom>
          <a:solidFill>
            <a:schemeClr val="bg1"/>
          </a:solidFill>
          <a:ln w="12700">
            <a:solidFill>
              <a:schemeClr val="tx1"/>
            </a:solidFill>
            <a:miter lim="800000"/>
            <a:headEnd/>
            <a:tailEnd/>
          </a:ln>
          <a:effectLst>
            <a:outerShdw dist="107763" dir="2700000" algn="ctr" rotWithShape="0">
              <a:schemeClr val="folHlink"/>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31748" name="Text Box 4"/>
          <p:cNvSpPr txBox="1">
            <a:spLocks noChangeArrowheads="1"/>
          </p:cNvSpPr>
          <p:nvPr/>
        </p:nvSpPr>
        <p:spPr bwMode="auto">
          <a:xfrm>
            <a:off x="2297114" y="1279526"/>
            <a:ext cx="7667625" cy="4809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0000"/>
              </a:lnSpc>
              <a:spcBef>
                <a:spcPct val="0"/>
              </a:spcBef>
              <a:buFontTx/>
              <a:buNone/>
            </a:pPr>
            <a:r>
              <a:rPr lang="en-US" altLang="en-US" sz="2000" b="1" noProof="1">
                <a:solidFill>
                  <a:srgbClr val="0000FF"/>
                </a:solidFill>
                <a:latin typeface="Courier New" panose="02070309020205020404" pitchFamily="49" charset="0"/>
              </a:rPr>
              <a:t>class</a:t>
            </a:r>
            <a:r>
              <a:rPr lang="en-US" altLang="en-US" sz="2000" b="1" noProof="1">
                <a:latin typeface="Courier New" panose="02070309020205020404" pitchFamily="49" charset="0"/>
              </a:rPr>
              <a:t> Producer </a:t>
            </a:r>
            <a:r>
              <a:rPr lang="en-US" altLang="en-US" sz="2000" b="1" noProof="1">
                <a:solidFill>
                  <a:srgbClr val="0000FF"/>
                </a:solidFill>
                <a:latin typeface="Courier New" panose="02070309020205020404" pitchFamily="49" charset="0"/>
              </a:rPr>
              <a:t>implements</a:t>
            </a:r>
            <a:r>
              <a:rPr lang="en-US" altLang="en-US" sz="2000" b="1" noProof="1">
                <a:latin typeface="Courier New" panose="02070309020205020404" pitchFamily="49" charset="0"/>
              </a:rPr>
              <a:t> Runnable {</a:t>
            </a:r>
          </a:p>
          <a:p>
            <a:pPr>
              <a:lnSpc>
                <a:spcPct val="90000"/>
              </a:lnSpc>
              <a:spcBef>
                <a:spcPct val="0"/>
              </a:spcBef>
              <a:buFontTx/>
              <a:buNone/>
            </a:pPr>
            <a:r>
              <a:rPr lang="en-US" altLang="en-US" sz="2000" b="1" noProof="1">
                <a:latin typeface="Courier New" panose="02070309020205020404" pitchFamily="49" charset="0"/>
              </a:rPr>
              <a:t>  Buffer buf;</a:t>
            </a:r>
          </a:p>
          <a:p>
            <a:pPr>
              <a:lnSpc>
                <a:spcPct val="90000"/>
              </a:lnSpc>
              <a:spcBef>
                <a:spcPct val="0"/>
              </a:spcBef>
              <a:buFontTx/>
              <a:buNone/>
            </a:pPr>
            <a:r>
              <a:rPr lang="en-US" altLang="en-US" sz="2000" b="1" noProof="1">
                <a:latin typeface="Courier New" panose="02070309020205020404" pitchFamily="49" charset="0"/>
              </a:rPr>
              <a:t>  String alphabet= "abcdefghijklmnopqrstuvwxyz";</a:t>
            </a:r>
          </a:p>
          <a:p>
            <a:pPr>
              <a:lnSpc>
                <a:spcPct val="90000"/>
              </a:lnSpc>
              <a:spcBef>
                <a:spcPct val="0"/>
              </a:spcBef>
              <a:buFontTx/>
              <a:buNone/>
            </a:pPr>
            <a:endParaRPr lang="en-US" altLang="en-US" sz="1000" b="1" noProof="1">
              <a:latin typeface="Courier New" panose="02070309020205020404" pitchFamily="49" charset="0"/>
            </a:endParaRPr>
          </a:p>
          <a:p>
            <a:pPr>
              <a:lnSpc>
                <a:spcPct val="90000"/>
              </a:lnSpc>
              <a:spcBef>
                <a:spcPct val="0"/>
              </a:spcBef>
              <a:buFontTx/>
              <a:buNone/>
            </a:pPr>
            <a:r>
              <a:rPr lang="en-US" altLang="en-US" sz="2000" b="1" noProof="1">
                <a:latin typeface="Courier New" panose="02070309020205020404" pitchFamily="49" charset="0"/>
              </a:rPr>
              <a:t>  Producer(Buffer b) {buf = b;}</a:t>
            </a:r>
          </a:p>
          <a:p>
            <a:pPr>
              <a:lnSpc>
                <a:spcPct val="90000"/>
              </a:lnSpc>
              <a:spcBef>
                <a:spcPct val="0"/>
              </a:spcBef>
              <a:buFontTx/>
              <a:buNone/>
            </a:pPr>
            <a:endParaRPr lang="en-US" altLang="en-US" sz="1000" b="1" noProof="1">
              <a:latin typeface="Courier New" panose="02070309020205020404" pitchFamily="49" charset="0"/>
            </a:endParaRPr>
          </a:p>
          <a:p>
            <a:pPr>
              <a:lnSpc>
                <a:spcPct val="90000"/>
              </a:lnSpc>
              <a:spcBef>
                <a:spcPct val="0"/>
              </a:spcBef>
              <a:buFontTx/>
              <a:buNone/>
            </a:pP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public</a:t>
            </a:r>
            <a:r>
              <a:rPr lang="en-US" altLang="en-US" sz="2000" b="1" noProof="1">
                <a:latin typeface="Courier New" panose="02070309020205020404" pitchFamily="49" charset="0"/>
              </a:rPr>
              <a:t> void run() {</a:t>
            </a:r>
          </a:p>
          <a:p>
            <a:pPr>
              <a:lnSpc>
                <a:spcPct val="90000"/>
              </a:lnSpc>
              <a:spcBef>
                <a:spcPct val="0"/>
              </a:spcBef>
              <a:buFontTx/>
              <a:buNone/>
            </a:pP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try</a:t>
            </a:r>
            <a:r>
              <a:rPr lang="en-US" altLang="en-US" sz="2000" b="1" noProof="1">
                <a:latin typeface="Courier New" panose="02070309020205020404" pitchFamily="49" charset="0"/>
              </a:rPr>
              <a:t> {</a:t>
            </a:r>
          </a:p>
          <a:p>
            <a:pPr>
              <a:lnSpc>
                <a:spcPct val="90000"/>
              </a:lnSpc>
              <a:spcBef>
                <a:spcPct val="0"/>
              </a:spcBef>
              <a:buFontTx/>
              <a:buNone/>
            </a:pPr>
            <a:r>
              <a:rPr lang="en-US" altLang="en-US" sz="2000" b="1" noProof="1">
                <a:latin typeface="Courier New" panose="02070309020205020404" pitchFamily="49" charset="0"/>
              </a:rPr>
              <a:t>      int ai = 0;</a:t>
            </a:r>
          </a:p>
          <a:p>
            <a:pPr>
              <a:lnSpc>
                <a:spcPct val="90000"/>
              </a:lnSpc>
              <a:spcBef>
                <a:spcPct val="0"/>
              </a:spcBef>
              <a:buFontTx/>
              <a:buNone/>
            </a:pP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while</a:t>
            </a:r>
            <a:r>
              <a:rPr lang="en-US" altLang="en-US" sz="2000" b="1" noProof="1">
                <a:latin typeface="Courier New" panose="02070309020205020404" pitchFamily="49" charset="0"/>
              </a:rPr>
              <a:t>(true) {</a:t>
            </a:r>
          </a:p>
          <a:p>
            <a:pPr>
              <a:lnSpc>
                <a:spcPct val="90000"/>
              </a:lnSpc>
              <a:spcBef>
                <a:spcPct val="0"/>
              </a:spcBef>
              <a:buFontTx/>
              <a:buNone/>
            </a:pPr>
            <a:r>
              <a:rPr lang="en-US" altLang="en-US" sz="2000" b="1" noProof="1">
                <a:latin typeface="Courier New" panose="02070309020205020404" pitchFamily="49" charset="0"/>
              </a:rPr>
              <a:t>        ThreadPanel.rotate(12);</a:t>
            </a:r>
          </a:p>
          <a:p>
            <a:pPr>
              <a:lnSpc>
                <a:spcPct val="90000"/>
              </a:lnSpc>
              <a:spcBef>
                <a:spcPct val="0"/>
              </a:spcBef>
              <a:buFontTx/>
              <a:buNone/>
            </a:pPr>
            <a:r>
              <a:rPr lang="en-US" altLang="en-US" sz="2000" b="1" noProof="1">
                <a:latin typeface="Courier New" panose="02070309020205020404" pitchFamily="49" charset="0"/>
              </a:rPr>
              <a:t>        </a:t>
            </a:r>
            <a:r>
              <a:rPr lang="en-US" altLang="ja-JP" sz="2000" b="1">
                <a:latin typeface="Courier New" panose="02070309020205020404" pitchFamily="49" charset="0"/>
                <a:ea typeface="MS PGothic" panose="020B0600070205080204" pitchFamily="34" charset="-128"/>
              </a:rPr>
              <a:t>buf.</a:t>
            </a:r>
            <a:r>
              <a:rPr lang="en-US" altLang="ja-JP" sz="2000" b="1">
                <a:solidFill>
                  <a:srgbClr val="CC0000"/>
                </a:solidFill>
                <a:latin typeface="Courier New" panose="02070309020205020404" pitchFamily="49" charset="0"/>
                <a:ea typeface="MS PGothic" panose="020B0600070205080204" pitchFamily="34" charset="-128"/>
              </a:rPr>
              <a:t>put</a:t>
            </a:r>
            <a:r>
              <a:rPr lang="en-US" altLang="ja-JP" sz="2000" b="1">
                <a:latin typeface="Courier New" panose="02070309020205020404" pitchFamily="49" charset="0"/>
                <a:ea typeface="MS PGothic" panose="020B0600070205080204" pitchFamily="34" charset="-128"/>
              </a:rPr>
              <a:t>(alphabet.charAt(ai));</a:t>
            </a:r>
            <a:r>
              <a:rPr lang="en-US" altLang="ja-JP" sz="2000">
                <a:latin typeface="Comic Sans MS" panose="030F0702030302020204" pitchFamily="66" charset="0"/>
                <a:ea typeface="MS PGothic" panose="020B0600070205080204" pitchFamily="34" charset="-128"/>
              </a:rPr>
              <a:t> </a:t>
            </a:r>
            <a:endParaRPr lang="en-US" altLang="en-US" sz="2000" b="1" noProof="1">
              <a:latin typeface="Courier New" panose="02070309020205020404" pitchFamily="49" charset="0"/>
            </a:endParaRPr>
          </a:p>
          <a:p>
            <a:pPr>
              <a:lnSpc>
                <a:spcPct val="90000"/>
              </a:lnSpc>
              <a:spcBef>
                <a:spcPct val="0"/>
              </a:spcBef>
              <a:buFontTx/>
              <a:buNone/>
            </a:pPr>
            <a:r>
              <a:rPr lang="en-US" altLang="en-US" sz="2000" b="1" noProof="1">
                <a:latin typeface="Courier New" panose="02070309020205020404" pitchFamily="49" charset="0"/>
              </a:rPr>
              <a:t>        ai=(ai+1) % alphabet.length();</a:t>
            </a:r>
          </a:p>
          <a:p>
            <a:pPr>
              <a:lnSpc>
                <a:spcPct val="90000"/>
              </a:lnSpc>
              <a:spcBef>
                <a:spcPct val="0"/>
              </a:spcBef>
              <a:buFontTx/>
              <a:buNone/>
            </a:pPr>
            <a:r>
              <a:rPr lang="en-US" altLang="en-US" sz="2000" b="1" noProof="1">
                <a:latin typeface="Courier New" panose="02070309020205020404" pitchFamily="49" charset="0"/>
              </a:rPr>
              <a:t>        ThreadPanel.rotate(348);</a:t>
            </a:r>
          </a:p>
          <a:p>
            <a:pPr>
              <a:lnSpc>
                <a:spcPct val="90000"/>
              </a:lnSpc>
              <a:spcBef>
                <a:spcPct val="0"/>
              </a:spcBef>
              <a:buFontTx/>
              <a:buNone/>
            </a:pPr>
            <a:r>
              <a:rPr lang="en-US" altLang="en-US" sz="2000" b="1" noProof="1">
                <a:latin typeface="Courier New" panose="02070309020205020404" pitchFamily="49" charset="0"/>
              </a:rPr>
              <a:t>      }</a:t>
            </a:r>
          </a:p>
          <a:p>
            <a:pPr>
              <a:lnSpc>
                <a:spcPct val="90000"/>
              </a:lnSpc>
              <a:spcBef>
                <a:spcPct val="0"/>
              </a:spcBef>
              <a:buFontTx/>
              <a:buNone/>
            </a:pPr>
            <a:r>
              <a:rPr lang="en-US" altLang="en-US" sz="2000" b="1" noProof="1">
                <a:latin typeface="Courier New" panose="02070309020205020404" pitchFamily="49" charset="0"/>
              </a:rPr>
              <a:t>    } </a:t>
            </a:r>
            <a:r>
              <a:rPr lang="en-US" altLang="en-US" sz="2000" b="1" noProof="1">
                <a:solidFill>
                  <a:srgbClr val="0000FF"/>
                </a:solidFill>
                <a:latin typeface="Courier New" panose="02070309020205020404" pitchFamily="49" charset="0"/>
              </a:rPr>
              <a:t>catch</a:t>
            </a:r>
            <a:r>
              <a:rPr lang="en-US" altLang="en-US" sz="2000" b="1" noProof="1">
                <a:latin typeface="Courier New" panose="02070309020205020404" pitchFamily="49" charset="0"/>
              </a:rPr>
              <a:t> (InterruptedException e){}</a:t>
            </a:r>
          </a:p>
          <a:p>
            <a:pPr>
              <a:lnSpc>
                <a:spcPct val="90000"/>
              </a:lnSpc>
              <a:spcBef>
                <a:spcPct val="0"/>
              </a:spcBef>
              <a:buFontTx/>
              <a:buNone/>
            </a:pPr>
            <a:r>
              <a:rPr lang="en-US" altLang="en-US" sz="2000" b="1" noProof="1">
                <a:latin typeface="Courier New" panose="02070309020205020404" pitchFamily="49" charset="0"/>
              </a:rPr>
              <a:t>  }</a:t>
            </a:r>
          </a:p>
          <a:p>
            <a:pPr>
              <a:lnSpc>
                <a:spcPct val="90000"/>
              </a:lnSpc>
              <a:spcBef>
                <a:spcPct val="0"/>
              </a:spcBef>
              <a:buFontTx/>
              <a:buNone/>
            </a:pPr>
            <a:r>
              <a:rPr lang="en-US" altLang="en-US" sz="2000" b="1" noProof="1">
                <a:latin typeface="Courier New" panose="02070309020205020404" pitchFamily="49" charset="0"/>
              </a:rPr>
              <a:t>}</a:t>
            </a:r>
          </a:p>
        </p:txBody>
      </p:sp>
      <p:sp>
        <p:nvSpPr>
          <p:cNvPr id="31749" name="Text Box 5" descr="50%"/>
          <p:cNvSpPr txBox="1">
            <a:spLocks noChangeArrowheads="1"/>
          </p:cNvSpPr>
          <p:nvPr/>
        </p:nvSpPr>
        <p:spPr bwMode="auto">
          <a:xfrm>
            <a:off x="8797926" y="5072064"/>
            <a:ext cx="1870075" cy="1323975"/>
          </a:xfrm>
          <a:prstGeom prst="rect">
            <a:avLst/>
          </a:prstGeom>
          <a:blipFill dpi="0" rotWithShape="0">
            <a:blip r:embed="rId3"/>
            <a:srcRect/>
            <a:tile tx="0" ty="0" sx="100000" sy="100000" flip="none" algn="tl"/>
          </a:blipFill>
          <a:ln w="12700">
            <a:solidFill>
              <a:schemeClr val="tx1"/>
            </a:solidFill>
            <a:miter lim="800000"/>
            <a:headEnd/>
            <a:tailEnd/>
          </a:ln>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US" altLang="en-US" sz="2000" b="1" noProof="1">
                <a:latin typeface="Times New Roman" panose="02020603050405020304" pitchFamily="18" charset="0"/>
              </a:rPr>
              <a:t>Similarly</a:t>
            </a:r>
            <a:r>
              <a:rPr lang="en-US" altLang="en-US" sz="2000" b="1" noProof="1">
                <a:latin typeface="Courier New" panose="02070309020205020404" pitchFamily="49" charset="0"/>
              </a:rPr>
              <a:t> Consumer </a:t>
            </a:r>
            <a:r>
              <a:rPr lang="en-US" altLang="en-US" sz="2000" b="1" noProof="1">
                <a:latin typeface="Times New Roman" panose="02020603050405020304" pitchFamily="18" charset="0"/>
              </a:rPr>
              <a:t>which calls </a:t>
            </a:r>
            <a:r>
              <a:rPr lang="en-US" altLang="en-US" sz="2000" b="1" noProof="1">
                <a:latin typeface="Courier New" panose="02070309020205020404" pitchFamily="49" charset="0"/>
              </a:rPr>
              <a:t>buf.</a:t>
            </a:r>
            <a:r>
              <a:rPr lang="en-US" altLang="en-US" sz="2000" b="1" noProof="1">
                <a:solidFill>
                  <a:srgbClr val="CC0000"/>
                </a:solidFill>
                <a:latin typeface="Courier New" panose="02070309020205020404" pitchFamily="49" charset="0"/>
              </a:rPr>
              <a:t>get</a:t>
            </a:r>
            <a:r>
              <a:rPr lang="en-US" altLang="en-US" sz="2000" b="1" noProof="1">
                <a:latin typeface="Courier New" panose="02070309020205020404" pitchFamily="49" charset="0"/>
              </a:rPr>
              <a:t>()</a:t>
            </a:r>
            <a:r>
              <a:rPr lang="en-GB" altLang="en-US" sz="2000" b="1">
                <a:latin typeface="Comic Sans MS" panose="030F0702030302020204" pitchFamily="66" charset="0"/>
              </a:rPr>
              <a:t>.</a:t>
            </a:r>
          </a:p>
        </p:txBody>
      </p:sp>
    </p:spTree>
    <p:extLst>
      <p:ext uri="{BB962C8B-B14F-4D97-AF65-F5344CB8AC3E}">
        <p14:creationId xmlns:p14="http://schemas.microsoft.com/office/powerpoint/2010/main" val="3214444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noChangeArrowheads="1"/>
          </p:cNvSpPr>
          <p:nvPr>
            <p:ph type="title"/>
          </p:nvPr>
        </p:nvSpPr>
        <p:spPr/>
        <p:txBody>
          <a:bodyPr/>
          <a:lstStyle/>
          <a:p>
            <a:pPr eaLnBrk="1" hangingPunct="1"/>
            <a:r>
              <a:rPr lang="en-US" altLang="en-US" b="1"/>
              <a:t>Semaphores</a:t>
            </a:r>
            <a:endParaRPr lang="en-US" altLang="en-US"/>
          </a:p>
        </p:txBody>
      </p:sp>
      <p:sp>
        <p:nvSpPr>
          <p:cNvPr id="33795" name="Content Placeholder 2"/>
          <p:cNvSpPr>
            <a:spLocks noGrp="1" noChangeArrowheads="1"/>
          </p:cNvSpPr>
          <p:nvPr>
            <p:ph idx="1"/>
          </p:nvPr>
        </p:nvSpPr>
        <p:spPr/>
        <p:txBody>
          <a:bodyPr/>
          <a:lstStyle/>
          <a:p>
            <a:pPr eaLnBrk="1" hangingPunct="1"/>
            <a:r>
              <a:rPr lang="en-US" altLang="en-US"/>
              <a:t>A semaphore </a:t>
            </a:r>
            <a:r>
              <a:rPr lang="en-US" altLang="en-US" i="1"/>
              <a:t>s</a:t>
            </a:r>
            <a:r>
              <a:rPr lang="en-US" altLang="en-US"/>
              <a:t> is an integer variable that can take only non-negative values. Once </a:t>
            </a:r>
            <a:r>
              <a:rPr lang="en-US" altLang="en-US" i="1"/>
              <a:t>s</a:t>
            </a:r>
            <a:r>
              <a:rPr lang="en-US" altLang="en-US"/>
              <a:t> has been given an initial value, the only operations permitted on </a:t>
            </a:r>
            <a:r>
              <a:rPr lang="en-US" altLang="en-US" i="1"/>
              <a:t>s</a:t>
            </a:r>
            <a:r>
              <a:rPr lang="en-US" altLang="en-US"/>
              <a:t> are </a:t>
            </a:r>
            <a:r>
              <a:rPr lang="en-US" altLang="en-US" i="1"/>
              <a:t>up(s)</a:t>
            </a:r>
            <a:r>
              <a:rPr lang="en-US" altLang="en-US"/>
              <a:t> and </a:t>
            </a:r>
            <a:r>
              <a:rPr lang="en-US" altLang="en-US" i="1"/>
              <a:t>down(s)</a:t>
            </a:r>
            <a:r>
              <a:rPr lang="en-US" altLang="en-US"/>
              <a:t> defined as follows: </a:t>
            </a:r>
          </a:p>
          <a:p>
            <a:pPr eaLnBrk="1" hangingPunct="1"/>
            <a:endParaRPr lang="en-US" altLang="en-US" i="1"/>
          </a:p>
          <a:p>
            <a:pPr eaLnBrk="1" hangingPunct="1"/>
            <a:r>
              <a:rPr lang="en-US" altLang="en-US" i="1"/>
              <a:t>down(s)</a:t>
            </a:r>
            <a:r>
              <a:rPr lang="en-US" altLang="en-US"/>
              <a:t>: </a:t>
            </a:r>
            <a:r>
              <a:rPr lang="en-US" altLang="en-US" b="1"/>
              <a:t>when </a:t>
            </a:r>
            <a:r>
              <a:rPr lang="en-US" altLang="en-US" i="1"/>
              <a:t>s</a:t>
            </a:r>
            <a:r>
              <a:rPr lang="en-US" altLang="en-US"/>
              <a:t>&gt;0 </a:t>
            </a:r>
            <a:r>
              <a:rPr lang="en-US" altLang="en-US" b="1"/>
              <a:t>do</a:t>
            </a:r>
            <a:r>
              <a:rPr lang="en-US" altLang="en-US"/>
              <a:t> decrement </a:t>
            </a:r>
            <a:r>
              <a:rPr lang="en-US" altLang="en-US" i="1"/>
              <a:t>s</a:t>
            </a:r>
            <a:r>
              <a:rPr lang="en-US" altLang="en-US"/>
              <a:t>; </a:t>
            </a:r>
          </a:p>
          <a:p>
            <a:pPr eaLnBrk="1" hangingPunct="1"/>
            <a:r>
              <a:rPr lang="en-US" altLang="en-US" i="1"/>
              <a:t>up(s)</a:t>
            </a:r>
            <a:r>
              <a:rPr lang="en-US" altLang="en-US"/>
              <a:t>: increment </a:t>
            </a:r>
            <a:r>
              <a:rPr lang="en-US" altLang="en-US" i="1"/>
              <a:t>s</a:t>
            </a:r>
            <a:endParaRPr lang="en-US" altLang="en-US"/>
          </a:p>
        </p:txBody>
      </p:sp>
    </p:spTree>
    <p:extLst>
      <p:ext uri="{BB962C8B-B14F-4D97-AF65-F5344CB8AC3E}">
        <p14:creationId xmlns:p14="http://schemas.microsoft.com/office/powerpoint/2010/main" val="261088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noChangeArrowheads="1"/>
          </p:cNvSpPr>
          <p:nvPr>
            <p:ph type="title"/>
          </p:nvPr>
        </p:nvSpPr>
        <p:spPr/>
        <p:txBody>
          <a:bodyPr/>
          <a:lstStyle/>
          <a:p>
            <a:pPr eaLnBrk="1" hangingPunct="1"/>
            <a:r>
              <a:rPr lang="en-US" altLang="en-US" b="1"/>
              <a:t>Semaphores</a:t>
            </a:r>
            <a:endParaRPr lang="en-US" altLang="en-US"/>
          </a:p>
        </p:txBody>
      </p:sp>
      <p:sp>
        <p:nvSpPr>
          <p:cNvPr id="34819" name="Content Placeholder 2"/>
          <p:cNvSpPr>
            <a:spLocks noGrp="1" noChangeArrowheads="1"/>
          </p:cNvSpPr>
          <p:nvPr>
            <p:ph idx="1"/>
          </p:nvPr>
        </p:nvSpPr>
        <p:spPr/>
        <p:txBody>
          <a:bodyPr/>
          <a:lstStyle/>
          <a:p>
            <a:pPr eaLnBrk="1" hangingPunct="1"/>
            <a:r>
              <a:rPr lang="en-US" altLang="en-US" i="1"/>
              <a:t>down(s)</a:t>
            </a:r>
            <a:r>
              <a:rPr lang="en-US" altLang="en-US"/>
              <a:t>: </a:t>
            </a:r>
            <a:r>
              <a:rPr lang="en-US" altLang="en-US" b="1"/>
              <a:t>if </a:t>
            </a:r>
            <a:r>
              <a:rPr lang="en-US" altLang="en-US" i="1"/>
              <a:t>s</a:t>
            </a:r>
            <a:r>
              <a:rPr lang="en-US" altLang="en-US"/>
              <a:t>&gt;0 </a:t>
            </a:r>
            <a:r>
              <a:rPr lang="en-US" altLang="en-US" b="1"/>
              <a:t>then</a:t>
            </a:r>
            <a:r>
              <a:rPr lang="en-US" altLang="en-US"/>
              <a:t> </a:t>
            </a:r>
          </a:p>
          <a:p>
            <a:pPr lvl="2" eaLnBrk="1" hangingPunct="1">
              <a:buFontTx/>
              <a:buNone/>
            </a:pPr>
            <a:r>
              <a:rPr lang="en-US" altLang="en-US"/>
              <a:t>			decrement </a:t>
            </a:r>
            <a:r>
              <a:rPr lang="en-US" altLang="en-US" i="1"/>
              <a:t>s</a:t>
            </a:r>
            <a:r>
              <a:rPr lang="en-US" altLang="en-US"/>
              <a:t> </a:t>
            </a:r>
          </a:p>
          <a:p>
            <a:pPr lvl="2" eaLnBrk="1" hangingPunct="1">
              <a:buFontTx/>
              <a:buNone/>
            </a:pPr>
            <a:r>
              <a:rPr lang="en-US" altLang="en-US" b="1"/>
              <a:t>		else</a:t>
            </a:r>
            <a:r>
              <a:rPr lang="en-US" altLang="en-US"/>
              <a:t> </a:t>
            </a:r>
          </a:p>
          <a:p>
            <a:pPr lvl="2" eaLnBrk="1" hangingPunct="1">
              <a:buFontTx/>
              <a:buNone/>
            </a:pPr>
            <a:r>
              <a:rPr lang="en-US" altLang="en-US"/>
              <a:t>			block execution of the calling process </a:t>
            </a:r>
          </a:p>
          <a:p>
            <a:pPr eaLnBrk="1" hangingPunct="1"/>
            <a:endParaRPr lang="en-US" altLang="en-US" i="1"/>
          </a:p>
          <a:p>
            <a:pPr eaLnBrk="1" hangingPunct="1"/>
            <a:r>
              <a:rPr lang="en-US" altLang="en-US" i="1"/>
              <a:t>up(s)</a:t>
            </a:r>
            <a:r>
              <a:rPr lang="en-US" altLang="en-US"/>
              <a:t>: 	</a:t>
            </a:r>
            <a:r>
              <a:rPr lang="en-US" altLang="en-US" b="1"/>
              <a:t>if</a:t>
            </a:r>
            <a:r>
              <a:rPr lang="en-US" altLang="en-US"/>
              <a:t> processes blocked on </a:t>
            </a:r>
            <a:r>
              <a:rPr lang="en-US" altLang="en-US" i="1"/>
              <a:t>s </a:t>
            </a:r>
            <a:r>
              <a:rPr lang="en-US" altLang="en-US" b="1"/>
              <a:t>then</a:t>
            </a:r>
            <a:r>
              <a:rPr lang="en-US" altLang="en-US"/>
              <a:t> 			awaken one of them </a:t>
            </a:r>
          </a:p>
          <a:p>
            <a:pPr eaLnBrk="1" hangingPunct="1">
              <a:buFontTx/>
              <a:buNone/>
            </a:pPr>
            <a:r>
              <a:rPr lang="en-US" altLang="en-US" b="1"/>
              <a:t>			else</a:t>
            </a:r>
            <a:r>
              <a:rPr lang="en-US" altLang="en-US"/>
              <a:t> </a:t>
            </a:r>
          </a:p>
          <a:p>
            <a:pPr eaLnBrk="1" hangingPunct="1">
              <a:buFontTx/>
              <a:buNone/>
            </a:pPr>
            <a:r>
              <a:rPr lang="en-US" altLang="en-US"/>
              <a:t>				increment </a:t>
            </a:r>
            <a:r>
              <a:rPr lang="en-US" altLang="en-US" i="1"/>
              <a:t>s</a:t>
            </a:r>
            <a:r>
              <a:rPr lang="en-US" altLang="en-US"/>
              <a:t> </a:t>
            </a:r>
          </a:p>
        </p:txBody>
      </p:sp>
    </p:spTree>
    <p:extLst>
      <p:ext uri="{BB962C8B-B14F-4D97-AF65-F5344CB8AC3E}">
        <p14:creationId xmlns:p14="http://schemas.microsoft.com/office/powerpoint/2010/main" val="855574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3"/>
          <p:cNvSpPr txBox="1">
            <a:spLocks noChangeArrowheads="1"/>
          </p:cNvSpPr>
          <p:nvPr/>
        </p:nvSpPr>
        <p:spPr bwMode="auto">
          <a:xfrm>
            <a:off x="1989139" y="1700213"/>
            <a:ext cx="766603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b="1">
                <a:latin typeface="Times New Roman" panose="02020603050405020304" pitchFamily="18" charset="0"/>
              </a:rPr>
              <a:t>Semaphores are passive objects that react to up and down actions; they do not initiate actions. Consequently, we implement a semaphore in Java as a monitor class. The actions </a:t>
            </a:r>
            <a:r>
              <a:rPr lang="en-GB" altLang="en-US" sz="2400" b="1" i="1">
                <a:latin typeface="Times New Roman" panose="02020603050405020304" pitchFamily="18" charset="0"/>
              </a:rPr>
              <a:t>up</a:t>
            </a:r>
            <a:r>
              <a:rPr lang="en-GB" altLang="en-US" sz="2400" b="1">
                <a:latin typeface="Times New Roman" panose="02020603050405020304" pitchFamily="18" charset="0"/>
              </a:rPr>
              <a:t> and </a:t>
            </a:r>
            <a:r>
              <a:rPr lang="en-GB" altLang="en-US" sz="2400" b="1" i="1">
                <a:latin typeface="Times New Roman" panose="02020603050405020304" pitchFamily="18" charset="0"/>
              </a:rPr>
              <a:t>down</a:t>
            </a:r>
            <a:r>
              <a:rPr lang="en-GB" altLang="en-US" sz="2400" b="1">
                <a:latin typeface="Times New Roman" panose="02020603050405020304" pitchFamily="18" charset="0"/>
              </a:rPr>
              <a:t> becomes synchronised methods. </a:t>
            </a:r>
          </a:p>
        </p:txBody>
      </p:sp>
      <p:sp>
        <p:nvSpPr>
          <p:cNvPr id="35843" name="Rectangle 4"/>
          <p:cNvSpPr>
            <a:spLocks noGrp="1" noChangeArrowheads="1"/>
          </p:cNvSpPr>
          <p:nvPr>
            <p:ph type="title"/>
          </p:nvPr>
        </p:nvSpPr>
        <p:spPr>
          <a:xfrm>
            <a:off x="2009775" y="1"/>
            <a:ext cx="7042150" cy="974725"/>
          </a:xfrm>
        </p:spPr>
        <p:txBody>
          <a:bodyPr/>
          <a:lstStyle/>
          <a:p>
            <a:pPr eaLnBrk="1" hangingPunct="1"/>
            <a:r>
              <a:rPr lang="en-US" altLang="en-US" b="1"/>
              <a:t>Semaphores in Java</a:t>
            </a:r>
            <a:endParaRPr lang="en-GB" altLang="en-US" b="1"/>
          </a:p>
        </p:txBody>
      </p:sp>
    </p:spTree>
    <p:extLst>
      <p:ext uri="{BB962C8B-B14F-4D97-AF65-F5344CB8AC3E}">
        <p14:creationId xmlns:p14="http://schemas.microsoft.com/office/powerpoint/2010/main" val="26650637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noChangeArrowheads="1"/>
          </p:cNvSpPr>
          <p:nvPr>
            <p:ph type="title"/>
          </p:nvPr>
        </p:nvSpPr>
        <p:spPr/>
        <p:txBody>
          <a:bodyPr/>
          <a:lstStyle/>
          <a:p>
            <a:pPr eaLnBrk="1" hangingPunct="1"/>
            <a:r>
              <a:rPr lang="en-US" altLang="en-US" b="1"/>
              <a:t>Semaphores in Java</a:t>
            </a:r>
            <a:endParaRPr lang="en-US" altLang="en-US"/>
          </a:p>
        </p:txBody>
      </p:sp>
      <p:sp>
        <p:nvSpPr>
          <p:cNvPr id="37891" name="Content Placeholder 2"/>
          <p:cNvSpPr>
            <a:spLocks noGrp="1" noChangeArrowheads="1"/>
          </p:cNvSpPr>
          <p:nvPr>
            <p:ph idx="1"/>
          </p:nvPr>
        </p:nvSpPr>
        <p:spPr>
          <a:xfrm>
            <a:off x="1997075" y="1273175"/>
            <a:ext cx="8229600" cy="5359400"/>
          </a:xfrm>
        </p:spPr>
        <p:txBody>
          <a:bodyPr/>
          <a:lstStyle/>
          <a:p>
            <a:pPr eaLnBrk="1" hangingPunct="1">
              <a:buFontTx/>
              <a:buNone/>
            </a:pPr>
            <a:r>
              <a:rPr lang="en-US" altLang="en-US" sz="2400" b="1"/>
              <a:t>public class</a:t>
            </a:r>
            <a:r>
              <a:rPr lang="en-US" altLang="en-US" sz="2400"/>
              <a:t> Semaphore { </a:t>
            </a:r>
          </a:p>
          <a:p>
            <a:pPr eaLnBrk="1" hangingPunct="1">
              <a:buFontTx/>
              <a:buNone/>
            </a:pPr>
            <a:r>
              <a:rPr lang="en-US" altLang="en-US" sz="2400" b="1"/>
              <a:t>	private</a:t>
            </a:r>
            <a:r>
              <a:rPr lang="en-US" altLang="en-US" sz="2400"/>
              <a:t> int value; </a:t>
            </a:r>
          </a:p>
          <a:p>
            <a:pPr lvl="1" eaLnBrk="1" hangingPunct="1">
              <a:buFontTx/>
              <a:buNone/>
            </a:pPr>
            <a:r>
              <a:rPr lang="en-US" altLang="en-US" b="1"/>
              <a:t>public</a:t>
            </a:r>
            <a:r>
              <a:rPr lang="en-US" altLang="en-US"/>
              <a:t> Semaphore (int initial) {</a:t>
            </a:r>
          </a:p>
          <a:p>
            <a:pPr lvl="1" eaLnBrk="1" hangingPunct="1">
              <a:buFontTx/>
              <a:buNone/>
            </a:pPr>
            <a:r>
              <a:rPr lang="en-US" altLang="en-US"/>
              <a:t>value = initial;</a:t>
            </a:r>
          </a:p>
          <a:p>
            <a:pPr lvl="1" eaLnBrk="1" hangingPunct="1">
              <a:buFontTx/>
              <a:buNone/>
            </a:pPr>
            <a:r>
              <a:rPr lang="en-US" altLang="en-US"/>
              <a:t>} </a:t>
            </a:r>
          </a:p>
          <a:p>
            <a:pPr lvl="1" eaLnBrk="1" hangingPunct="1">
              <a:buFontTx/>
              <a:buNone/>
            </a:pPr>
            <a:r>
              <a:rPr lang="en-US" altLang="en-US" b="1"/>
              <a:t>synchronized public</a:t>
            </a:r>
            <a:r>
              <a:rPr lang="en-US" altLang="en-US"/>
              <a:t> void up() { </a:t>
            </a:r>
          </a:p>
          <a:p>
            <a:pPr lvl="1" eaLnBrk="1" hangingPunct="1">
              <a:buFontTx/>
              <a:buNone/>
            </a:pPr>
            <a:r>
              <a:rPr lang="en-US" altLang="en-US"/>
              <a:t>++value; </a:t>
            </a:r>
          </a:p>
          <a:p>
            <a:pPr lvl="1" eaLnBrk="1" hangingPunct="1">
              <a:buFontTx/>
              <a:buNone/>
            </a:pPr>
            <a:r>
              <a:rPr lang="en-US" altLang="en-US"/>
              <a:t>notify(); </a:t>
            </a:r>
          </a:p>
          <a:p>
            <a:pPr lvl="1" eaLnBrk="1" hangingPunct="1">
              <a:buFontTx/>
              <a:buNone/>
            </a:pPr>
            <a:r>
              <a:rPr lang="en-US" altLang="en-US"/>
              <a:t>} </a:t>
            </a:r>
          </a:p>
          <a:p>
            <a:pPr lvl="1" eaLnBrk="1" hangingPunct="1">
              <a:buFontTx/>
              <a:buNone/>
            </a:pPr>
            <a:r>
              <a:rPr lang="en-US" altLang="en-US" b="1"/>
              <a:t>synchronized public</a:t>
            </a:r>
            <a:r>
              <a:rPr lang="en-US" altLang="en-US"/>
              <a:t> void down() </a:t>
            </a:r>
            <a:r>
              <a:rPr lang="en-US" altLang="en-US" b="1"/>
              <a:t>throws</a:t>
            </a:r>
            <a:r>
              <a:rPr lang="en-US" altLang="en-US"/>
              <a:t> InterruptedException { </a:t>
            </a:r>
          </a:p>
          <a:p>
            <a:pPr lvl="1" eaLnBrk="1" hangingPunct="1">
              <a:buFontTx/>
              <a:buNone/>
            </a:pPr>
            <a:r>
              <a:rPr lang="en-US" altLang="en-US" b="1"/>
              <a:t>while</a:t>
            </a:r>
            <a:r>
              <a:rPr lang="en-US" altLang="en-US"/>
              <a:t> (value== 0) wait(); </a:t>
            </a:r>
          </a:p>
          <a:p>
            <a:pPr lvl="1" eaLnBrk="1" hangingPunct="1">
              <a:buFontTx/>
              <a:buNone/>
            </a:pPr>
            <a:r>
              <a:rPr lang="en-US" altLang="en-US"/>
              <a:t>--value; </a:t>
            </a:r>
          </a:p>
          <a:p>
            <a:pPr lvl="1" eaLnBrk="1" hangingPunct="1">
              <a:buFontTx/>
              <a:buNone/>
            </a:pPr>
            <a:r>
              <a:rPr lang="en-US" altLang="en-US"/>
              <a:t>} </a:t>
            </a:r>
          </a:p>
          <a:p>
            <a:pPr eaLnBrk="1" hangingPunct="1">
              <a:buFontTx/>
              <a:buNone/>
            </a:pPr>
            <a:r>
              <a:rPr lang="en-US" altLang="en-US" sz="2400"/>
              <a:t>}</a:t>
            </a:r>
          </a:p>
        </p:txBody>
      </p:sp>
    </p:spTree>
    <p:extLst>
      <p:ext uri="{BB962C8B-B14F-4D97-AF65-F5344CB8AC3E}">
        <p14:creationId xmlns:p14="http://schemas.microsoft.com/office/powerpoint/2010/main" val="3888809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2009775" y="0"/>
            <a:ext cx="7042150" cy="769938"/>
          </a:xfrm>
        </p:spPr>
        <p:txBody>
          <a:bodyPr/>
          <a:lstStyle/>
          <a:p>
            <a:pPr eaLnBrk="1" hangingPunct="1"/>
            <a:r>
              <a:rPr lang="en-US" altLang="en-US" b="1"/>
              <a:t>Nested Monitors</a:t>
            </a:r>
          </a:p>
        </p:txBody>
      </p:sp>
      <p:sp>
        <p:nvSpPr>
          <p:cNvPr id="38915" name="Text Box 3"/>
          <p:cNvSpPr txBox="1">
            <a:spLocks noChangeArrowheads="1"/>
          </p:cNvSpPr>
          <p:nvPr/>
        </p:nvSpPr>
        <p:spPr bwMode="auto">
          <a:xfrm>
            <a:off x="2130426" y="1655764"/>
            <a:ext cx="7878763" cy="434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a:latin typeface="Comic Sans MS" panose="030F0702030302020204" pitchFamily="66" charset="0"/>
              </a:rPr>
              <a:t>Suppose that we </a:t>
            </a:r>
            <a:r>
              <a:rPr lang="en-GB" altLang="en-US" sz="2400" u="sng">
                <a:latin typeface="Comic Sans MS" panose="030F0702030302020204" pitchFamily="66" charset="0"/>
              </a:rPr>
              <a:t>did not wish</a:t>
            </a:r>
            <a:r>
              <a:rPr lang="en-GB" altLang="en-US" sz="2400">
                <a:latin typeface="Comic Sans MS" panose="030F0702030302020204" pitchFamily="66" charset="0"/>
              </a:rPr>
              <a:t> to use conditional synchronisation directly in the implementation of the buffer monitor class but instead we decided to use the semaphores </a:t>
            </a:r>
            <a:r>
              <a:rPr lang="en-GB" altLang="en-US" sz="2400" i="1">
                <a:latin typeface="Comic Sans MS" panose="030F0702030302020204" pitchFamily="66" charset="0"/>
              </a:rPr>
              <a:t>full</a:t>
            </a:r>
            <a:r>
              <a:rPr lang="en-GB" altLang="en-US" sz="2400">
                <a:latin typeface="Comic Sans MS" panose="030F0702030302020204" pitchFamily="66" charset="0"/>
              </a:rPr>
              <a:t> and </a:t>
            </a:r>
            <a:r>
              <a:rPr lang="en-GB" altLang="en-US" sz="2400" i="1">
                <a:latin typeface="Comic Sans MS" panose="030F0702030302020204" pitchFamily="66" charset="0"/>
              </a:rPr>
              <a:t>empty</a:t>
            </a:r>
            <a:r>
              <a:rPr lang="en-GB" altLang="en-US" sz="2400">
                <a:latin typeface="Comic Sans MS" panose="030F0702030302020204" pitchFamily="66" charset="0"/>
              </a:rPr>
              <a:t> to reflect the state of the buffer. </a:t>
            </a:r>
          </a:p>
          <a:p>
            <a:pPr>
              <a:spcBef>
                <a:spcPct val="50000"/>
              </a:spcBef>
              <a:buFontTx/>
              <a:buNone/>
            </a:pPr>
            <a:r>
              <a:rPr lang="en-GB" altLang="en-US" sz="2400">
                <a:latin typeface="Comic Sans MS" panose="030F0702030302020204" pitchFamily="66" charset="0"/>
              </a:rPr>
              <a:t>The semaphore </a:t>
            </a:r>
            <a:r>
              <a:rPr lang="en-GB" altLang="en-US" sz="2400" i="1">
                <a:latin typeface="Comic Sans MS" panose="030F0702030302020204" pitchFamily="66" charset="0"/>
              </a:rPr>
              <a:t>empty </a:t>
            </a:r>
            <a:r>
              <a:rPr lang="en-GB" altLang="en-US" sz="2400">
                <a:latin typeface="Comic Sans MS" panose="030F0702030302020204" pitchFamily="66" charset="0"/>
              </a:rPr>
              <a:t>counts the number of </a:t>
            </a:r>
            <a:r>
              <a:rPr lang="en-GB" altLang="en-US" sz="2400" b="1">
                <a:latin typeface="Comic Sans MS" panose="030F0702030302020204" pitchFamily="66" charset="0"/>
              </a:rPr>
              <a:t>spaces</a:t>
            </a:r>
            <a:r>
              <a:rPr lang="en-GB" altLang="en-US" sz="2400">
                <a:latin typeface="Comic Sans MS" panose="030F0702030302020204" pitchFamily="66" charset="0"/>
              </a:rPr>
              <a:t> and is decremented during a </a:t>
            </a:r>
            <a:r>
              <a:rPr lang="en-GB" altLang="en-US" sz="2400" i="1">
                <a:latin typeface="Comic Sans MS" panose="030F0702030302020204" pitchFamily="66" charset="0"/>
              </a:rPr>
              <a:t>put </a:t>
            </a:r>
            <a:r>
              <a:rPr lang="en-GB" altLang="en-US" sz="2400">
                <a:latin typeface="Comic Sans MS" panose="030F0702030302020204" pitchFamily="66" charset="0"/>
              </a:rPr>
              <a:t>operation. The </a:t>
            </a:r>
            <a:r>
              <a:rPr lang="en-GB" altLang="en-US" sz="2400" i="1">
                <a:latin typeface="Comic Sans MS" panose="030F0702030302020204" pitchFamily="66" charset="0"/>
              </a:rPr>
              <a:t>put</a:t>
            </a:r>
            <a:r>
              <a:rPr lang="en-GB" altLang="en-US" sz="2400">
                <a:latin typeface="Comic Sans MS" panose="030F0702030302020204" pitchFamily="66" charset="0"/>
              </a:rPr>
              <a:t> is, of course, blocked if the value of </a:t>
            </a:r>
            <a:r>
              <a:rPr lang="en-GB" altLang="en-US" sz="2400" i="1">
                <a:latin typeface="Comic Sans MS" panose="030F0702030302020204" pitchFamily="66" charset="0"/>
              </a:rPr>
              <a:t>empty</a:t>
            </a:r>
            <a:r>
              <a:rPr lang="en-GB" altLang="en-US" sz="2400">
                <a:latin typeface="Comic Sans MS" panose="030F0702030302020204" pitchFamily="66" charset="0"/>
              </a:rPr>
              <a:t> is zero. Similarly, </a:t>
            </a:r>
            <a:r>
              <a:rPr lang="en-GB" altLang="en-US" sz="2400" i="1">
                <a:latin typeface="Comic Sans MS" panose="030F0702030302020204" pitchFamily="66" charset="0"/>
              </a:rPr>
              <a:t>full </a:t>
            </a:r>
            <a:r>
              <a:rPr lang="en-GB" altLang="en-US" sz="2400">
                <a:latin typeface="Comic Sans MS" panose="030F0702030302020204" pitchFamily="66" charset="0"/>
              </a:rPr>
              <a:t>counts the number of </a:t>
            </a:r>
            <a:r>
              <a:rPr lang="en-GB" altLang="en-US" sz="2400" b="1">
                <a:latin typeface="Comic Sans MS" panose="030F0702030302020204" pitchFamily="66" charset="0"/>
              </a:rPr>
              <a:t>items</a:t>
            </a:r>
            <a:r>
              <a:rPr lang="en-GB" altLang="en-US" sz="2400">
                <a:latin typeface="Comic Sans MS" panose="030F0702030302020204" pitchFamily="66" charset="0"/>
              </a:rPr>
              <a:t> in the buffer and is decremented by a get operation. The get is therefore blocked if the value of full is zero.</a:t>
            </a:r>
          </a:p>
        </p:txBody>
      </p:sp>
    </p:spTree>
    <p:extLst>
      <p:ext uri="{BB962C8B-B14F-4D97-AF65-F5344CB8AC3E}">
        <p14:creationId xmlns:p14="http://schemas.microsoft.com/office/powerpoint/2010/main" val="2914360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2297113" y="2362200"/>
            <a:ext cx="7315200" cy="4146550"/>
          </a:xfrm>
          <a:prstGeom prst="rect">
            <a:avLst/>
          </a:prstGeom>
          <a:solidFill>
            <a:schemeClr val="bg1"/>
          </a:solidFill>
          <a:ln w="12700">
            <a:solidFill>
              <a:schemeClr val="tx1"/>
            </a:solidFill>
            <a:miter lim="800000"/>
            <a:headEnd/>
            <a:tailEnd/>
          </a:ln>
          <a:effectLst>
            <a:outerShdw dist="107763" dir="2700000" algn="ctr" rotWithShape="0">
              <a:schemeClr val="folHlink"/>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0963" name="Text Box 3"/>
          <p:cNvSpPr txBox="1">
            <a:spLocks noChangeArrowheads="1"/>
          </p:cNvSpPr>
          <p:nvPr/>
        </p:nvSpPr>
        <p:spPr bwMode="auto">
          <a:xfrm>
            <a:off x="1952625" y="785813"/>
            <a:ext cx="766603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b="1">
                <a:latin typeface="Times New Roman" panose="02020603050405020304" pitchFamily="18" charset="0"/>
              </a:rPr>
              <a:t>Suppose that, in place of using the </a:t>
            </a:r>
            <a:r>
              <a:rPr lang="en-GB" altLang="en-US" sz="2400" b="1" i="1">
                <a:latin typeface="Times New Roman" panose="02020603050405020304" pitchFamily="18" charset="0"/>
              </a:rPr>
              <a:t>count</a:t>
            </a:r>
            <a:r>
              <a:rPr lang="en-GB" altLang="en-US" sz="2400" b="1">
                <a:latin typeface="Times New Roman" panose="02020603050405020304" pitchFamily="18" charset="0"/>
              </a:rPr>
              <a:t> variable and condition synchronization directly, we  instead use two semaphores </a:t>
            </a:r>
            <a:r>
              <a:rPr lang="en-GB" altLang="en-US" sz="2400" b="1" i="1">
                <a:solidFill>
                  <a:schemeClr val="accent2"/>
                </a:solidFill>
                <a:latin typeface="Times New Roman" panose="02020603050405020304" pitchFamily="18" charset="0"/>
              </a:rPr>
              <a:t>full</a:t>
            </a:r>
            <a:r>
              <a:rPr lang="en-GB" altLang="en-US" sz="2400" b="1">
                <a:latin typeface="Times New Roman" panose="02020603050405020304" pitchFamily="18" charset="0"/>
              </a:rPr>
              <a:t> and </a:t>
            </a:r>
            <a:r>
              <a:rPr lang="en-GB" altLang="en-US" sz="2400" b="1" i="1">
                <a:solidFill>
                  <a:schemeClr val="accent2"/>
                </a:solidFill>
                <a:latin typeface="Times New Roman" panose="02020603050405020304" pitchFamily="18" charset="0"/>
              </a:rPr>
              <a:t>empty</a:t>
            </a:r>
            <a:r>
              <a:rPr lang="en-GB" altLang="en-US" sz="2400" b="1">
                <a:latin typeface="Times New Roman" panose="02020603050405020304" pitchFamily="18" charset="0"/>
              </a:rPr>
              <a:t> to reflect the state of the buffer. </a:t>
            </a:r>
          </a:p>
        </p:txBody>
      </p:sp>
      <p:sp>
        <p:nvSpPr>
          <p:cNvPr id="40964" name="Rectangle 4"/>
          <p:cNvSpPr>
            <a:spLocks noGrp="1" noChangeArrowheads="1"/>
          </p:cNvSpPr>
          <p:nvPr>
            <p:ph type="title"/>
          </p:nvPr>
        </p:nvSpPr>
        <p:spPr>
          <a:xfrm>
            <a:off x="2009775" y="1"/>
            <a:ext cx="7042150" cy="974725"/>
          </a:xfrm>
        </p:spPr>
        <p:txBody>
          <a:bodyPr/>
          <a:lstStyle/>
          <a:p>
            <a:pPr eaLnBrk="1" hangingPunct="1"/>
            <a:r>
              <a:rPr lang="en-US" altLang="en-US" b="1"/>
              <a:t>Nested Monitors</a:t>
            </a:r>
            <a:endParaRPr lang="en-GB" altLang="en-US" b="1"/>
          </a:p>
        </p:txBody>
      </p:sp>
      <p:sp>
        <p:nvSpPr>
          <p:cNvPr id="40965" name="Text Box 5"/>
          <p:cNvSpPr txBox="1">
            <a:spLocks noChangeArrowheads="1"/>
          </p:cNvSpPr>
          <p:nvPr/>
        </p:nvSpPr>
        <p:spPr bwMode="auto">
          <a:xfrm>
            <a:off x="2438400" y="2362201"/>
            <a:ext cx="7443788" cy="405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b="1" noProof="1">
                <a:solidFill>
                  <a:srgbClr val="0000FF"/>
                </a:solidFill>
                <a:latin typeface="Courier New" panose="02070309020205020404" pitchFamily="49" charset="0"/>
              </a:rPr>
              <a:t>class</a:t>
            </a:r>
            <a:r>
              <a:rPr lang="en-US" altLang="en-US" sz="2000" b="1" noProof="1">
                <a:latin typeface="Courier New" panose="02070309020205020404" pitchFamily="49" charset="0"/>
              </a:rPr>
              <a:t> SemaBuffer </a:t>
            </a:r>
            <a:r>
              <a:rPr lang="en-US" altLang="ja-JP" sz="2000" b="1">
                <a:latin typeface="Courier New" panose="02070309020205020404" pitchFamily="49" charset="0"/>
                <a:ea typeface="MS PGothic" panose="020B0600070205080204" pitchFamily="34" charset="-128"/>
              </a:rPr>
              <a:t>&lt;E&gt;</a:t>
            </a:r>
            <a:r>
              <a:rPr lang="en-US" altLang="ja-JP" sz="2000">
                <a:latin typeface="Comic Sans MS" panose="030F0702030302020204" pitchFamily="66" charset="0"/>
                <a:ea typeface="MS PGothic" panose="020B0600070205080204" pitchFamily="34" charset="-128"/>
              </a:rPr>
              <a:t> </a:t>
            </a:r>
            <a:r>
              <a:rPr lang="en-US" altLang="en-US" sz="2000" b="1" noProof="1">
                <a:solidFill>
                  <a:srgbClr val="0000FF"/>
                </a:solidFill>
                <a:latin typeface="Courier New" panose="02070309020205020404" pitchFamily="49" charset="0"/>
              </a:rPr>
              <a:t>implements</a:t>
            </a:r>
            <a:r>
              <a:rPr lang="en-US" altLang="en-US" sz="2000" b="1" noProof="1">
                <a:latin typeface="Courier New" panose="02070309020205020404" pitchFamily="49" charset="0"/>
              </a:rPr>
              <a:t> Buffer </a:t>
            </a:r>
            <a:r>
              <a:rPr lang="en-US" altLang="ja-JP" sz="2000" b="1">
                <a:latin typeface="Courier New" panose="02070309020205020404" pitchFamily="49" charset="0"/>
                <a:ea typeface="MS PGothic" panose="020B0600070205080204" pitchFamily="34" charset="-128"/>
              </a:rPr>
              <a:t>&lt;E&gt;</a:t>
            </a:r>
            <a:r>
              <a:rPr lang="en-US" altLang="ja-JP" sz="2000">
                <a:latin typeface="Comic Sans MS" panose="030F0702030302020204" pitchFamily="66" charset="0"/>
                <a:ea typeface="MS PGothic" panose="020B0600070205080204" pitchFamily="34" charset="-128"/>
              </a:rPr>
              <a:t> </a:t>
            </a:r>
            <a:r>
              <a:rPr lang="en-US" altLang="en-US" sz="2000" b="1" noProof="1">
                <a:latin typeface="Courier New" panose="02070309020205020404" pitchFamily="49" charset="0"/>
              </a:rPr>
              <a:t>{</a:t>
            </a:r>
          </a:p>
          <a:p>
            <a:pPr>
              <a:spcBef>
                <a:spcPct val="0"/>
              </a:spcBef>
              <a:buFontTx/>
              <a:buNone/>
            </a:pP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a:t>
            </a:r>
            <a:endParaRPr lang="en-US" altLang="en-US" sz="2000" b="1" noProof="1">
              <a:latin typeface="Courier New" panose="02070309020205020404" pitchFamily="49" charset="0"/>
            </a:endParaRPr>
          </a:p>
          <a:p>
            <a:pPr>
              <a:spcBef>
                <a:spcPct val="0"/>
              </a:spcBef>
              <a:buFontTx/>
              <a:buNone/>
            </a:pPr>
            <a:endParaRPr lang="en-US" altLang="en-US" sz="1000" b="1" noProof="1">
              <a:latin typeface="Courier New" panose="02070309020205020404" pitchFamily="49" charset="0"/>
            </a:endParaRPr>
          </a:p>
          <a:p>
            <a:pPr>
              <a:spcBef>
                <a:spcPct val="0"/>
              </a:spcBef>
              <a:buFontTx/>
              <a:buNone/>
            </a:pPr>
            <a:r>
              <a:rPr lang="en-US" altLang="en-US" sz="2000" b="1" noProof="1">
                <a:latin typeface="Courier New" panose="02070309020205020404" pitchFamily="49" charset="0"/>
              </a:rPr>
              <a:t>  Semaphore full;  </a:t>
            </a:r>
            <a:r>
              <a:rPr lang="en-US" altLang="en-US" sz="2000" b="1" i="1" noProof="1">
                <a:solidFill>
                  <a:srgbClr val="CC0000"/>
                </a:solidFill>
                <a:latin typeface="Times New Roman" panose="02020603050405020304" pitchFamily="18" charset="0"/>
              </a:rPr>
              <a:t>//counts number of items</a:t>
            </a:r>
            <a:endParaRPr lang="en-US" altLang="en-US" sz="2000" b="1" noProof="1">
              <a:solidFill>
                <a:srgbClr val="CC0000"/>
              </a:solidFill>
              <a:latin typeface="Courier New" panose="02070309020205020404" pitchFamily="49" charset="0"/>
            </a:endParaRPr>
          </a:p>
          <a:p>
            <a:pPr>
              <a:spcBef>
                <a:spcPct val="0"/>
              </a:spcBef>
              <a:buFontTx/>
              <a:buNone/>
            </a:pPr>
            <a:r>
              <a:rPr lang="en-US" altLang="en-US" sz="2000" b="1" noProof="1">
                <a:latin typeface="Courier New" panose="02070309020205020404" pitchFamily="49" charset="0"/>
              </a:rPr>
              <a:t>  Semaphore empty; </a:t>
            </a:r>
            <a:r>
              <a:rPr lang="en-US" altLang="en-US" sz="2000" b="1" i="1" noProof="1">
                <a:solidFill>
                  <a:srgbClr val="CC0000"/>
                </a:solidFill>
                <a:latin typeface="Times New Roman" panose="02020603050405020304" pitchFamily="18" charset="0"/>
              </a:rPr>
              <a:t>//counts number of spaces</a:t>
            </a:r>
          </a:p>
          <a:p>
            <a:pPr>
              <a:spcBef>
                <a:spcPct val="0"/>
              </a:spcBef>
              <a:buFontTx/>
              <a:buNone/>
            </a:pPr>
            <a:endParaRPr lang="en-US" altLang="en-US" sz="1000" b="1" noProof="1">
              <a:latin typeface="Courier New" panose="02070309020205020404" pitchFamily="49" charset="0"/>
            </a:endParaRPr>
          </a:p>
          <a:p>
            <a:pPr>
              <a:spcBef>
                <a:spcPct val="0"/>
              </a:spcBef>
              <a:buFontTx/>
              <a:buNone/>
            </a:pPr>
            <a:r>
              <a:rPr lang="en-US" altLang="en-US" sz="2000" b="1" noProof="1">
                <a:latin typeface="Courier New" panose="02070309020205020404" pitchFamily="49" charset="0"/>
              </a:rPr>
              <a:t>  SemaBuffer(int size) {</a:t>
            </a:r>
          </a:p>
          <a:p>
            <a:pPr>
              <a:spcBef>
                <a:spcPct val="0"/>
              </a:spcBef>
              <a:buFontTx/>
              <a:buNone/>
            </a:pPr>
            <a:r>
              <a:rPr lang="en-US" altLang="en-US" sz="2000" b="1" noProof="1">
                <a:latin typeface="Courier New" panose="02070309020205020404" pitchFamily="49" charset="0"/>
              </a:rPr>
              <a:t>    this.size = size; </a:t>
            </a:r>
            <a:r>
              <a:rPr lang="en-US" altLang="ja-JP" sz="2000" b="1">
                <a:latin typeface="Courier New" panose="02070309020205020404" pitchFamily="49" charset="0"/>
                <a:ea typeface="MS PGothic" panose="020B0600070205080204" pitchFamily="34" charset="-128"/>
              </a:rPr>
              <a:t>buf =(E[])new     Object[size];</a:t>
            </a:r>
            <a:r>
              <a:rPr lang="en-US" altLang="ja-JP" sz="2000">
                <a:latin typeface="Comic Sans MS" panose="030F0702030302020204" pitchFamily="66" charset="0"/>
                <a:ea typeface="MS PGothic" panose="020B0600070205080204" pitchFamily="34" charset="-128"/>
              </a:rPr>
              <a:t> </a:t>
            </a:r>
            <a:endParaRPr lang="en-US" altLang="en-US" sz="2000" b="1" noProof="1">
              <a:latin typeface="Courier New" panose="02070309020205020404" pitchFamily="49" charset="0"/>
            </a:endParaRPr>
          </a:p>
          <a:p>
            <a:pPr>
              <a:spcBef>
                <a:spcPct val="0"/>
              </a:spcBef>
              <a:buFontTx/>
              <a:buNone/>
            </a:pPr>
            <a:r>
              <a:rPr lang="en-US" altLang="en-US" sz="2000" b="1" noProof="1">
                <a:latin typeface="Courier New" panose="02070309020205020404" pitchFamily="49" charset="0"/>
              </a:rPr>
              <a:t>    full = new Semaphore(</a:t>
            </a:r>
            <a:r>
              <a:rPr lang="en-US" altLang="en-US" sz="2000" b="1" noProof="1">
                <a:solidFill>
                  <a:srgbClr val="CC0000"/>
                </a:solidFill>
                <a:latin typeface="Courier New" panose="02070309020205020404" pitchFamily="49" charset="0"/>
              </a:rPr>
              <a:t>0</a:t>
            </a:r>
            <a:r>
              <a:rPr lang="en-US" altLang="en-US" sz="2000" b="1" noProof="1">
                <a:latin typeface="Courier New" panose="02070309020205020404" pitchFamily="49" charset="0"/>
              </a:rPr>
              <a:t>);</a:t>
            </a:r>
          </a:p>
          <a:p>
            <a:pPr>
              <a:spcBef>
                <a:spcPct val="0"/>
              </a:spcBef>
              <a:buFontTx/>
              <a:buNone/>
            </a:pPr>
            <a:r>
              <a:rPr lang="en-US" altLang="en-US" sz="2000" b="1" noProof="1">
                <a:latin typeface="Courier New" panose="02070309020205020404" pitchFamily="49" charset="0"/>
              </a:rPr>
              <a:t>    empty= new Semaphore(</a:t>
            </a:r>
            <a:r>
              <a:rPr lang="en-US" altLang="en-US" sz="2000" b="1" noProof="1">
                <a:solidFill>
                  <a:srgbClr val="CC0000"/>
                </a:solidFill>
                <a:latin typeface="Courier New" panose="02070309020205020404" pitchFamily="49" charset="0"/>
              </a:rPr>
              <a:t>size</a:t>
            </a:r>
            <a:r>
              <a:rPr lang="en-US" altLang="en-US" sz="2000" b="1" noProof="1">
                <a:latin typeface="Courier New" panose="02070309020205020404" pitchFamily="49" charset="0"/>
              </a:rPr>
              <a:t>);</a:t>
            </a:r>
          </a:p>
          <a:p>
            <a:pPr>
              <a:spcBef>
                <a:spcPct val="0"/>
              </a:spcBef>
              <a:buFontTx/>
              <a:buNone/>
            </a:pPr>
            <a:r>
              <a:rPr lang="en-US" altLang="en-US" sz="2000" b="1" noProof="1">
                <a:latin typeface="Courier New" panose="02070309020205020404" pitchFamily="49" charset="0"/>
              </a:rPr>
              <a:t>  }</a:t>
            </a:r>
          </a:p>
          <a:p>
            <a:pPr>
              <a:spcBef>
                <a:spcPct val="0"/>
              </a:spcBef>
              <a:buFontTx/>
              <a:buNone/>
            </a:pPr>
            <a:r>
              <a:rPr lang="en-US" altLang="en-US" sz="2000" b="1" noProof="1">
                <a:latin typeface="Courier New" panose="02070309020205020404" pitchFamily="49" charset="0"/>
              </a:rPr>
              <a:t>…</a:t>
            </a:r>
          </a:p>
          <a:p>
            <a:pPr algn="just">
              <a:spcBef>
                <a:spcPct val="0"/>
              </a:spcBef>
              <a:spcAft>
                <a:spcPts val="1200"/>
              </a:spcAft>
              <a:buNone/>
            </a:pPr>
            <a:r>
              <a:rPr lang="en-US" altLang="en-US" sz="2000" b="1" noProof="1">
                <a:latin typeface="Courier New" panose="02070309020205020404" pitchFamily="49" charset="0"/>
              </a:rPr>
              <a:t>}</a:t>
            </a:r>
            <a:endParaRPr lang="en-GB" altLang="en-US" sz="2000" b="1">
              <a:latin typeface="Courier New" panose="02070309020205020404" pitchFamily="49" charset="0"/>
            </a:endParaRPr>
          </a:p>
        </p:txBody>
      </p:sp>
    </p:spTree>
    <p:extLst>
      <p:ext uri="{BB962C8B-B14F-4D97-AF65-F5344CB8AC3E}">
        <p14:creationId xmlns:p14="http://schemas.microsoft.com/office/powerpoint/2010/main" val="2438008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1765E-389D-4A43-8159-7B3A3ECDCBDE}"/>
              </a:ext>
            </a:extLst>
          </p:cNvPr>
          <p:cNvSpPr>
            <a:spLocks noGrp="1"/>
          </p:cNvSpPr>
          <p:nvPr>
            <p:ph type="title"/>
          </p:nvPr>
        </p:nvSpPr>
        <p:spPr/>
        <p:txBody>
          <a:bodyPr/>
          <a:lstStyle/>
          <a:p>
            <a:r>
              <a:rPr lang="en-US" dirty="0"/>
              <a:t>Pause</a:t>
            </a:r>
          </a:p>
        </p:txBody>
      </p:sp>
    </p:spTree>
    <p:extLst>
      <p:ext uri="{BB962C8B-B14F-4D97-AF65-F5344CB8AC3E}">
        <p14:creationId xmlns:p14="http://schemas.microsoft.com/office/powerpoint/2010/main" val="373015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2297114" y="1219201"/>
            <a:ext cx="7445375" cy="4164013"/>
          </a:xfrm>
          <a:prstGeom prst="rect">
            <a:avLst/>
          </a:prstGeom>
          <a:solidFill>
            <a:schemeClr val="bg1"/>
          </a:solidFill>
          <a:ln w="12700">
            <a:solidFill>
              <a:schemeClr val="tx1"/>
            </a:solidFill>
            <a:miter lim="800000"/>
            <a:headEnd/>
            <a:tailEnd/>
          </a:ln>
          <a:effectLst>
            <a:outerShdw dist="107763" dir="2700000" algn="ctr" rotWithShape="0">
              <a:schemeClr val="folHlink"/>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3011" name="Rectangle 3"/>
          <p:cNvSpPr>
            <a:spLocks noGrp="1" noChangeArrowheads="1"/>
          </p:cNvSpPr>
          <p:nvPr>
            <p:ph type="title"/>
          </p:nvPr>
        </p:nvSpPr>
        <p:spPr>
          <a:xfrm>
            <a:off x="2009775" y="0"/>
            <a:ext cx="6915150" cy="1143000"/>
          </a:xfrm>
        </p:spPr>
        <p:txBody>
          <a:bodyPr/>
          <a:lstStyle/>
          <a:p>
            <a:pPr eaLnBrk="1" hangingPunct="1"/>
            <a:r>
              <a:rPr lang="en-US" altLang="en-US" b="1" dirty="0"/>
              <a:t>nested monitors -  bounded buffer program </a:t>
            </a:r>
            <a:endParaRPr lang="en-GB" altLang="en-US" b="1" dirty="0"/>
          </a:p>
        </p:txBody>
      </p:sp>
      <p:sp>
        <p:nvSpPr>
          <p:cNvPr id="43012" name="Text Box 4"/>
          <p:cNvSpPr txBox="1">
            <a:spLocks noChangeArrowheads="1"/>
          </p:cNvSpPr>
          <p:nvPr/>
        </p:nvSpPr>
        <p:spPr bwMode="auto">
          <a:xfrm>
            <a:off x="2368550" y="1219200"/>
            <a:ext cx="6681788" cy="417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80000"/>
              </a:lnSpc>
              <a:spcBef>
                <a:spcPct val="0"/>
              </a:spcBef>
              <a:buFontTx/>
              <a:buNone/>
            </a:pP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synchronized</a:t>
            </a: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public</a:t>
            </a:r>
            <a:r>
              <a:rPr lang="en-US" altLang="en-US" sz="2000" b="1" noProof="1">
                <a:latin typeface="Courier New" panose="02070309020205020404" pitchFamily="49" charset="0"/>
              </a:rPr>
              <a:t> void put(</a:t>
            </a:r>
            <a:r>
              <a:rPr lang="en-GB" altLang="en-US" sz="2000" b="1">
                <a:latin typeface="Courier New" panose="02070309020205020404" pitchFamily="49" charset="0"/>
              </a:rPr>
              <a:t>E</a:t>
            </a:r>
            <a:r>
              <a:rPr lang="en-GB" altLang="en-US" sz="2000" b="1" noProof="1">
                <a:latin typeface="Courier New" panose="02070309020205020404" pitchFamily="49" charset="0"/>
              </a:rPr>
              <a:t> o) </a:t>
            </a:r>
          </a:p>
          <a:p>
            <a:pPr>
              <a:lnSpc>
                <a:spcPct val="80000"/>
              </a:lnSpc>
              <a:spcBef>
                <a:spcPct val="0"/>
              </a:spcBef>
              <a:buFontTx/>
              <a:buNone/>
            </a:pPr>
            <a:r>
              <a:rPr lang="en-GB" altLang="en-US" sz="2000" b="1" noProof="1">
                <a:latin typeface="Courier New" panose="02070309020205020404" pitchFamily="49" charset="0"/>
              </a:rPr>
              <a:t>              </a:t>
            </a:r>
            <a:r>
              <a:rPr lang="en-GB" altLang="en-US" sz="2000" b="1" noProof="1">
                <a:solidFill>
                  <a:srgbClr val="0000FF"/>
                </a:solidFill>
                <a:latin typeface="Courier New" panose="02070309020205020404" pitchFamily="49" charset="0"/>
              </a:rPr>
              <a:t>throws</a:t>
            </a:r>
            <a:r>
              <a:rPr lang="en-GB" altLang="en-US" sz="2000" b="1" noProof="1">
                <a:latin typeface="Courier New" panose="02070309020205020404" pitchFamily="49" charset="0"/>
              </a:rPr>
              <a:t> InterruptedException {</a:t>
            </a:r>
          </a:p>
          <a:p>
            <a:pPr>
              <a:lnSpc>
                <a:spcPct val="80000"/>
              </a:lnSpc>
              <a:spcBef>
                <a:spcPct val="0"/>
              </a:spcBef>
              <a:buFontTx/>
              <a:buNone/>
            </a:pPr>
            <a:r>
              <a:rPr lang="en-GB" altLang="en-US" sz="2000" b="1" noProof="1">
                <a:latin typeface="Courier New" panose="02070309020205020404" pitchFamily="49" charset="0"/>
              </a:rPr>
              <a:t>    empty.down();</a:t>
            </a:r>
          </a:p>
          <a:p>
            <a:pPr>
              <a:lnSpc>
                <a:spcPct val="80000"/>
              </a:lnSpc>
              <a:spcBef>
                <a:spcPct val="0"/>
              </a:spcBef>
              <a:buFontTx/>
              <a:buNone/>
            </a:pPr>
            <a:r>
              <a:rPr lang="en-GB" altLang="en-US" sz="2000" b="1" noProof="1">
                <a:latin typeface="Courier New" panose="02070309020205020404" pitchFamily="49" charset="0"/>
              </a:rPr>
              <a:t>    buf[in] = o;</a:t>
            </a:r>
          </a:p>
          <a:p>
            <a:pPr>
              <a:lnSpc>
                <a:spcPct val="80000"/>
              </a:lnSpc>
              <a:spcBef>
                <a:spcPct val="0"/>
              </a:spcBef>
              <a:buFontTx/>
              <a:buNone/>
            </a:pPr>
            <a:r>
              <a:rPr lang="en-GB" altLang="en-US" sz="2000" b="1" noProof="1">
                <a:latin typeface="Courier New" panose="02070309020205020404" pitchFamily="49" charset="0"/>
              </a:rPr>
              <a:t>    ++count; in=(in+1)%size;</a:t>
            </a:r>
          </a:p>
          <a:p>
            <a:pPr>
              <a:lnSpc>
                <a:spcPct val="80000"/>
              </a:lnSpc>
              <a:spcBef>
                <a:spcPct val="0"/>
              </a:spcBef>
              <a:buFontTx/>
              <a:buNone/>
            </a:pPr>
            <a:r>
              <a:rPr lang="en-GB" altLang="en-US" sz="2000" b="1" noProof="1">
                <a:latin typeface="Courier New" panose="02070309020205020404" pitchFamily="49" charset="0"/>
              </a:rPr>
              <a:t>    full.up();</a:t>
            </a:r>
          </a:p>
          <a:p>
            <a:pPr>
              <a:lnSpc>
                <a:spcPct val="80000"/>
              </a:lnSpc>
              <a:spcBef>
                <a:spcPct val="0"/>
              </a:spcBef>
              <a:buFontTx/>
              <a:buNone/>
            </a:pPr>
            <a:r>
              <a:rPr lang="en-GB" altLang="en-US" sz="2000" b="1" noProof="1">
                <a:latin typeface="Courier New" panose="02070309020205020404" pitchFamily="49" charset="0"/>
              </a:rPr>
              <a:t>  }</a:t>
            </a:r>
          </a:p>
          <a:p>
            <a:pPr>
              <a:lnSpc>
                <a:spcPct val="80000"/>
              </a:lnSpc>
              <a:spcBef>
                <a:spcPct val="0"/>
              </a:spcBef>
              <a:buFontTx/>
              <a:buNone/>
            </a:pPr>
            <a:endParaRPr lang="en-GB" altLang="en-US" sz="1000" b="1" noProof="1">
              <a:latin typeface="Courier New" panose="02070309020205020404" pitchFamily="49" charset="0"/>
            </a:endParaRPr>
          </a:p>
          <a:p>
            <a:pPr>
              <a:lnSpc>
                <a:spcPct val="80000"/>
              </a:lnSpc>
              <a:spcBef>
                <a:spcPct val="0"/>
              </a:spcBef>
              <a:buFontTx/>
              <a:buNone/>
            </a:pPr>
            <a:r>
              <a:rPr lang="en-GB" altLang="en-US" sz="2000" b="1" noProof="1">
                <a:latin typeface="Courier New" panose="02070309020205020404" pitchFamily="49" charset="0"/>
              </a:rPr>
              <a:t>  </a:t>
            </a:r>
            <a:r>
              <a:rPr lang="en-GB" altLang="en-US" sz="2000" b="1" noProof="1">
                <a:solidFill>
                  <a:srgbClr val="0000FF"/>
                </a:solidFill>
                <a:latin typeface="Courier New" panose="02070309020205020404" pitchFamily="49" charset="0"/>
              </a:rPr>
              <a:t>synchronized</a:t>
            </a:r>
            <a:r>
              <a:rPr lang="en-GB" altLang="en-US" sz="2000" b="1" noProof="1">
                <a:latin typeface="Courier New" panose="02070309020205020404" pitchFamily="49" charset="0"/>
              </a:rPr>
              <a:t> </a:t>
            </a:r>
            <a:r>
              <a:rPr lang="en-GB" altLang="en-US" sz="2000" b="1" noProof="1">
                <a:solidFill>
                  <a:srgbClr val="0000FF"/>
                </a:solidFill>
                <a:latin typeface="Courier New" panose="02070309020205020404" pitchFamily="49" charset="0"/>
              </a:rPr>
              <a:t>public</a:t>
            </a:r>
            <a:r>
              <a:rPr lang="en-GB" altLang="en-US" sz="2000" b="1" noProof="1">
                <a:latin typeface="Courier New" panose="02070309020205020404" pitchFamily="49" charset="0"/>
              </a:rPr>
              <a:t> </a:t>
            </a:r>
            <a:r>
              <a:rPr lang="en-GB" altLang="en-US" sz="2000" b="1">
                <a:latin typeface="Courier New" panose="02070309020205020404" pitchFamily="49" charset="0"/>
              </a:rPr>
              <a:t>E</a:t>
            </a:r>
            <a:r>
              <a:rPr lang="en-GB" altLang="en-US" sz="2000" b="1" noProof="1">
                <a:latin typeface="Courier New" panose="02070309020205020404" pitchFamily="49" charset="0"/>
              </a:rPr>
              <a:t> get() </a:t>
            </a:r>
          </a:p>
          <a:p>
            <a:pPr>
              <a:lnSpc>
                <a:spcPct val="80000"/>
              </a:lnSpc>
              <a:spcBef>
                <a:spcPct val="0"/>
              </a:spcBef>
              <a:buFontTx/>
              <a:buNone/>
            </a:pPr>
            <a:r>
              <a:rPr lang="en-GB" altLang="en-US" sz="2000" b="1" noProof="1">
                <a:latin typeface="Courier New" panose="02070309020205020404" pitchFamily="49" charset="0"/>
              </a:rPr>
              <a:t>               </a:t>
            </a:r>
            <a:r>
              <a:rPr lang="en-GB" altLang="en-US" sz="2000" b="1" noProof="1">
                <a:solidFill>
                  <a:srgbClr val="0000FF"/>
                </a:solidFill>
                <a:latin typeface="Courier New" panose="02070309020205020404" pitchFamily="49" charset="0"/>
              </a:rPr>
              <a:t>throws</a:t>
            </a:r>
            <a:r>
              <a:rPr lang="en-GB" altLang="en-US" sz="2000" b="1" noProof="1">
                <a:latin typeface="Courier New" panose="02070309020205020404" pitchFamily="49" charset="0"/>
              </a:rPr>
              <a:t> InterruptedException{</a:t>
            </a:r>
          </a:p>
          <a:p>
            <a:pPr>
              <a:lnSpc>
                <a:spcPct val="80000"/>
              </a:lnSpc>
              <a:spcBef>
                <a:spcPct val="0"/>
              </a:spcBef>
              <a:buFontTx/>
              <a:buNone/>
            </a:pPr>
            <a:r>
              <a:rPr lang="en-GB" altLang="en-US" sz="2000" b="1" noProof="1">
                <a:latin typeface="Courier New" panose="02070309020205020404" pitchFamily="49" charset="0"/>
              </a:rPr>
              <a:t>    full.down();</a:t>
            </a:r>
          </a:p>
          <a:p>
            <a:pPr>
              <a:lnSpc>
                <a:spcPct val="80000"/>
              </a:lnSpc>
              <a:spcBef>
                <a:spcPct val="0"/>
              </a:spcBef>
              <a:buFontTx/>
              <a:buNone/>
            </a:pPr>
            <a:r>
              <a:rPr lang="en-GB" altLang="en-US" sz="2000" b="1" noProof="1">
                <a:latin typeface="Courier New" panose="02070309020205020404" pitchFamily="49" charset="0"/>
              </a:rPr>
              <a:t>    </a:t>
            </a:r>
            <a:r>
              <a:rPr lang="en-GB" altLang="en-US" sz="2000" b="1">
                <a:latin typeface="Courier New" panose="02070309020205020404" pitchFamily="49" charset="0"/>
              </a:rPr>
              <a:t>E</a:t>
            </a:r>
            <a:r>
              <a:rPr lang="en-GB" altLang="en-US" sz="2000" b="1" noProof="1">
                <a:latin typeface="Courier New" panose="02070309020205020404" pitchFamily="49" charset="0"/>
              </a:rPr>
              <a:t> o =buf[out]; buf[out]=null;</a:t>
            </a:r>
          </a:p>
          <a:p>
            <a:pPr>
              <a:lnSpc>
                <a:spcPct val="80000"/>
              </a:lnSpc>
              <a:spcBef>
                <a:spcPct val="0"/>
              </a:spcBef>
              <a:buFontTx/>
              <a:buNone/>
            </a:pPr>
            <a:r>
              <a:rPr lang="en-GB" altLang="en-US" sz="2000" b="1" noProof="1">
                <a:latin typeface="Courier New" panose="02070309020205020404" pitchFamily="49" charset="0"/>
              </a:rPr>
              <a:t>    --count; out=(out+1)%size;</a:t>
            </a:r>
          </a:p>
          <a:p>
            <a:pPr>
              <a:lnSpc>
                <a:spcPct val="80000"/>
              </a:lnSpc>
              <a:spcBef>
                <a:spcPct val="0"/>
              </a:spcBef>
              <a:buFontTx/>
              <a:buNone/>
            </a:pPr>
            <a:r>
              <a:rPr lang="en-GB" altLang="en-US" sz="2000" b="1" noProof="1">
                <a:latin typeface="Courier New" panose="02070309020205020404" pitchFamily="49" charset="0"/>
              </a:rPr>
              <a:t>    empty.up();</a:t>
            </a:r>
          </a:p>
          <a:p>
            <a:pPr>
              <a:lnSpc>
                <a:spcPct val="80000"/>
              </a:lnSpc>
              <a:spcBef>
                <a:spcPct val="0"/>
              </a:spcBef>
              <a:buFontTx/>
              <a:buNone/>
            </a:pPr>
            <a:r>
              <a:rPr lang="en-GB" altLang="en-US" sz="2000" b="1" noProof="1">
                <a:latin typeface="Courier New" panose="02070309020205020404" pitchFamily="49" charset="0"/>
              </a:rPr>
              <a:t>    return (o);</a:t>
            </a:r>
            <a:r>
              <a:rPr lang="en-US" altLang="en-US" sz="2000" b="1">
                <a:latin typeface="Courier New" panose="02070309020205020404" pitchFamily="49" charset="0"/>
              </a:rPr>
              <a:t> </a:t>
            </a:r>
            <a:r>
              <a:rPr lang="en-US" altLang="en-US" sz="2000" b="1" noProof="1">
                <a:latin typeface="Courier New" panose="02070309020205020404" pitchFamily="49" charset="0"/>
              </a:rPr>
              <a:t>}</a:t>
            </a:r>
          </a:p>
        </p:txBody>
      </p:sp>
      <p:sp>
        <p:nvSpPr>
          <p:cNvPr id="43013" name="Text Box 5"/>
          <p:cNvSpPr txBox="1">
            <a:spLocks noChangeArrowheads="1"/>
          </p:cNvSpPr>
          <p:nvPr/>
        </p:nvSpPr>
        <p:spPr bwMode="auto">
          <a:xfrm>
            <a:off x="2227264" y="5441951"/>
            <a:ext cx="75263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b="1" i="1">
                <a:solidFill>
                  <a:schemeClr val="accent2"/>
                </a:solidFill>
                <a:latin typeface="Times New Roman" panose="02020603050405020304" pitchFamily="18" charset="0"/>
              </a:rPr>
              <a:t>empty</a:t>
            </a:r>
            <a:r>
              <a:rPr lang="en-GB" altLang="en-US" sz="2400" b="1">
                <a:latin typeface="Times New Roman" panose="02020603050405020304" pitchFamily="18" charset="0"/>
              </a:rPr>
              <a:t> is decremented during a </a:t>
            </a:r>
            <a:r>
              <a:rPr lang="en-GB" altLang="en-US" sz="2400" b="1">
                <a:latin typeface="Courier New" panose="02070309020205020404" pitchFamily="49" charset="0"/>
              </a:rPr>
              <a:t>put</a:t>
            </a:r>
            <a:r>
              <a:rPr lang="en-GB" altLang="en-US" sz="2400" b="1">
                <a:latin typeface="Times New Roman" panose="02020603050405020304" pitchFamily="18" charset="0"/>
              </a:rPr>
              <a:t> operation, which is blocked if </a:t>
            </a:r>
            <a:r>
              <a:rPr lang="en-GB" altLang="en-US" sz="2400" b="1" i="1">
                <a:solidFill>
                  <a:schemeClr val="accent2"/>
                </a:solidFill>
                <a:latin typeface="Times New Roman" panose="02020603050405020304" pitchFamily="18" charset="0"/>
              </a:rPr>
              <a:t>empty</a:t>
            </a:r>
            <a:r>
              <a:rPr lang="en-GB" altLang="en-US" sz="2400" b="1">
                <a:latin typeface="Times New Roman" panose="02020603050405020304" pitchFamily="18" charset="0"/>
              </a:rPr>
              <a:t> is zero; </a:t>
            </a:r>
            <a:r>
              <a:rPr lang="en-GB" altLang="en-US" sz="2400" b="1" i="1">
                <a:solidFill>
                  <a:schemeClr val="accent2"/>
                </a:solidFill>
                <a:latin typeface="Times New Roman" panose="02020603050405020304" pitchFamily="18" charset="0"/>
              </a:rPr>
              <a:t>full</a:t>
            </a:r>
            <a:r>
              <a:rPr lang="en-GB" altLang="en-US" sz="2400" b="1">
                <a:latin typeface="Times New Roman" panose="02020603050405020304" pitchFamily="18" charset="0"/>
              </a:rPr>
              <a:t> is decremented by a </a:t>
            </a:r>
            <a:r>
              <a:rPr lang="en-GB" altLang="en-US" sz="2400" b="1">
                <a:latin typeface="Courier New" panose="02070309020205020404" pitchFamily="49" charset="0"/>
              </a:rPr>
              <a:t>get</a:t>
            </a:r>
            <a:r>
              <a:rPr lang="en-GB" altLang="en-US" sz="2400" b="1">
                <a:latin typeface="Times New Roman" panose="02020603050405020304" pitchFamily="18" charset="0"/>
              </a:rPr>
              <a:t> operation, which is blocked if </a:t>
            </a:r>
            <a:r>
              <a:rPr lang="en-GB" altLang="en-US" sz="2400" b="1" i="1">
                <a:solidFill>
                  <a:schemeClr val="accent2"/>
                </a:solidFill>
                <a:latin typeface="Times New Roman" panose="02020603050405020304" pitchFamily="18" charset="0"/>
              </a:rPr>
              <a:t>full</a:t>
            </a:r>
            <a:r>
              <a:rPr lang="en-GB" altLang="en-US" sz="2400" b="1">
                <a:latin typeface="Times New Roman" panose="02020603050405020304" pitchFamily="18" charset="0"/>
              </a:rPr>
              <a:t> is zero.</a:t>
            </a:r>
          </a:p>
        </p:txBody>
      </p:sp>
    </p:spTree>
    <p:extLst>
      <p:ext uri="{BB962C8B-B14F-4D97-AF65-F5344CB8AC3E}">
        <p14:creationId xmlns:p14="http://schemas.microsoft.com/office/powerpoint/2010/main" val="23928297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Grp="1" noChangeArrowheads="1"/>
          </p:cNvSpPr>
          <p:nvPr>
            <p:ph type="title"/>
          </p:nvPr>
        </p:nvSpPr>
        <p:spPr>
          <a:xfrm>
            <a:off x="1990725" y="0"/>
            <a:ext cx="7042150" cy="1143000"/>
          </a:xfrm>
        </p:spPr>
        <p:txBody>
          <a:bodyPr/>
          <a:lstStyle/>
          <a:p>
            <a:pPr eaLnBrk="1" hangingPunct="1"/>
            <a:r>
              <a:rPr lang="en-US" altLang="en-US" b="1"/>
              <a:t>nested monitors -  bounded buffer model</a:t>
            </a:r>
            <a:endParaRPr lang="en-GB" altLang="en-US" b="1"/>
          </a:p>
        </p:txBody>
      </p:sp>
      <p:sp>
        <p:nvSpPr>
          <p:cNvPr id="45059" name="Text Box 4"/>
          <p:cNvSpPr txBox="1">
            <a:spLocks noChangeArrowheads="1"/>
          </p:cNvSpPr>
          <p:nvPr/>
        </p:nvSpPr>
        <p:spPr bwMode="auto">
          <a:xfrm>
            <a:off x="2227263" y="1295400"/>
            <a:ext cx="7878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a:latin typeface="Comic Sans MS" panose="030F0702030302020204" pitchFamily="66" charset="0"/>
              </a:rPr>
              <a:t>analysis predicts a possible </a:t>
            </a:r>
            <a:r>
              <a:rPr lang="en-GB" altLang="en-US" sz="2400" b="1">
                <a:solidFill>
                  <a:srgbClr val="CC0000"/>
                </a:solidFill>
                <a:latin typeface="Comic Sans MS" panose="030F0702030302020204" pitchFamily="66" charset="0"/>
              </a:rPr>
              <a:t>DEADLOCK</a:t>
            </a:r>
            <a:r>
              <a:rPr lang="en-GB" altLang="en-US" sz="2400">
                <a:latin typeface="Comic Sans MS" panose="030F0702030302020204" pitchFamily="66" charset="0"/>
              </a:rPr>
              <a:t>:</a:t>
            </a:r>
          </a:p>
        </p:txBody>
      </p:sp>
      <p:sp>
        <p:nvSpPr>
          <p:cNvPr id="45060" name="Text Box 6"/>
          <p:cNvSpPr txBox="1">
            <a:spLocks noChangeArrowheads="1"/>
          </p:cNvSpPr>
          <p:nvPr/>
        </p:nvSpPr>
        <p:spPr bwMode="auto">
          <a:xfrm>
            <a:off x="2017713" y="2481263"/>
            <a:ext cx="8158162"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dirty="0">
                <a:latin typeface="Comic Sans MS" panose="030F0702030302020204" pitchFamily="66" charset="0"/>
              </a:rPr>
              <a:t>The </a:t>
            </a:r>
            <a:r>
              <a:rPr lang="en-GB" altLang="en-US" sz="2400" b="1" dirty="0">
                <a:latin typeface="Courier New" panose="02070309020205020404" pitchFamily="49" charset="0"/>
              </a:rPr>
              <a:t>Consumer</a:t>
            </a:r>
            <a:r>
              <a:rPr lang="en-GB" altLang="en-US" sz="2400" dirty="0">
                <a:latin typeface="Comic Sans MS" panose="030F0702030302020204" pitchFamily="66" charset="0"/>
              </a:rPr>
              <a:t> tries to </a:t>
            </a:r>
            <a:r>
              <a:rPr lang="en-GB" altLang="en-US" sz="2400" b="1" dirty="0">
                <a:latin typeface="Courier New" panose="02070309020205020404" pitchFamily="49" charset="0"/>
              </a:rPr>
              <a:t>get</a:t>
            </a:r>
            <a:r>
              <a:rPr lang="en-GB" altLang="en-US" sz="2400" dirty="0">
                <a:latin typeface="Comic Sans MS" panose="030F0702030302020204" pitchFamily="66" charset="0"/>
              </a:rPr>
              <a:t> a character, but the buffer is empty. It blocks and releases the lock on the semaphore </a:t>
            </a:r>
            <a:r>
              <a:rPr lang="en-GB" altLang="en-US" sz="2400" b="1" dirty="0">
                <a:latin typeface="Courier New" panose="02070309020205020404" pitchFamily="49" charset="0"/>
              </a:rPr>
              <a:t>full</a:t>
            </a:r>
            <a:r>
              <a:rPr lang="en-GB" altLang="en-US" sz="2400" dirty="0">
                <a:latin typeface="Comic Sans MS" panose="030F0702030302020204" pitchFamily="66" charset="0"/>
              </a:rPr>
              <a:t>. The </a:t>
            </a:r>
            <a:r>
              <a:rPr lang="en-GB" altLang="en-US" sz="2400" b="1" dirty="0">
                <a:latin typeface="Courier New" panose="02070309020205020404" pitchFamily="49" charset="0"/>
              </a:rPr>
              <a:t>Producer</a:t>
            </a:r>
            <a:r>
              <a:rPr lang="en-GB" altLang="en-US" sz="2400" dirty="0">
                <a:latin typeface="Comic Sans MS" panose="030F0702030302020204" pitchFamily="66" charset="0"/>
              </a:rPr>
              <a:t> tries to </a:t>
            </a:r>
            <a:r>
              <a:rPr lang="en-GB" altLang="en-US" sz="2400" b="1" dirty="0">
                <a:latin typeface="Courier New" panose="02070309020205020404" pitchFamily="49" charset="0"/>
              </a:rPr>
              <a:t>put</a:t>
            </a:r>
            <a:r>
              <a:rPr lang="en-GB" altLang="en-US" sz="2400" dirty="0">
                <a:latin typeface="Comic Sans MS" panose="030F0702030302020204" pitchFamily="66" charset="0"/>
              </a:rPr>
              <a:t> a character into the buffer, but also blocks. </a:t>
            </a:r>
            <a:r>
              <a:rPr lang="en-GB" altLang="en-US" sz="2800" b="1" i="1" dirty="0">
                <a:solidFill>
                  <a:srgbClr val="CC0000"/>
                </a:solidFill>
                <a:latin typeface="Comic Sans MS" panose="030F0702030302020204" pitchFamily="66" charset="0"/>
              </a:rPr>
              <a:t>Why?</a:t>
            </a:r>
            <a:endParaRPr lang="en-GB" altLang="en-US" sz="2800" b="1" dirty="0">
              <a:solidFill>
                <a:srgbClr val="CC0000"/>
              </a:solidFill>
              <a:latin typeface="Comic Sans MS" panose="030F0702030302020204" pitchFamily="66" charset="0"/>
            </a:endParaRPr>
          </a:p>
        </p:txBody>
      </p:sp>
      <p:sp>
        <p:nvSpPr>
          <p:cNvPr id="45061" name="Text Box 7"/>
          <p:cNvSpPr txBox="1">
            <a:spLocks noChangeArrowheads="1"/>
          </p:cNvSpPr>
          <p:nvPr/>
        </p:nvSpPr>
        <p:spPr bwMode="auto">
          <a:xfrm>
            <a:off x="2297113" y="57150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dirty="0">
                <a:latin typeface="Comic Sans MS" panose="030F0702030302020204" pitchFamily="66" charset="0"/>
              </a:rPr>
              <a:t>This situation is known as the</a:t>
            </a:r>
            <a:r>
              <a:rPr lang="en-GB" altLang="en-US" sz="2400" i="1" dirty="0">
                <a:latin typeface="Comic Sans MS" panose="030F0702030302020204" pitchFamily="66" charset="0"/>
              </a:rPr>
              <a:t> </a:t>
            </a:r>
            <a:r>
              <a:rPr lang="en-GB" altLang="en-US" sz="2400" b="1" i="1" dirty="0">
                <a:solidFill>
                  <a:schemeClr val="accent2"/>
                </a:solidFill>
                <a:latin typeface="Comic Sans MS" panose="030F0702030302020204" pitchFamily="66" charset="0"/>
              </a:rPr>
              <a:t>nested monitor problem</a:t>
            </a:r>
            <a:r>
              <a:rPr lang="en-GB" altLang="en-US" sz="2400" b="1" dirty="0">
                <a:latin typeface="Comic Sans MS" panose="030F0702030302020204" pitchFamily="66" charset="0"/>
              </a:rPr>
              <a:t>.</a:t>
            </a:r>
            <a:r>
              <a:rPr lang="en-GB" altLang="en-US" sz="2400" dirty="0">
                <a:latin typeface="Comic Sans MS" panose="030F0702030302020204" pitchFamily="66" charset="0"/>
              </a:rPr>
              <a:t> </a:t>
            </a:r>
          </a:p>
        </p:txBody>
      </p:sp>
    </p:spTree>
    <p:extLst>
      <p:ext uri="{BB962C8B-B14F-4D97-AF65-F5344CB8AC3E}">
        <p14:creationId xmlns:p14="http://schemas.microsoft.com/office/powerpoint/2010/main" val="1895481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type="title"/>
          </p:nvPr>
        </p:nvSpPr>
        <p:spPr>
          <a:xfrm>
            <a:off x="1990725" y="0"/>
            <a:ext cx="7042150" cy="825500"/>
          </a:xfrm>
        </p:spPr>
        <p:txBody>
          <a:bodyPr/>
          <a:lstStyle/>
          <a:p>
            <a:pPr eaLnBrk="1" hangingPunct="1"/>
            <a:r>
              <a:rPr lang="en-US" altLang="en-US" b="1"/>
              <a:t>Nested Monitor Problem</a:t>
            </a:r>
            <a:endParaRPr lang="en-GB" altLang="en-US" b="1"/>
          </a:p>
        </p:txBody>
      </p:sp>
      <p:sp>
        <p:nvSpPr>
          <p:cNvPr id="47107" name="Text Box 7"/>
          <p:cNvSpPr txBox="1">
            <a:spLocks noChangeArrowheads="1"/>
          </p:cNvSpPr>
          <p:nvPr/>
        </p:nvSpPr>
        <p:spPr bwMode="auto">
          <a:xfrm>
            <a:off x="1971675" y="1684339"/>
            <a:ext cx="822960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dirty="0">
                <a:latin typeface="Comic Sans MS" panose="030F0702030302020204" pitchFamily="66" charset="0"/>
              </a:rPr>
              <a:t>When the consumer calls </a:t>
            </a:r>
            <a:r>
              <a:rPr lang="en-GB" altLang="en-US" sz="2400" i="1" dirty="0">
                <a:latin typeface="Comic Sans MS" panose="030F0702030302020204" pitchFamily="66" charset="0"/>
              </a:rPr>
              <a:t>get, </a:t>
            </a:r>
            <a:r>
              <a:rPr lang="en-GB" altLang="en-US" sz="2400" dirty="0">
                <a:latin typeface="Comic Sans MS" panose="030F0702030302020204" pitchFamily="66" charset="0"/>
              </a:rPr>
              <a:t>it acquires the </a:t>
            </a:r>
            <a:r>
              <a:rPr lang="en-GB" altLang="en-US" sz="2400" i="1" dirty="0">
                <a:latin typeface="Comic Sans MS" panose="030F0702030302020204" pitchFamily="66" charset="0"/>
              </a:rPr>
              <a:t>Buffer </a:t>
            </a:r>
            <a:r>
              <a:rPr lang="en-GB" altLang="en-US" sz="2400" dirty="0">
                <a:latin typeface="Comic Sans MS" panose="030F0702030302020204" pitchFamily="66" charset="0"/>
              </a:rPr>
              <a:t>monitor lock and then acquires the monitor lock for the </a:t>
            </a:r>
            <a:r>
              <a:rPr lang="en-GB" altLang="en-US" sz="2400" i="1" dirty="0">
                <a:latin typeface="Comic Sans MS" panose="030F0702030302020204" pitchFamily="66" charset="0"/>
              </a:rPr>
              <a:t>full</a:t>
            </a:r>
            <a:r>
              <a:rPr lang="en-GB" altLang="en-US" sz="2400" dirty="0">
                <a:latin typeface="Comic Sans MS" panose="030F0702030302020204" pitchFamily="66" charset="0"/>
              </a:rPr>
              <a:t> semaphore by calling </a:t>
            </a:r>
            <a:r>
              <a:rPr lang="en-GB" altLang="en-US" sz="2400" i="1" dirty="0" err="1">
                <a:latin typeface="Comic Sans MS" panose="030F0702030302020204" pitchFamily="66" charset="0"/>
              </a:rPr>
              <a:t>full.down</a:t>
            </a:r>
            <a:r>
              <a:rPr lang="en-GB" altLang="en-US" sz="2400" i="1" dirty="0">
                <a:latin typeface="Comic Sans MS" panose="030F0702030302020204" pitchFamily="66" charset="0"/>
              </a:rPr>
              <a:t>()</a:t>
            </a:r>
            <a:r>
              <a:rPr lang="en-GB" altLang="en-US" sz="2400" dirty="0">
                <a:latin typeface="Comic Sans MS" panose="030F0702030302020204" pitchFamily="66" charset="0"/>
              </a:rPr>
              <a:t> to check if there is something in the buffer. Since initially the buffer is empty, the call to </a:t>
            </a:r>
            <a:r>
              <a:rPr lang="en-GB" altLang="en-US" sz="2400" i="1" dirty="0" err="1">
                <a:latin typeface="Comic Sans MS" panose="030F0702030302020204" pitchFamily="66" charset="0"/>
              </a:rPr>
              <a:t>full.down</a:t>
            </a:r>
            <a:r>
              <a:rPr lang="en-GB" altLang="en-US" sz="2400" i="1" dirty="0">
                <a:latin typeface="Comic Sans MS" panose="030F0702030302020204" pitchFamily="66" charset="0"/>
              </a:rPr>
              <a:t>()</a:t>
            </a:r>
            <a:r>
              <a:rPr lang="en-GB" altLang="en-US" sz="2400" dirty="0">
                <a:latin typeface="Comic Sans MS" panose="030F0702030302020204" pitchFamily="66" charset="0"/>
              </a:rPr>
              <a:t> block the consumer thread (using wait()) and releases the monitor lock for the </a:t>
            </a:r>
            <a:r>
              <a:rPr lang="en-GB" altLang="en-US" sz="2400" i="1" dirty="0">
                <a:latin typeface="Comic Sans MS" panose="030F0702030302020204" pitchFamily="66" charset="0"/>
              </a:rPr>
              <a:t>full </a:t>
            </a:r>
            <a:r>
              <a:rPr lang="en-GB" altLang="en-US" sz="2400" dirty="0">
                <a:latin typeface="Comic Sans MS" panose="030F0702030302020204" pitchFamily="66" charset="0"/>
              </a:rPr>
              <a:t>semaphore. However, it does not release the monitor lock for </a:t>
            </a:r>
            <a:r>
              <a:rPr lang="en-GB" altLang="en-US" sz="2400" i="1" dirty="0">
                <a:latin typeface="Comic Sans MS" panose="030F0702030302020204" pitchFamily="66" charset="0"/>
              </a:rPr>
              <a:t>Buffer. </a:t>
            </a:r>
            <a:r>
              <a:rPr lang="en-GB" altLang="en-US" sz="2400" dirty="0">
                <a:latin typeface="Comic Sans MS" panose="030F0702030302020204" pitchFamily="66" charset="0"/>
              </a:rPr>
              <a:t>Consequently, the producer cannot enter the monitor to put a character into the buffer and so no progress can be made by either producer or consumer – hence the deadlock – nested monitor problem.</a:t>
            </a:r>
          </a:p>
        </p:txBody>
      </p:sp>
    </p:spTree>
    <p:extLst>
      <p:ext uri="{BB962C8B-B14F-4D97-AF65-F5344CB8AC3E}">
        <p14:creationId xmlns:p14="http://schemas.microsoft.com/office/powerpoint/2010/main" val="2151137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2028825" y="0"/>
            <a:ext cx="7042150" cy="1143000"/>
          </a:xfrm>
        </p:spPr>
        <p:txBody>
          <a:bodyPr/>
          <a:lstStyle/>
          <a:p>
            <a:pPr eaLnBrk="1" hangingPunct="1"/>
            <a:r>
              <a:rPr lang="en-US" altLang="en-US" b="1"/>
              <a:t>nested monitors -  bounded buffer model</a:t>
            </a:r>
          </a:p>
        </p:txBody>
      </p:sp>
      <p:sp>
        <p:nvSpPr>
          <p:cNvPr id="49155" name="Rectangle 3"/>
          <p:cNvSpPr>
            <a:spLocks noChangeArrowheads="1"/>
          </p:cNvSpPr>
          <p:nvPr/>
        </p:nvSpPr>
        <p:spPr bwMode="auto">
          <a:xfrm>
            <a:off x="4970463" y="2822575"/>
            <a:ext cx="1477962" cy="3124200"/>
          </a:xfrm>
          <a:prstGeom prst="rect">
            <a:avLst/>
          </a:prstGeom>
          <a:solidFill>
            <a:srgbClr val="00FF00"/>
          </a:solidFill>
          <a:ln w="12700">
            <a:solidFill>
              <a:schemeClr val="tx1"/>
            </a:solidFill>
            <a:miter lim="800000"/>
            <a:headEnd/>
            <a:tailEnd/>
          </a:ln>
        </p:spPr>
        <p:txBody>
          <a:bodyPr wrap="none" anchor="ct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endParaRPr lang="en-US" altLang="en-US" sz="2000">
              <a:latin typeface="Comic Sans MS" panose="030F0702030302020204" pitchFamily="66" charset="0"/>
            </a:endParaRPr>
          </a:p>
        </p:txBody>
      </p:sp>
      <p:sp>
        <p:nvSpPr>
          <p:cNvPr id="49156" name="Rectangle 4"/>
          <p:cNvSpPr>
            <a:spLocks noChangeArrowheads="1"/>
          </p:cNvSpPr>
          <p:nvPr/>
        </p:nvSpPr>
        <p:spPr bwMode="auto">
          <a:xfrm>
            <a:off x="7924801" y="3048000"/>
            <a:ext cx="1617663" cy="762000"/>
          </a:xfrm>
          <a:prstGeom prst="rect">
            <a:avLst/>
          </a:prstGeom>
          <a:solidFill>
            <a:srgbClr val="00FF00"/>
          </a:solidFill>
          <a:ln w="12700">
            <a:solidFill>
              <a:schemeClr val="tx1"/>
            </a:solidFill>
            <a:miter lim="800000"/>
            <a:headEnd/>
            <a:tailEnd/>
          </a:ln>
        </p:spPr>
        <p:txBody>
          <a:bodyPr wrap="none" anchor="ct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GB" altLang="en-US" sz="2400" b="1">
                <a:latin typeface="Comic Sans MS" panose="030F0702030302020204" pitchFamily="66" charset="0"/>
              </a:rPr>
              <a:t>full</a:t>
            </a:r>
          </a:p>
        </p:txBody>
      </p:sp>
      <p:sp>
        <p:nvSpPr>
          <p:cNvPr id="49157" name="Rectangle 5"/>
          <p:cNvSpPr>
            <a:spLocks noChangeArrowheads="1"/>
          </p:cNvSpPr>
          <p:nvPr/>
        </p:nvSpPr>
        <p:spPr bwMode="auto">
          <a:xfrm>
            <a:off x="7924801" y="4876800"/>
            <a:ext cx="1617663" cy="762000"/>
          </a:xfrm>
          <a:prstGeom prst="rect">
            <a:avLst/>
          </a:prstGeom>
          <a:solidFill>
            <a:srgbClr val="00FF00"/>
          </a:solidFill>
          <a:ln w="12700">
            <a:solidFill>
              <a:schemeClr val="tx1"/>
            </a:solidFill>
            <a:miter lim="800000"/>
            <a:headEnd/>
            <a:tailEnd/>
          </a:ln>
        </p:spPr>
        <p:txBody>
          <a:bodyPr wrap="none" anchor="ct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GB" altLang="en-US" sz="2400" b="1">
                <a:latin typeface="Comic Sans MS" panose="030F0702030302020204" pitchFamily="66" charset="0"/>
              </a:rPr>
              <a:t>empty</a:t>
            </a:r>
          </a:p>
        </p:txBody>
      </p:sp>
      <p:sp>
        <p:nvSpPr>
          <p:cNvPr id="49158" name="Text Box 6"/>
          <p:cNvSpPr txBox="1">
            <a:spLocks noChangeArrowheads="1"/>
          </p:cNvSpPr>
          <p:nvPr/>
        </p:nvSpPr>
        <p:spPr bwMode="auto">
          <a:xfrm>
            <a:off x="2238376" y="1341438"/>
            <a:ext cx="8177213" cy="1338828"/>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80000"/>
              </a:lnSpc>
              <a:spcBef>
                <a:spcPct val="0"/>
              </a:spcBef>
              <a:buFontTx/>
              <a:buNone/>
            </a:pPr>
            <a:r>
              <a:rPr lang="en-US" altLang="en-US" sz="2000" b="1" noProof="1">
                <a:solidFill>
                  <a:srgbClr val="0000FF"/>
                </a:solidFill>
                <a:latin typeface="Courier New" panose="02070309020205020404" pitchFamily="49" charset="0"/>
              </a:rPr>
              <a:t>synchronized</a:t>
            </a: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public</a:t>
            </a:r>
            <a:r>
              <a:rPr lang="en-US" altLang="en-US" sz="2000" b="1" noProof="1">
                <a:latin typeface="Courier New" panose="02070309020205020404" pitchFamily="49" charset="0"/>
              </a:rPr>
              <a:t> Object get() </a:t>
            </a:r>
          </a:p>
          <a:p>
            <a:pPr>
              <a:lnSpc>
                <a:spcPct val="80000"/>
              </a:lnSpc>
              <a:spcBef>
                <a:spcPct val="0"/>
              </a:spcBef>
              <a:buFontTx/>
              <a:buNone/>
            </a:pP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throws</a:t>
            </a:r>
            <a:r>
              <a:rPr lang="en-US" altLang="en-US" sz="2000" b="1" noProof="1">
                <a:latin typeface="Courier New" panose="02070309020205020404" pitchFamily="49" charset="0"/>
              </a:rPr>
              <a:t> InterruptedException{</a:t>
            </a:r>
          </a:p>
          <a:p>
            <a:pPr>
              <a:lnSpc>
                <a:spcPct val="80000"/>
              </a:lnSpc>
              <a:spcBef>
                <a:spcPct val="0"/>
              </a:spcBef>
              <a:buFontTx/>
              <a:buNone/>
            </a:pPr>
            <a:r>
              <a:rPr lang="en-US" altLang="en-US" sz="2000" b="1" noProof="1">
                <a:latin typeface="Courier New" panose="02070309020205020404" pitchFamily="49" charset="0"/>
              </a:rPr>
              <a:t>    full.down(); </a:t>
            </a:r>
            <a:r>
              <a:rPr lang="en-US" altLang="en-US" sz="2000" b="1" noProof="1">
                <a:solidFill>
                  <a:srgbClr val="CC0000"/>
                </a:solidFill>
                <a:latin typeface="Courier New" panose="02070309020205020404" pitchFamily="49" charset="0"/>
              </a:rPr>
              <a:t>// if no items, block!</a:t>
            </a:r>
          </a:p>
          <a:p>
            <a:pPr>
              <a:lnSpc>
                <a:spcPct val="80000"/>
              </a:lnSpc>
              <a:spcBef>
                <a:spcPct val="0"/>
              </a:spcBef>
              <a:buFontTx/>
              <a:buNone/>
            </a:pPr>
            <a:r>
              <a:rPr lang="en-US" altLang="en-US" sz="2000" b="1" noProof="1">
                <a:latin typeface="Courier New" panose="02070309020205020404" pitchFamily="49" charset="0"/>
              </a:rPr>
              <a:t>    ...</a:t>
            </a:r>
          </a:p>
          <a:p>
            <a:pPr>
              <a:lnSpc>
                <a:spcPct val="80000"/>
              </a:lnSpc>
              <a:spcBef>
                <a:spcPct val="0"/>
              </a:spcBef>
              <a:buFontTx/>
              <a:buNone/>
            </a:pPr>
            <a:r>
              <a:rPr lang="en-US" altLang="en-US" sz="2000" b="1" noProof="1">
                <a:latin typeface="Courier New" panose="02070309020205020404" pitchFamily="49" charset="0"/>
              </a:rPr>
              <a:t>  }</a:t>
            </a:r>
            <a:endParaRPr lang="en-GB" altLang="en-US" sz="2000">
              <a:latin typeface="Comic Sans MS" panose="030F0702030302020204" pitchFamily="66" charset="0"/>
            </a:endParaRPr>
          </a:p>
        </p:txBody>
      </p:sp>
      <p:sp>
        <p:nvSpPr>
          <p:cNvPr id="49159" name="Text Box 7"/>
          <p:cNvSpPr txBox="1">
            <a:spLocks noChangeArrowheads="1"/>
          </p:cNvSpPr>
          <p:nvPr/>
        </p:nvSpPr>
        <p:spPr bwMode="auto">
          <a:xfrm>
            <a:off x="5167314" y="4008439"/>
            <a:ext cx="116089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latin typeface="Comic Sans MS" panose="030F0702030302020204" pitchFamily="66" charset="0"/>
              </a:rPr>
              <a:t>buffer</a:t>
            </a:r>
            <a:endParaRPr lang="en-GB" altLang="en-US" sz="2000">
              <a:latin typeface="Comic Sans MS" panose="030F0702030302020204" pitchFamily="66" charset="0"/>
            </a:endParaRPr>
          </a:p>
        </p:txBody>
      </p:sp>
      <p:grpSp>
        <p:nvGrpSpPr>
          <p:cNvPr id="2" name="Group 8"/>
          <p:cNvGrpSpPr>
            <a:grpSpLocks/>
          </p:cNvGrpSpPr>
          <p:nvPr/>
        </p:nvGrpSpPr>
        <p:grpSpPr bwMode="auto">
          <a:xfrm>
            <a:off x="3494089" y="2774950"/>
            <a:ext cx="1476375" cy="501650"/>
            <a:chOff x="1344" y="1748"/>
            <a:chExt cx="1008" cy="316"/>
          </a:xfrm>
        </p:grpSpPr>
        <p:sp>
          <p:nvSpPr>
            <p:cNvPr id="49177" name="Line 9"/>
            <p:cNvSpPr>
              <a:spLocks noChangeShapeType="1"/>
            </p:cNvSpPr>
            <p:nvPr/>
          </p:nvSpPr>
          <p:spPr bwMode="auto">
            <a:xfrm>
              <a:off x="1344" y="2064"/>
              <a:ext cx="1008"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8" name="Text Box 10"/>
            <p:cNvSpPr txBox="1">
              <a:spLocks noChangeArrowheads="1"/>
            </p:cNvSpPr>
            <p:nvPr/>
          </p:nvSpPr>
          <p:spPr bwMode="auto">
            <a:xfrm>
              <a:off x="1632" y="1748"/>
              <a:ext cx="45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latin typeface="Comic Sans MS" panose="030F0702030302020204" pitchFamily="66" charset="0"/>
                </a:rPr>
                <a:t>get</a:t>
              </a:r>
              <a:endParaRPr lang="en-GB" altLang="en-US" sz="2000">
                <a:latin typeface="Comic Sans MS" panose="030F0702030302020204" pitchFamily="66" charset="0"/>
              </a:endParaRPr>
            </a:p>
          </p:txBody>
        </p:sp>
      </p:grpSp>
      <p:grpSp>
        <p:nvGrpSpPr>
          <p:cNvPr id="3" name="Group 11"/>
          <p:cNvGrpSpPr>
            <a:grpSpLocks/>
          </p:cNvGrpSpPr>
          <p:nvPr/>
        </p:nvGrpSpPr>
        <p:grpSpPr bwMode="auto">
          <a:xfrm>
            <a:off x="6448426" y="2927350"/>
            <a:ext cx="1476375" cy="501650"/>
            <a:chOff x="1344" y="1748"/>
            <a:chExt cx="1008" cy="316"/>
          </a:xfrm>
        </p:grpSpPr>
        <p:sp>
          <p:nvSpPr>
            <p:cNvPr id="49175" name="Line 12"/>
            <p:cNvSpPr>
              <a:spLocks noChangeShapeType="1"/>
            </p:cNvSpPr>
            <p:nvPr/>
          </p:nvSpPr>
          <p:spPr bwMode="auto">
            <a:xfrm>
              <a:off x="1344" y="2064"/>
              <a:ext cx="1008"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6" name="Text Box 13"/>
            <p:cNvSpPr txBox="1">
              <a:spLocks noChangeArrowheads="1"/>
            </p:cNvSpPr>
            <p:nvPr/>
          </p:nvSpPr>
          <p:spPr bwMode="auto">
            <a:xfrm>
              <a:off x="1632" y="1748"/>
              <a:ext cx="6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latin typeface="Comic Sans MS" panose="030F0702030302020204" pitchFamily="66" charset="0"/>
                </a:rPr>
                <a:t>down</a:t>
              </a:r>
              <a:endParaRPr lang="en-GB" altLang="en-US" sz="2000">
                <a:latin typeface="Comic Sans MS" panose="030F0702030302020204" pitchFamily="66" charset="0"/>
              </a:endParaRPr>
            </a:p>
          </p:txBody>
        </p:sp>
      </p:grpSp>
      <p:grpSp>
        <p:nvGrpSpPr>
          <p:cNvPr id="4" name="Group 14"/>
          <p:cNvGrpSpPr>
            <a:grpSpLocks/>
          </p:cNvGrpSpPr>
          <p:nvPr/>
        </p:nvGrpSpPr>
        <p:grpSpPr bwMode="auto">
          <a:xfrm>
            <a:off x="6962775" y="3810004"/>
            <a:ext cx="1595438" cy="660401"/>
            <a:chOff x="3712" y="2400"/>
            <a:chExt cx="1088" cy="416"/>
          </a:xfrm>
        </p:grpSpPr>
        <p:grpSp>
          <p:nvGrpSpPr>
            <p:cNvPr id="49171" name="Group 15"/>
            <p:cNvGrpSpPr>
              <a:grpSpLocks/>
            </p:cNvGrpSpPr>
            <p:nvPr/>
          </p:nvGrpSpPr>
          <p:grpSpPr bwMode="auto">
            <a:xfrm>
              <a:off x="4210" y="2400"/>
              <a:ext cx="590" cy="288"/>
              <a:chOff x="4210" y="2400"/>
              <a:chExt cx="590" cy="288"/>
            </a:xfrm>
          </p:grpSpPr>
          <p:sp>
            <p:nvSpPr>
              <p:cNvPr id="49173" name="Line 16"/>
              <p:cNvSpPr>
                <a:spLocks noChangeShapeType="1"/>
              </p:cNvSpPr>
              <p:nvPr/>
            </p:nvSpPr>
            <p:spPr bwMode="auto">
              <a:xfrm flipH="1">
                <a:off x="4210" y="2688"/>
                <a:ext cx="590"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74" name="Line 17"/>
              <p:cNvSpPr>
                <a:spLocks noChangeShapeType="1"/>
              </p:cNvSpPr>
              <p:nvPr/>
            </p:nvSpPr>
            <p:spPr bwMode="auto">
              <a:xfrm>
                <a:off x="4800" y="2400"/>
                <a:ext cx="0" cy="28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9172" name="Text Box 18"/>
            <p:cNvSpPr txBox="1">
              <a:spLocks noChangeArrowheads="1"/>
            </p:cNvSpPr>
            <p:nvPr/>
          </p:nvSpPr>
          <p:spPr bwMode="auto">
            <a:xfrm>
              <a:off x="3712" y="2525"/>
              <a:ext cx="54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latin typeface="Comic Sans MS" panose="030F0702030302020204" pitchFamily="66" charset="0"/>
                </a:rPr>
                <a:t>wait</a:t>
              </a:r>
            </a:p>
          </p:txBody>
        </p:sp>
      </p:grpSp>
      <p:grpSp>
        <p:nvGrpSpPr>
          <p:cNvPr id="6" name="Group 19"/>
          <p:cNvGrpSpPr>
            <a:grpSpLocks/>
          </p:cNvGrpSpPr>
          <p:nvPr/>
        </p:nvGrpSpPr>
        <p:grpSpPr bwMode="auto">
          <a:xfrm>
            <a:off x="4970463" y="2822575"/>
            <a:ext cx="1477962" cy="3124200"/>
            <a:chOff x="2352" y="1778"/>
            <a:chExt cx="1008" cy="1968"/>
          </a:xfrm>
        </p:grpSpPr>
        <p:sp>
          <p:nvSpPr>
            <p:cNvPr id="49169" name="Rectangle 20"/>
            <p:cNvSpPr>
              <a:spLocks noChangeArrowheads="1"/>
            </p:cNvSpPr>
            <p:nvPr/>
          </p:nvSpPr>
          <p:spPr bwMode="auto">
            <a:xfrm>
              <a:off x="2352" y="1778"/>
              <a:ext cx="1008" cy="1968"/>
            </a:xfrm>
            <a:prstGeom prst="rect">
              <a:avLst/>
            </a:prstGeom>
            <a:solidFill>
              <a:srgbClr val="FF0000"/>
            </a:solidFill>
            <a:ln w="12700">
              <a:solidFill>
                <a:schemeClr val="tx1"/>
              </a:solidFill>
              <a:miter lim="800000"/>
              <a:headEnd/>
              <a:tailEnd/>
            </a:ln>
          </p:spPr>
          <p:txBody>
            <a:bodyPr wrap="none" anchor="ct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endParaRPr lang="en-US" altLang="en-US" sz="2000">
                <a:latin typeface="Comic Sans MS" panose="030F0702030302020204" pitchFamily="66" charset="0"/>
              </a:endParaRPr>
            </a:p>
          </p:txBody>
        </p:sp>
        <p:sp>
          <p:nvSpPr>
            <p:cNvPr id="49170" name="Text Box 21"/>
            <p:cNvSpPr txBox="1">
              <a:spLocks noChangeArrowheads="1"/>
            </p:cNvSpPr>
            <p:nvPr/>
          </p:nvSpPr>
          <p:spPr bwMode="auto">
            <a:xfrm>
              <a:off x="2496" y="2498"/>
              <a:ext cx="7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latin typeface="Comic Sans MS" panose="030F0702030302020204" pitchFamily="66" charset="0"/>
                </a:rPr>
                <a:t>buffer</a:t>
              </a:r>
              <a:endParaRPr lang="en-GB" altLang="en-US" sz="2000">
                <a:latin typeface="Comic Sans MS" panose="030F0702030302020204" pitchFamily="66" charset="0"/>
              </a:endParaRPr>
            </a:p>
          </p:txBody>
        </p:sp>
      </p:grpSp>
      <p:sp>
        <p:nvSpPr>
          <p:cNvPr id="422934" name="Rectangle 22"/>
          <p:cNvSpPr>
            <a:spLocks noChangeArrowheads="1"/>
          </p:cNvSpPr>
          <p:nvPr/>
        </p:nvSpPr>
        <p:spPr bwMode="auto">
          <a:xfrm>
            <a:off x="7924801" y="3048000"/>
            <a:ext cx="1617663" cy="762000"/>
          </a:xfrm>
          <a:prstGeom prst="rect">
            <a:avLst/>
          </a:prstGeom>
          <a:solidFill>
            <a:srgbClr val="FF0000"/>
          </a:solidFill>
          <a:ln w="12700">
            <a:solidFill>
              <a:schemeClr val="tx1"/>
            </a:solidFill>
            <a:miter lim="800000"/>
            <a:headEnd/>
            <a:tailEnd/>
          </a:ln>
        </p:spPr>
        <p:txBody>
          <a:bodyPr wrap="none" anchor="ct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GB" altLang="en-US" sz="2400" b="1">
                <a:latin typeface="Comic Sans MS" panose="030F0702030302020204" pitchFamily="66" charset="0"/>
              </a:rPr>
              <a:t>full</a:t>
            </a:r>
          </a:p>
        </p:txBody>
      </p:sp>
      <p:sp>
        <p:nvSpPr>
          <p:cNvPr id="422935" name="Rectangle 23"/>
          <p:cNvSpPr>
            <a:spLocks noChangeArrowheads="1"/>
          </p:cNvSpPr>
          <p:nvPr/>
        </p:nvSpPr>
        <p:spPr bwMode="auto">
          <a:xfrm>
            <a:off x="7924801" y="3048000"/>
            <a:ext cx="1617663" cy="762000"/>
          </a:xfrm>
          <a:prstGeom prst="rect">
            <a:avLst/>
          </a:prstGeom>
          <a:solidFill>
            <a:srgbClr val="00FF00"/>
          </a:solidFill>
          <a:ln w="12700">
            <a:solidFill>
              <a:schemeClr val="tx1"/>
            </a:solidFill>
            <a:miter lim="800000"/>
            <a:headEnd/>
            <a:tailEnd/>
          </a:ln>
        </p:spPr>
        <p:txBody>
          <a:bodyPr wrap="none" anchor="ct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GB" altLang="en-US" sz="2400" b="1">
                <a:latin typeface="Comic Sans MS" panose="030F0702030302020204" pitchFamily="66" charset="0"/>
              </a:rPr>
              <a:t>full</a:t>
            </a:r>
          </a:p>
        </p:txBody>
      </p:sp>
      <p:grpSp>
        <p:nvGrpSpPr>
          <p:cNvPr id="7" name="Group 24"/>
          <p:cNvGrpSpPr>
            <a:grpSpLocks/>
          </p:cNvGrpSpPr>
          <p:nvPr/>
        </p:nvGrpSpPr>
        <p:grpSpPr bwMode="auto">
          <a:xfrm>
            <a:off x="3503613" y="4652963"/>
            <a:ext cx="1477962" cy="501650"/>
            <a:chOff x="1344" y="1748"/>
            <a:chExt cx="1008" cy="316"/>
          </a:xfrm>
        </p:grpSpPr>
        <p:sp>
          <p:nvSpPr>
            <p:cNvPr id="49167" name="Line 25"/>
            <p:cNvSpPr>
              <a:spLocks noChangeShapeType="1"/>
            </p:cNvSpPr>
            <p:nvPr/>
          </p:nvSpPr>
          <p:spPr bwMode="auto">
            <a:xfrm>
              <a:off x="1344" y="2064"/>
              <a:ext cx="1008"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168" name="Text Box 26"/>
            <p:cNvSpPr txBox="1">
              <a:spLocks noChangeArrowheads="1"/>
            </p:cNvSpPr>
            <p:nvPr/>
          </p:nvSpPr>
          <p:spPr bwMode="auto">
            <a:xfrm>
              <a:off x="1632" y="1748"/>
              <a:ext cx="4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latin typeface="Comic Sans MS" panose="030F0702030302020204" pitchFamily="66" charset="0"/>
                </a:rPr>
                <a:t>put</a:t>
              </a:r>
              <a:endParaRPr lang="en-GB" altLang="en-US" sz="2000">
                <a:latin typeface="Comic Sans MS" panose="030F0702030302020204" pitchFamily="66" charset="0"/>
              </a:endParaRPr>
            </a:p>
          </p:txBody>
        </p:sp>
      </p:grpSp>
    </p:spTree>
    <p:extLst>
      <p:ext uri="{BB962C8B-B14F-4D97-AF65-F5344CB8AC3E}">
        <p14:creationId xmlns:p14="http://schemas.microsoft.com/office/powerpoint/2010/main" val="25729004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9"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499"/>
                                          </p:stCondLst>
                                        </p:cTn>
                                        <p:tgtEl>
                                          <p:spTgt spid="3"/>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422934"/>
                                        </p:tgtEl>
                                        <p:attrNameLst>
                                          <p:attrName>style.visibility</p:attrName>
                                        </p:attrNameLst>
                                      </p:cBhvr>
                                      <p:to>
                                        <p:strVal val="visible"/>
                                      </p:to>
                                    </p:set>
                                    <p:animEffect transition="in" filter="dissolve">
                                      <p:cBhvr>
                                        <p:cTn id="20" dur="500"/>
                                        <p:tgtEl>
                                          <p:spTgt spid="42293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499"/>
                                          </p:stCondLst>
                                        </p:cTn>
                                        <p:tgtEl>
                                          <p:spTgt spid="4"/>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422935"/>
                                        </p:tgtEl>
                                        <p:attrNameLst>
                                          <p:attrName>style.visibility</p:attrName>
                                        </p:attrNameLst>
                                      </p:cBhvr>
                                      <p:to>
                                        <p:strVal val="visible"/>
                                      </p:to>
                                    </p:set>
                                    <p:animEffect transition="in" filter="dissolve">
                                      <p:cBhvr>
                                        <p:cTn id="29" dur="500"/>
                                        <p:tgtEl>
                                          <p:spTgt spid="42293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2934" grpId="0" animBg="1" autoUpdateAnimBg="0"/>
      <p:bldP spid="422935"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2009775" y="0"/>
            <a:ext cx="7042150" cy="1143000"/>
          </a:xfrm>
        </p:spPr>
        <p:txBody>
          <a:bodyPr/>
          <a:lstStyle/>
          <a:p>
            <a:pPr eaLnBrk="1" hangingPunct="1"/>
            <a:r>
              <a:rPr lang="en-US" altLang="en-US" b="1"/>
              <a:t>Nested monitors - revised bounded buffer program</a:t>
            </a:r>
            <a:endParaRPr lang="en-GB" altLang="en-US" b="1"/>
          </a:p>
        </p:txBody>
      </p:sp>
      <p:sp>
        <p:nvSpPr>
          <p:cNvPr id="51203" name="Text Box 3"/>
          <p:cNvSpPr txBox="1">
            <a:spLocks noChangeArrowheads="1"/>
          </p:cNvSpPr>
          <p:nvPr/>
        </p:nvSpPr>
        <p:spPr bwMode="auto">
          <a:xfrm>
            <a:off x="2027238" y="1314450"/>
            <a:ext cx="808831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b="1">
                <a:latin typeface="Times New Roman" panose="02020603050405020304" pitchFamily="18" charset="0"/>
              </a:rPr>
              <a:t>The only way to avoid it in Java is by careful design. In this example, the deadlock can be removed by ensuring that the monitor lock for the buffer is not acquired until </a:t>
            </a:r>
            <a:r>
              <a:rPr lang="en-GB" altLang="en-US" sz="2400" b="1" i="1">
                <a:latin typeface="Times New Roman" panose="02020603050405020304" pitchFamily="18" charset="0"/>
              </a:rPr>
              <a:t>after</a:t>
            </a:r>
            <a:r>
              <a:rPr lang="en-GB" altLang="en-US" sz="2400" b="1">
                <a:latin typeface="Times New Roman" panose="02020603050405020304" pitchFamily="18" charset="0"/>
              </a:rPr>
              <a:t> semaphores are decremented.</a:t>
            </a:r>
            <a:endParaRPr lang="en-GB" altLang="en-US" sz="2000" b="1">
              <a:latin typeface="Comic Sans MS" panose="030F0702030302020204" pitchFamily="66" charset="0"/>
            </a:endParaRPr>
          </a:p>
        </p:txBody>
      </p:sp>
      <p:sp>
        <p:nvSpPr>
          <p:cNvPr id="51204" name="Rectangle 4"/>
          <p:cNvSpPr>
            <a:spLocks noChangeArrowheads="1"/>
          </p:cNvSpPr>
          <p:nvPr/>
        </p:nvSpPr>
        <p:spPr bwMode="auto">
          <a:xfrm>
            <a:off x="2060575" y="2971800"/>
            <a:ext cx="8115300" cy="3422650"/>
          </a:xfrm>
          <a:prstGeom prst="rect">
            <a:avLst/>
          </a:prstGeom>
          <a:solidFill>
            <a:schemeClr val="bg1"/>
          </a:solidFill>
          <a:ln w="12700">
            <a:solidFill>
              <a:schemeClr val="tx1"/>
            </a:solidFill>
            <a:miter lim="800000"/>
            <a:headEnd/>
            <a:tailEnd/>
          </a:ln>
          <a:effectLst>
            <a:outerShdw dist="107763" dir="2700000" algn="ctr" rotWithShape="0">
              <a:schemeClr val="folHlink"/>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05" name="Text Box 5"/>
          <p:cNvSpPr txBox="1">
            <a:spLocks noChangeArrowheads="1"/>
          </p:cNvSpPr>
          <p:nvPr/>
        </p:nvSpPr>
        <p:spPr bwMode="auto">
          <a:xfrm>
            <a:off x="2179638" y="3105150"/>
            <a:ext cx="7885112"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400" b="1" noProof="1">
                <a:latin typeface="Courier New" panose="02070309020205020404" pitchFamily="49" charset="0"/>
              </a:rPr>
              <a:t> </a:t>
            </a:r>
            <a:r>
              <a:rPr lang="en-US" altLang="en-US" sz="2400" b="1" noProof="1">
                <a:solidFill>
                  <a:srgbClr val="0000FF"/>
                </a:solidFill>
                <a:latin typeface="Courier New" panose="02070309020205020404" pitchFamily="49" charset="0"/>
              </a:rPr>
              <a:t>public</a:t>
            </a:r>
            <a:r>
              <a:rPr lang="en-US" altLang="en-US" sz="2400" b="1" noProof="1">
                <a:latin typeface="Courier New" panose="02070309020205020404" pitchFamily="49" charset="0"/>
              </a:rPr>
              <a:t> void put(</a:t>
            </a:r>
            <a:r>
              <a:rPr lang="en-GB" altLang="en-US" sz="2400" b="1">
                <a:latin typeface="Courier New" panose="02070309020205020404" pitchFamily="49" charset="0"/>
              </a:rPr>
              <a:t>E</a:t>
            </a:r>
            <a:r>
              <a:rPr lang="en-GB" altLang="en-US" sz="2400" b="1" noProof="1">
                <a:latin typeface="Courier New" panose="02070309020205020404" pitchFamily="49" charset="0"/>
              </a:rPr>
              <a:t> o) </a:t>
            </a:r>
          </a:p>
          <a:p>
            <a:pPr>
              <a:spcBef>
                <a:spcPct val="0"/>
              </a:spcBef>
              <a:buFontTx/>
              <a:buNone/>
            </a:pPr>
            <a:r>
              <a:rPr lang="en-GB" altLang="en-US" sz="2400" b="1" noProof="1">
                <a:latin typeface="Courier New" panose="02070309020205020404" pitchFamily="49" charset="0"/>
              </a:rPr>
              <a:t>              </a:t>
            </a:r>
            <a:r>
              <a:rPr lang="en-GB" altLang="en-US" sz="2400" b="1" noProof="1">
                <a:solidFill>
                  <a:srgbClr val="0000FF"/>
                </a:solidFill>
                <a:latin typeface="Courier New" panose="02070309020205020404" pitchFamily="49" charset="0"/>
              </a:rPr>
              <a:t>throws</a:t>
            </a:r>
            <a:r>
              <a:rPr lang="en-GB" altLang="en-US" sz="2400" b="1" noProof="1">
                <a:latin typeface="Courier New" panose="02070309020205020404" pitchFamily="49" charset="0"/>
              </a:rPr>
              <a:t> InterruptedException {</a:t>
            </a:r>
            <a:r>
              <a:rPr lang="en-US" altLang="en-US" sz="2400" b="1">
                <a:latin typeface="Courier New" panose="02070309020205020404" pitchFamily="49" charset="0"/>
              </a:rPr>
              <a:t>   </a:t>
            </a:r>
            <a:r>
              <a:rPr lang="en-US" altLang="en-US" sz="2400" b="1" noProof="1">
                <a:latin typeface="Courier New" panose="02070309020205020404" pitchFamily="49" charset="0"/>
              </a:rPr>
              <a:t>empty.down();</a:t>
            </a:r>
          </a:p>
          <a:p>
            <a:pPr>
              <a:spcBef>
                <a:spcPct val="0"/>
              </a:spcBef>
              <a:buFontTx/>
              <a:buNone/>
            </a:pPr>
            <a:r>
              <a:rPr lang="en-US" altLang="en-US" sz="2400" b="1" noProof="1">
                <a:latin typeface="Courier New" panose="02070309020205020404" pitchFamily="49" charset="0"/>
              </a:rPr>
              <a:t>    </a:t>
            </a:r>
            <a:r>
              <a:rPr lang="en-US" altLang="en-US" sz="2400" b="1" noProof="1">
                <a:solidFill>
                  <a:srgbClr val="0000FF"/>
                </a:solidFill>
                <a:latin typeface="Courier New" panose="02070309020205020404" pitchFamily="49" charset="0"/>
              </a:rPr>
              <a:t>synchronized</a:t>
            </a:r>
            <a:r>
              <a:rPr lang="en-US" altLang="en-US" sz="2400" b="1" noProof="1">
                <a:latin typeface="Courier New" panose="02070309020205020404" pitchFamily="49" charset="0"/>
              </a:rPr>
              <a:t>(this){</a:t>
            </a:r>
          </a:p>
          <a:p>
            <a:pPr>
              <a:spcBef>
                <a:spcPct val="0"/>
              </a:spcBef>
              <a:buFontTx/>
              <a:buNone/>
            </a:pPr>
            <a:r>
              <a:rPr lang="en-US" altLang="en-US" sz="2400" b="1" noProof="1">
                <a:latin typeface="Courier New" panose="02070309020205020404" pitchFamily="49" charset="0"/>
              </a:rPr>
              <a:t>      buf[in] = o; ++count; </a:t>
            </a:r>
            <a:r>
              <a:rPr lang="en-US" altLang="en-US" sz="2400" b="1">
                <a:latin typeface="Courier New" panose="02070309020205020404" pitchFamily="49" charset="0"/>
              </a:rPr>
              <a:t>     </a:t>
            </a:r>
          </a:p>
          <a:p>
            <a:pPr>
              <a:spcBef>
                <a:spcPct val="0"/>
              </a:spcBef>
              <a:buFontTx/>
              <a:buNone/>
            </a:pPr>
            <a:r>
              <a:rPr lang="en-US" altLang="en-US" sz="2400" b="1">
                <a:latin typeface="Courier New" panose="02070309020205020404" pitchFamily="49" charset="0"/>
              </a:rPr>
              <a:t>      </a:t>
            </a:r>
            <a:r>
              <a:rPr lang="en-US" altLang="en-US" sz="2400" b="1" noProof="1">
                <a:latin typeface="Courier New" panose="02070309020205020404" pitchFamily="49" charset="0"/>
              </a:rPr>
              <a:t>in=(in+1)%size;</a:t>
            </a:r>
            <a:r>
              <a:rPr lang="en-US" altLang="en-US" sz="2400" b="1">
                <a:latin typeface="Courier New" panose="02070309020205020404" pitchFamily="49" charset="0"/>
              </a:rPr>
              <a:t> </a:t>
            </a:r>
            <a:r>
              <a:rPr lang="en-US" altLang="en-US" sz="2400" b="1" noProof="1">
                <a:latin typeface="Courier New" panose="02070309020205020404" pitchFamily="49" charset="0"/>
              </a:rPr>
              <a:t>    }</a:t>
            </a:r>
          </a:p>
          <a:p>
            <a:pPr>
              <a:spcBef>
                <a:spcPct val="0"/>
              </a:spcBef>
              <a:buFontTx/>
              <a:buNone/>
            </a:pPr>
            <a:r>
              <a:rPr lang="en-US" altLang="en-US" sz="2400" b="1" noProof="1">
                <a:latin typeface="Courier New" panose="02070309020205020404" pitchFamily="49" charset="0"/>
              </a:rPr>
              <a:t>    full.up();</a:t>
            </a:r>
          </a:p>
          <a:p>
            <a:pPr>
              <a:spcBef>
                <a:spcPct val="0"/>
              </a:spcBef>
              <a:buFontTx/>
              <a:buNone/>
            </a:pPr>
            <a:r>
              <a:rPr lang="en-US" altLang="en-US" sz="2400" b="1" noProof="1">
                <a:latin typeface="Courier New" panose="02070309020205020404" pitchFamily="49" charset="0"/>
              </a:rPr>
              <a:t>  }</a:t>
            </a:r>
          </a:p>
        </p:txBody>
      </p:sp>
    </p:spTree>
    <p:extLst>
      <p:ext uri="{BB962C8B-B14F-4D97-AF65-F5344CB8AC3E}">
        <p14:creationId xmlns:p14="http://schemas.microsoft.com/office/powerpoint/2010/main" val="27525499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8E0F7-9C50-4F1A-A3FC-7E7752DF5ED0}"/>
              </a:ext>
            </a:extLst>
          </p:cNvPr>
          <p:cNvSpPr>
            <a:spLocks noGrp="1"/>
          </p:cNvSpPr>
          <p:nvPr>
            <p:ph type="title"/>
          </p:nvPr>
        </p:nvSpPr>
        <p:spPr/>
        <p:txBody>
          <a:bodyPr/>
          <a:lstStyle/>
          <a:p>
            <a:r>
              <a:rPr lang="en-US" dirty="0"/>
              <a:t>synchronized method</a:t>
            </a:r>
          </a:p>
        </p:txBody>
      </p:sp>
      <p:sp>
        <p:nvSpPr>
          <p:cNvPr id="3" name="Content Placeholder 2">
            <a:extLst>
              <a:ext uri="{FF2B5EF4-FFF2-40B4-BE49-F238E27FC236}">
                <a16:creationId xmlns:a16="http://schemas.microsoft.com/office/drawing/2014/main" id="{A6D88CB6-54A8-48B6-96B8-CE549E693850}"/>
              </a:ext>
            </a:extLst>
          </p:cNvPr>
          <p:cNvSpPr>
            <a:spLocks noGrp="1"/>
          </p:cNvSpPr>
          <p:nvPr>
            <p:ph idx="1"/>
          </p:nvPr>
        </p:nvSpPr>
        <p:spPr/>
        <p:txBody>
          <a:bodyPr/>
          <a:lstStyle/>
          <a:p>
            <a:r>
              <a:rPr lang="en-US" dirty="0"/>
              <a:t>acquires a lock on the whole object. This means no other thread can use any synchronized method in the whole object while the method is being run by one thread.</a:t>
            </a:r>
          </a:p>
          <a:p>
            <a:endParaRPr lang="en-US" dirty="0"/>
          </a:p>
        </p:txBody>
      </p:sp>
    </p:spTree>
    <p:extLst>
      <p:ext uri="{BB962C8B-B14F-4D97-AF65-F5344CB8AC3E}">
        <p14:creationId xmlns:p14="http://schemas.microsoft.com/office/powerpoint/2010/main" val="8782002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CF5D7-7376-45A0-B963-5C9746C91A5D}"/>
              </a:ext>
            </a:extLst>
          </p:cNvPr>
          <p:cNvSpPr>
            <a:spLocks noGrp="1"/>
          </p:cNvSpPr>
          <p:nvPr>
            <p:ph type="title"/>
          </p:nvPr>
        </p:nvSpPr>
        <p:spPr/>
        <p:txBody>
          <a:bodyPr/>
          <a:lstStyle/>
          <a:p>
            <a:r>
              <a:rPr lang="en-US" dirty="0"/>
              <a:t>synchronized blocks</a:t>
            </a:r>
          </a:p>
        </p:txBody>
      </p:sp>
      <p:sp>
        <p:nvSpPr>
          <p:cNvPr id="3" name="Content Placeholder 2">
            <a:extLst>
              <a:ext uri="{FF2B5EF4-FFF2-40B4-BE49-F238E27FC236}">
                <a16:creationId xmlns:a16="http://schemas.microsoft.com/office/drawing/2014/main" id="{77EB8DAF-3E57-405C-B401-8DA592FA1065}"/>
              </a:ext>
            </a:extLst>
          </p:cNvPr>
          <p:cNvSpPr>
            <a:spLocks noGrp="1"/>
          </p:cNvSpPr>
          <p:nvPr>
            <p:ph idx="1"/>
          </p:nvPr>
        </p:nvSpPr>
        <p:spPr/>
        <p:txBody>
          <a:bodyPr/>
          <a:lstStyle/>
          <a:p>
            <a:r>
              <a:rPr lang="en-US" dirty="0"/>
              <a:t>acquires a lock in the object between parentheses after the synchronized keyword. Meaning no other thread can acquire a lock on the locked object until the synchronized block exits.</a:t>
            </a:r>
          </a:p>
          <a:p>
            <a:endParaRPr lang="en-US" dirty="0"/>
          </a:p>
        </p:txBody>
      </p:sp>
    </p:spTree>
    <p:extLst>
      <p:ext uri="{BB962C8B-B14F-4D97-AF65-F5344CB8AC3E}">
        <p14:creationId xmlns:p14="http://schemas.microsoft.com/office/powerpoint/2010/main" val="38699047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C3729-0E2A-42AC-BD89-88B82AD2E93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9F5364C-9339-406E-8733-CE205497FE96}"/>
              </a:ext>
            </a:extLst>
          </p:cNvPr>
          <p:cNvSpPr>
            <a:spLocks noGrp="1"/>
          </p:cNvSpPr>
          <p:nvPr>
            <p:ph idx="1"/>
          </p:nvPr>
        </p:nvSpPr>
        <p:spPr/>
        <p:txBody>
          <a:bodyPr/>
          <a:lstStyle/>
          <a:p>
            <a:r>
              <a:rPr lang="en-US" dirty="0"/>
              <a:t>So, if you want to lock the whole object, use a synchronized method. </a:t>
            </a:r>
          </a:p>
          <a:p>
            <a:r>
              <a:rPr lang="en-US" dirty="0"/>
              <a:t>If you want to keep other parts of the object accessible to other threads, use synchronized block.</a:t>
            </a:r>
          </a:p>
          <a:p>
            <a:endParaRPr lang="en-US" dirty="0"/>
          </a:p>
        </p:txBody>
      </p:sp>
    </p:spTree>
    <p:extLst>
      <p:ext uri="{BB962C8B-B14F-4D97-AF65-F5344CB8AC3E}">
        <p14:creationId xmlns:p14="http://schemas.microsoft.com/office/powerpoint/2010/main" val="12866739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7D88A-5817-F448-E55E-524824EA728A}"/>
              </a:ext>
            </a:extLst>
          </p:cNvPr>
          <p:cNvSpPr>
            <a:spLocks noGrp="1"/>
          </p:cNvSpPr>
          <p:nvPr>
            <p:ph type="title"/>
          </p:nvPr>
        </p:nvSpPr>
        <p:spPr/>
        <p:txBody>
          <a:bodyPr/>
          <a:lstStyle/>
          <a:p>
            <a:r>
              <a:rPr lang="en-US" dirty="0"/>
              <a:t>Clarification!</a:t>
            </a:r>
          </a:p>
        </p:txBody>
      </p:sp>
      <p:sp>
        <p:nvSpPr>
          <p:cNvPr id="3" name="Content Placeholder 2">
            <a:extLst>
              <a:ext uri="{FF2B5EF4-FFF2-40B4-BE49-F238E27FC236}">
                <a16:creationId xmlns:a16="http://schemas.microsoft.com/office/drawing/2014/main" id="{2B297D1B-D6CA-46BA-4C44-ED67CBABA55F}"/>
              </a:ext>
            </a:extLst>
          </p:cNvPr>
          <p:cNvSpPr>
            <a:spLocks noGrp="1"/>
          </p:cNvSpPr>
          <p:nvPr>
            <p:ph idx="1"/>
          </p:nvPr>
        </p:nvSpPr>
        <p:spPr/>
        <p:txBody>
          <a:bodyPr/>
          <a:lstStyle/>
          <a:p>
            <a:r>
              <a:rPr lang="en-US" dirty="0"/>
              <a:t>Semaphores are NOT Nested Monitors</a:t>
            </a:r>
          </a:p>
          <a:p>
            <a:r>
              <a:rPr lang="en-US" dirty="0"/>
              <a:t>It is another way to ensure finite resources are utilized within its limitations</a:t>
            </a:r>
          </a:p>
        </p:txBody>
      </p:sp>
    </p:spTree>
    <p:extLst>
      <p:ext uri="{BB962C8B-B14F-4D97-AF65-F5344CB8AC3E}">
        <p14:creationId xmlns:p14="http://schemas.microsoft.com/office/powerpoint/2010/main" val="22210658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2009775" y="0"/>
            <a:ext cx="7042150" cy="1143000"/>
          </a:xfrm>
        </p:spPr>
        <p:txBody>
          <a:bodyPr/>
          <a:lstStyle/>
          <a:p>
            <a:pPr eaLnBrk="1" hangingPunct="1"/>
            <a:r>
              <a:rPr lang="en-US" altLang="en-US" b="1"/>
              <a:t>Summary</a:t>
            </a:r>
          </a:p>
        </p:txBody>
      </p:sp>
      <p:sp>
        <p:nvSpPr>
          <p:cNvPr id="53251" name="Rectangle 3"/>
          <p:cNvSpPr>
            <a:spLocks noChangeArrowheads="1"/>
          </p:cNvSpPr>
          <p:nvPr/>
        </p:nvSpPr>
        <p:spPr bwMode="auto">
          <a:xfrm>
            <a:off x="1928813" y="1236663"/>
            <a:ext cx="8088312"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30000"/>
              </a:lnSpc>
            </a:pPr>
            <a:r>
              <a:rPr lang="en-GB" altLang="en-US" sz="2000">
                <a:latin typeface="Comic Sans MS" panose="030F0702030302020204" pitchFamily="66" charset="0"/>
              </a:rPr>
              <a:t>Concepts</a:t>
            </a:r>
          </a:p>
          <a:p>
            <a:pPr lvl="1">
              <a:lnSpc>
                <a:spcPct val="130000"/>
              </a:lnSpc>
            </a:pPr>
            <a:r>
              <a:rPr lang="en-GB" altLang="en-US" sz="2000" b="1">
                <a:solidFill>
                  <a:schemeClr val="accent2"/>
                </a:solidFill>
                <a:latin typeface="Comic Sans MS" panose="030F0702030302020204" pitchFamily="66" charset="0"/>
              </a:rPr>
              <a:t>monitors</a:t>
            </a:r>
            <a:r>
              <a:rPr lang="en-GB" altLang="en-US" sz="2000" b="1">
                <a:latin typeface="Comic Sans MS" panose="030F0702030302020204" pitchFamily="66" charset="0"/>
              </a:rPr>
              <a:t>: encapsulated data + access procedures</a:t>
            </a:r>
          </a:p>
          <a:p>
            <a:pPr lvl="1">
              <a:lnSpc>
                <a:spcPct val="130000"/>
              </a:lnSpc>
            </a:pPr>
            <a:r>
              <a:rPr lang="en-GB" altLang="en-US" sz="2000" b="1">
                <a:latin typeface="Comic Sans MS" panose="030F0702030302020204" pitchFamily="66" charset="0"/>
              </a:rPr>
              <a:t>mutual exclusion + condition synchronization</a:t>
            </a:r>
          </a:p>
          <a:p>
            <a:pPr lvl="1">
              <a:lnSpc>
                <a:spcPct val="130000"/>
              </a:lnSpc>
            </a:pPr>
            <a:r>
              <a:rPr lang="en-GB" altLang="en-US" sz="2000" b="1">
                <a:latin typeface="Comic Sans MS" panose="030F0702030302020204" pitchFamily="66" charset="0"/>
              </a:rPr>
              <a:t>nested monitors </a:t>
            </a:r>
          </a:p>
          <a:p>
            <a:pPr>
              <a:lnSpc>
                <a:spcPct val="130000"/>
              </a:lnSpc>
            </a:pPr>
            <a:r>
              <a:rPr lang="en-GB" altLang="en-US" sz="2000">
                <a:latin typeface="Comic Sans MS" panose="030F0702030302020204" pitchFamily="66" charset="0"/>
              </a:rPr>
              <a:t>Practice</a:t>
            </a:r>
            <a:endParaRPr lang="en-GB" altLang="en-US" sz="2000" b="1">
              <a:latin typeface="Comic Sans MS" panose="030F0702030302020204" pitchFamily="66" charset="0"/>
            </a:endParaRPr>
          </a:p>
          <a:p>
            <a:pPr lvl="1">
              <a:lnSpc>
                <a:spcPct val="110000"/>
              </a:lnSpc>
            </a:pPr>
            <a:r>
              <a:rPr lang="en-GB" altLang="en-US" sz="2000" b="1">
                <a:latin typeface="Comic Sans MS" panose="030F0702030302020204" pitchFamily="66" charset="0"/>
              </a:rPr>
              <a:t>private data and synchronized methods in Java</a:t>
            </a:r>
            <a:endParaRPr lang="en-GB" altLang="en-US" sz="2000">
              <a:latin typeface="Comic Sans MS" panose="030F0702030302020204" pitchFamily="66" charset="0"/>
            </a:endParaRPr>
          </a:p>
          <a:p>
            <a:pPr lvl="1">
              <a:lnSpc>
                <a:spcPct val="150000"/>
              </a:lnSpc>
            </a:pPr>
            <a:r>
              <a:rPr lang="en-GB" altLang="en-US" sz="2000">
                <a:latin typeface="Comic Sans MS" panose="030F0702030302020204" pitchFamily="66" charset="0"/>
              </a:rPr>
              <a:t>	</a:t>
            </a:r>
            <a:r>
              <a:rPr lang="en-GB" altLang="en-US" sz="2000" b="1">
                <a:solidFill>
                  <a:schemeClr val="accent2"/>
                </a:solidFill>
                <a:latin typeface="Comic Sans MS" panose="030F0702030302020204" pitchFamily="66" charset="0"/>
              </a:rPr>
              <a:t>wait(), notify() and notifyAll()</a:t>
            </a:r>
            <a:r>
              <a:rPr lang="en-GB" altLang="en-US" sz="2000" b="1">
                <a:latin typeface="Comic Sans MS" panose="030F0702030302020204" pitchFamily="66" charset="0"/>
              </a:rPr>
              <a:t> for condition synchronization</a:t>
            </a:r>
          </a:p>
          <a:p>
            <a:pPr lvl="1">
              <a:lnSpc>
                <a:spcPct val="150000"/>
              </a:lnSpc>
            </a:pPr>
            <a:r>
              <a:rPr lang="en-GB" altLang="en-US" sz="2000" b="1">
                <a:latin typeface="Comic Sans MS" panose="030F0702030302020204" pitchFamily="66" charset="0"/>
              </a:rPr>
              <a:t>single thread active in the monitor at a time</a:t>
            </a:r>
            <a:endParaRPr lang="en-GB" altLang="en-US" sz="2000">
              <a:latin typeface="Comic Sans MS" panose="030F0702030302020204" pitchFamily="66" charset="0"/>
            </a:endParaRPr>
          </a:p>
        </p:txBody>
      </p:sp>
    </p:spTree>
    <p:extLst>
      <p:ext uri="{BB962C8B-B14F-4D97-AF65-F5344CB8AC3E}">
        <p14:creationId xmlns:p14="http://schemas.microsoft.com/office/powerpoint/2010/main" val="21731272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2046288" y="0"/>
            <a:ext cx="7042150" cy="844550"/>
          </a:xfrm>
        </p:spPr>
        <p:txBody>
          <a:bodyPr/>
          <a:lstStyle/>
          <a:p>
            <a:pPr eaLnBrk="1" hangingPunct="1"/>
            <a:r>
              <a:rPr lang="en-US" altLang="en-US" b="1"/>
              <a:t>Summary</a:t>
            </a:r>
          </a:p>
        </p:txBody>
      </p:sp>
      <p:sp>
        <p:nvSpPr>
          <p:cNvPr id="55299" name="Rectangle 3"/>
          <p:cNvSpPr>
            <a:spLocks noChangeArrowheads="1"/>
          </p:cNvSpPr>
          <p:nvPr/>
        </p:nvSpPr>
        <p:spPr bwMode="auto">
          <a:xfrm>
            <a:off x="1835151" y="846138"/>
            <a:ext cx="8088313"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30000"/>
              </a:lnSpc>
            </a:pPr>
            <a:r>
              <a:rPr lang="en-GB" altLang="en-US" sz="2400">
                <a:latin typeface="Comic Sans MS" panose="030F0702030302020204" pitchFamily="66" charset="0"/>
              </a:rPr>
              <a:t>Concepts</a:t>
            </a:r>
          </a:p>
          <a:p>
            <a:pPr lvl="1">
              <a:lnSpc>
                <a:spcPct val="130000"/>
              </a:lnSpc>
            </a:pPr>
            <a:r>
              <a:rPr lang="en-GB" altLang="en-US" sz="2400" b="1">
                <a:latin typeface="Comic Sans MS" panose="030F0702030302020204" pitchFamily="66" charset="0"/>
              </a:rPr>
              <a:t>process </a:t>
            </a:r>
            <a:r>
              <a:rPr lang="en-GB" altLang="en-US" sz="2400" b="1">
                <a:solidFill>
                  <a:schemeClr val="accent2"/>
                </a:solidFill>
                <a:latin typeface="Comic Sans MS" panose="030F0702030302020204" pitchFamily="66" charset="0"/>
              </a:rPr>
              <a:t>interference</a:t>
            </a:r>
            <a:endParaRPr lang="en-GB" altLang="en-US" sz="2400" b="1">
              <a:latin typeface="Comic Sans MS" panose="030F0702030302020204" pitchFamily="66" charset="0"/>
            </a:endParaRPr>
          </a:p>
          <a:p>
            <a:pPr lvl="1">
              <a:lnSpc>
                <a:spcPct val="130000"/>
              </a:lnSpc>
            </a:pPr>
            <a:r>
              <a:rPr lang="en-GB" altLang="en-US" sz="2400" b="1">
                <a:solidFill>
                  <a:schemeClr val="accent2"/>
                </a:solidFill>
                <a:latin typeface="Comic Sans MS" panose="030F0702030302020204" pitchFamily="66" charset="0"/>
              </a:rPr>
              <a:t>mutual exclusion</a:t>
            </a:r>
            <a:r>
              <a:rPr lang="en-GB" altLang="en-US" sz="2400" b="1">
                <a:latin typeface="Comic Sans MS" panose="030F0702030302020204" pitchFamily="66" charset="0"/>
              </a:rPr>
              <a:t> </a:t>
            </a:r>
          </a:p>
          <a:p>
            <a:pPr>
              <a:lnSpc>
                <a:spcPct val="130000"/>
              </a:lnSpc>
            </a:pPr>
            <a:r>
              <a:rPr lang="en-GB" altLang="en-US" sz="2400">
                <a:latin typeface="Comic Sans MS" panose="030F0702030302020204" pitchFamily="66" charset="0"/>
              </a:rPr>
              <a:t>Practice</a:t>
            </a:r>
            <a:endParaRPr lang="en-GB" altLang="en-US" sz="2400" b="1">
              <a:latin typeface="Comic Sans MS" panose="030F0702030302020204" pitchFamily="66" charset="0"/>
            </a:endParaRPr>
          </a:p>
          <a:p>
            <a:pPr lvl="1">
              <a:lnSpc>
                <a:spcPct val="110000"/>
              </a:lnSpc>
            </a:pPr>
            <a:r>
              <a:rPr lang="en-GB" altLang="en-US" sz="2400" b="1">
                <a:latin typeface="Comic Sans MS" panose="030F0702030302020204" pitchFamily="66" charset="0"/>
              </a:rPr>
              <a:t>thread interference</a:t>
            </a:r>
            <a:r>
              <a:rPr lang="en-GB" altLang="en-US" sz="2400">
                <a:latin typeface="Comic Sans MS" panose="030F0702030302020204" pitchFamily="66" charset="0"/>
              </a:rPr>
              <a:t> </a:t>
            </a:r>
            <a:r>
              <a:rPr lang="en-GB" altLang="en-US" sz="2400" b="1">
                <a:latin typeface="Comic Sans MS" panose="030F0702030302020204" pitchFamily="66" charset="0"/>
              </a:rPr>
              <a:t>in shared Java objects</a:t>
            </a:r>
            <a:endParaRPr lang="en-GB" altLang="en-US" sz="2400">
              <a:latin typeface="Comic Sans MS" panose="030F0702030302020204" pitchFamily="66" charset="0"/>
            </a:endParaRPr>
          </a:p>
          <a:p>
            <a:pPr lvl="1">
              <a:lnSpc>
                <a:spcPct val="150000"/>
              </a:lnSpc>
            </a:pPr>
            <a:r>
              <a:rPr lang="en-GB" altLang="en-US" sz="2400" b="1">
                <a:latin typeface="Comic Sans MS" panose="030F0702030302020204" pitchFamily="66" charset="0"/>
              </a:rPr>
              <a:t>	mutual exclusion in Java (</a:t>
            </a:r>
            <a:r>
              <a:rPr lang="en-GB" altLang="en-US" sz="2400" b="1">
                <a:solidFill>
                  <a:schemeClr val="accent2"/>
                </a:solidFill>
                <a:latin typeface="Comic Sans MS" panose="030F0702030302020204" pitchFamily="66" charset="0"/>
              </a:rPr>
              <a:t>synchronized</a:t>
            </a:r>
            <a:r>
              <a:rPr lang="en-GB" altLang="en-US" sz="2400" b="1">
                <a:latin typeface="Comic Sans MS" panose="030F0702030302020204" pitchFamily="66" charset="0"/>
              </a:rPr>
              <a:t> objects/methods).</a:t>
            </a:r>
            <a:endParaRPr lang="en-GB" altLang="en-US" sz="2400">
              <a:latin typeface="Comic Sans MS" panose="030F0702030302020204" pitchFamily="66" charset="0"/>
            </a:endParaRPr>
          </a:p>
        </p:txBody>
      </p:sp>
    </p:spTree>
    <p:extLst>
      <p:ext uri="{BB962C8B-B14F-4D97-AF65-F5344CB8AC3E}">
        <p14:creationId xmlns:p14="http://schemas.microsoft.com/office/powerpoint/2010/main" val="10322773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3"/>
          <p:cNvSpPr txBox="1">
            <a:spLocks noChangeArrowheads="1"/>
          </p:cNvSpPr>
          <p:nvPr/>
        </p:nvSpPr>
        <p:spPr bwMode="auto">
          <a:xfrm>
            <a:off x="4659314" y="236539"/>
            <a:ext cx="29241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4000" b="1">
                <a:solidFill>
                  <a:srgbClr val="003366"/>
                </a:solidFill>
              </a:rPr>
              <a:t>References</a:t>
            </a:r>
            <a:endParaRPr lang="en-US" altLang="en-US" sz="4000">
              <a:solidFill>
                <a:srgbClr val="003366"/>
              </a:solidFill>
            </a:endParaRPr>
          </a:p>
        </p:txBody>
      </p:sp>
      <p:sp>
        <p:nvSpPr>
          <p:cNvPr id="57347" name="Rectangle 4"/>
          <p:cNvSpPr>
            <a:spLocks noChangeArrowheads="1"/>
          </p:cNvSpPr>
          <p:nvPr/>
        </p:nvSpPr>
        <p:spPr bwMode="auto">
          <a:xfrm>
            <a:off x="1774825" y="2262189"/>
            <a:ext cx="81661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3600" b="1"/>
              <a:t>   Jeff M &amp; Jeff K, Concurrency – State Models &amp; Java Programming</a:t>
            </a:r>
            <a:r>
              <a:rPr lang="en-US" altLang="en-US" sz="3600"/>
              <a:t> </a:t>
            </a:r>
          </a:p>
        </p:txBody>
      </p:sp>
    </p:spTree>
    <p:extLst>
      <p:ext uri="{BB962C8B-B14F-4D97-AF65-F5344CB8AC3E}">
        <p14:creationId xmlns:p14="http://schemas.microsoft.com/office/powerpoint/2010/main" val="41793163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p:cNvSpPr txBox="1">
            <a:spLocks noChangeArrowheads="1"/>
          </p:cNvSpPr>
          <p:nvPr/>
        </p:nvSpPr>
        <p:spPr bwMode="auto">
          <a:xfrm>
            <a:off x="3892551" y="2882900"/>
            <a:ext cx="4568825"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9600"/>
              <a:t>Q &amp; A</a:t>
            </a:r>
          </a:p>
        </p:txBody>
      </p:sp>
    </p:spTree>
    <p:extLst>
      <p:ext uri="{BB962C8B-B14F-4D97-AF65-F5344CB8AC3E}">
        <p14:creationId xmlns:p14="http://schemas.microsoft.com/office/powerpoint/2010/main" val="18634571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77C10-A4BC-3863-02B9-0DEB88839D09}"/>
              </a:ext>
            </a:extLst>
          </p:cNvPr>
          <p:cNvSpPr>
            <a:spLocks noGrp="1"/>
          </p:cNvSpPr>
          <p:nvPr>
            <p:ph type="title"/>
          </p:nvPr>
        </p:nvSpPr>
        <p:spPr/>
        <p:txBody>
          <a:bodyPr/>
          <a:lstStyle/>
          <a:p>
            <a:endParaRPr lang="en-MY"/>
          </a:p>
        </p:txBody>
      </p:sp>
      <p:sp>
        <p:nvSpPr>
          <p:cNvPr id="3" name="Content Placeholder 2">
            <a:extLst>
              <a:ext uri="{FF2B5EF4-FFF2-40B4-BE49-F238E27FC236}">
                <a16:creationId xmlns:a16="http://schemas.microsoft.com/office/drawing/2014/main" id="{CFE66526-3F73-A514-F7FA-799BDECAE071}"/>
              </a:ext>
            </a:extLst>
          </p:cNvPr>
          <p:cNvSpPr>
            <a:spLocks noGrp="1"/>
          </p:cNvSpPr>
          <p:nvPr>
            <p:ph idx="1"/>
          </p:nvPr>
        </p:nvSpPr>
        <p:spPr/>
        <p:txBody>
          <a:bodyPr/>
          <a:lstStyle/>
          <a:p>
            <a:r>
              <a:rPr lang="en-US" dirty="0"/>
              <a:t>Resume at 3:45 p.m.</a:t>
            </a:r>
            <a:endParaRPr lang="en-MY" dirty="0"/>
          </a:p>
        </p:txBody>
      </p:sp>
    </p:spTree>
    <p:extLst>
      <p:ext uri="{BB962C8B-B14F-4D97-AF65-F5344CB8AC3E}">
        <p14:creationId xmlns:p14="http://schemas.microsoft.com/office/powerpoint/2010/main" val="15863744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 it yourself!</a:t>
            </a:r>
          </a:p>
        </p:txBody>
      </p:sp>
      <p:sp>
        <p:nvSpPr>
          <p:cNvPr id="3" name="Content Placeholder 2"/>
          <p:cNvSpPr>
            <a:spLocks noGrp="1"/>
          </p:cNvSpPr>
          <p:nvPr>
            <p:ph idx="1"/>
          </p:nvPr>
        </p:nvSpPr>
        <p:spPr/>
        <p:txBody>
          <a:bodyPr/>
          <a:lstStyle/>
          <a:p>
            <a:r>
              <a:rPr lang="en-US" dirty="0"/>
              <a:t>Startup your IDE</a:t>
            </a:r>
          </a:p>
          <a:p>
            <a:endParaRPr lang="en-US" dirty="0"/>
          </a:p>
        </p:txBody>
      </p:sp>
    </p:spTree>
    <p:extLst>
      <p:ext uri="{BB962C8B-B14F-4D97-AF65-F5344CB8AC3E}">
        <p14:creationId xmlns:p14="http://schemas.microsoft.com/office/powerpoint/2010/main" val="21740077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3"/>
          <p:cNvSpPr>
            <a:spLocks noGrp="1" noChangeArrowheads="1"/>
          </p:cNvSpPr>
          <p:nvPr>
            <p:ph type="title"/>
          </p:nvPr>
        </p:nvSpPr>
        <p:spPr>
          <a:xfrm>
            <a:off x="2847975" y="569139"/>
            <a:ext cx="5069016" cy="553998"/>
          </a:xfrm>
        </p:spPr>
        <p:txBody>
          <a:bodyPr wrap="none">
            <a:spAutoFit/>
          </a:bodyPr>
          <a:lstStyle/>
          <a:p>
            <a:r>
              <a:rPr lang="en-US" altLang="en-US" b="1" u="sng">
                <a:solidFill>
                  <a:srgbClr val="003366"/>
                </a:solidFill>
              </a:rPr>
              <a:t>What we will cover next</a:t>
            </a:r>
            <a:endParaRPr lang="en-US" altLang="en-US" u="sng">
              <a:solidFill>
                <a:srgbClr val="003366"/>
              </a:solidFill>
            </a:endParaRPr>
          </a:p>
        </p:txBody>
      </p:sp>
      <p:sp>
        <p:nvSpPr>
          <p:cNvPr id="61443" name="Content Placeholder 2"/>
          <p:cNvSpPr>
            <a:spLocks noGrp="1" noChangeArrowheads="1"/>
          </p:cNvSpPr>
          <p:nvPr>
            <p:ph idx="1"/>
          </p:nvPr>
        </p:nvSpPr>
        <p:spPr/>
        <p:txBody>
          <a:bodyPr/>
          <a:lstStyle/>
          <a:p>
            <a:pPr eaLnBrk="1" hangingPunct="1"/>
            <a:r>
              <a:rPr lang="en-US" altLang="en-US"/>
              <a:t>Deadlock</a:t>
            </a:r>
          </a:p>
        </p:txBody>
      </p:sp>
    </p:spTree>
    <p:extLst>
      <p:ext uri="{BB962C8B-B14F-4D97-AF65-F5344CB8AC3E}">
        <p14:creationId xmlns:p14="http://schemas.microsoft.com/office/powerpoint/2010/main" val="808872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ctrTitle"/>
          </p:nvPr>
        </p:nvSpPr>
        <p:spPr>
          <a:xfrm>
            <a:off x="4972050" y="3429000"/>
            <a:ext cx="5695950" cy="781050"/>
          </a:xfrm>
          <a:noFill/>
        </p:spPr>
        <p:txBody>
          <a:bodyPr/>
          <a:lstStyle/>
          <a:p>
            <a:pPr algn="r" eaLnBrk="1" hangingPunct="1"/>
            <a:r>
              <a:rPr lang="en-US" altLang="en-US" b="1"/>
              <a:t>Deadlock</a:t>
            </a:r>
          </a:p>
        </p:txBody>
      </p:sp>
      <p:pic>
        <p:nvPicPr>
          <p:cNvPr id="15363" name="Picture 5" descr="http://a3ab771892fd198a96736e50.javacodegeeks.netdna-cdn.com/wp-content/uploads/2014/07/deadlock-in-Java.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4089401"/>
            <a:ext cx="4000500" cy="229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6">
            <a:extLst>
              <a:ext uri="{FF2B5EF4-FFF2-40B4-BE49-F238E27FC236}">
                <a16:creationId xmlns:a16="http://schemas.microsoft.com/office/drawing/2014/main" id="{B5B94E5B-52A0-4F06-8789-B6D589154D75}"/>
              </a:ext>
            </a:extLst>
          </p:cNvPr>
          <p:cNvSpPr txBox="1">
            <a:spLocks noChangeArrowheads="1"/>
          </p:cNvSpPr>
          <p:nvPr/>
        </p:nvSpPr>
        <p:spPr bwMode="auto">
          <a:xfrm>
            <a:off x="3913188" y="2241551"/>
            <a:ext cx="6754812"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909E8E84-426E-40dd-AFC4-6F175D3DCCD1}"/>
            <a:ext uri="{91240B29-F687-4f45-9708-019B960494DF}"/>
          </a:extLst>
        </p:spPr>
        <p:txBody>
          <a:bodyPr anchor="ctr">
            <a:spAutoFit/>
          </a:bodyPr>
          <a:lstStyle>
            <a:lvl1pPr algn="ctr" rtl="0" eaLnBrk="1" fontAlgn="base" hangingPunct="1">
              <a:spcBef>
                <a:spcPct val="0"/>
              </a:spcBef>
              <a:spcAft>
                <a:spcPct val="0"/>
              </a:spcAft>
              <a:defRPr sz="2400">
                <a:solidFill>
                  <a:schemeClr val="tx1"/>
                </a:solidFill>
                <a:latin typeface="Arial" charset="0"/>
                <a:ea typeface="ＭＳ Ｐゴシック" charset="0"/>
                <a:cs typeface="ＭＳ Ｐゴシック" charset="0"/>
              </a:defRPr>
            </a:lvl1pPr>
            <a:lvl2pPr marL="742950" indent="-285750" algn="ctr" rtl="0" eaLnBrk="1" fontAlgn="base" hangingPunct="1">
              <a:spcBef>
                <a:spcPct val="0"/>
              </a:spcBef>
              <a:spcAft>
                <a:spcPct val="0"/>
              </a:spcAft>
              <a:defRPr sz="2400">
                <a:solidFill>
                  <a:schemeClr val="tx1"/>
                </a:solidFill>
                <a:latin typeface="Arial" charset="0"/>
                <a:ea typeface="ＭＳ Ｐゴシック" charset="0"/>
              </a:defRPr>
            </a:lvl2pPr>
            <a:lvl3pPr marL="1143000" indent="-228600" algn="ctr" rtl="0" eaLnBrk="1" fontAlgn="base" hangingPunct="1">
              <a:spcBef>
                <a:spcPct val="0"/>
              </a:spcBef>
              <a:spcAft>
                <a:spcPct val="0"/>
              </a:spcAft>
              <a:defRPr sz="2400">
                <a:solidFill>
                  <a:schemeClr val="tx1"/>
                </a:solidFill>
                <a:latin typeface="Arial" charset="0"/>
                <a:ea typeface="ＭＳ Ｐゴシック" charset="0"/>
              </a:defRPr>
            </a:lvl3pPr>
            <a:lvl4pPr marL="1600200" indent="-228600" algn="ctr" rtl="0" eaLnBrk="1" fontAlgn="base" hangingPunct="1">
              <a:spcBef>
                <a:spcPct val="0"/>
              </a:spcBef>
              <a:spcAft>
                <a:spcPct val="0"/>
              </a:spcAft>
              <a:defRPr sz="2400">
                <a:solidFill>
                  <a:schemeClr val="tx1"/>
                </a:solidFill>
                <a:latin typeface="Arial" charset="0"/>
                <a:ea typeface="ＭＳ Ｐゴシック" charset="0"/>
              </a:defRPr>
            </a:lvl4pPr>
            <a:lvl5pPr marL="2057400" indent="-228600" algn="ctr" rtl="0" eaLnBrk="1" fontAlgn="base" hangingPunct="1">
              <a:spcBef>
                <a:spcPct val="0"/>
              </a:spcBef>
              <a:spcAft>
                <a:spcPct val="0"/>
              </a:spcAft>
              <a:defRPr sz="2400">
                <a:solidFill>
                  <a:schemeClr val="tx1"/>
                </a:solidFill>
                <a:latin typeface="Arial" charset="0"/>
                <a:ea typeface="ＭＳ Ｐゴシック" charset="0"/>
              </a:defRPr>
            </a:lvl5pPr>
            <a:lvl6pPr marL="2514600" indent="-228600" algn="ctr" rtl="0" eaLnBrk="0" fontAlgn="base" hangingPunct="0">
              <a:spcBef>
                <a:spcPct val="0"/>
              </a:spcBef>
              <a:spcAft>
                <a:spcPct val="0"/>
              </a:spcAft>
              <a:defRPr sz="2400">
                <a:solidFill>
                  <a:schemeClr val="tx1"/>
                </a:solidFill>
                <a:latin typeface="Arial" charset="0"/>
                <a:ea typeface="ＭＳ Ｐゴシック" charset="0"/>
              </a:defRPr>
            </a:lvl6pPr>
            <a:lvl7pPr marL="2971800" indent="-228600" algn="ctr" rtl="0" eaLnBrk="0" fontAlgn="base" hangingPunct="0">
              <a:spcBef>
                <a:spcPct val="0"/>
              </a:spcBef>
              <a:spcAft>
                <a:spcPct val="0"/>
              </a:spcAft>
              <a:defRPr sz="2400">
                <a:solidFill>
                  <a:schemeClr val="tx1"/>
                </a:solidFill>
                <a:latin typeface="Arial" charset="0"/>
                <a:ea typeface="ＭＳ Ｐゴシック" charset="0"/>
              </a:defRPr>
            </a:lvl7pPr>
            <a:lvl8pPr marL="3429000" indent="-228600" algn="ctr" rtl="0" eaLnBrk="0" fontAlgn="base" hangingPunct="0">
              <a:spcBef>
                <a:spcPct val="0"/>
              </a:spcBef>
              <a:spcAft>
                <a:spcPct val="0"/>
              </a:spcAft>
              <a:defRPr sz="2400">
                <a:solidFill>
                  <a:schemeClr val="tx1"/>
                </a:solidFill>
                <a:latin typeface="Arial" charset="0"/>
                <a:ea typeface="ＭＳ Ｐゴシック" charset="0"/>
              </a:defRPr>
            </a:lvl8pPr>
            <a:lvl9pPr marL="3886200" indent="-228600" algn="ctr" rtl="0" eaLnBrk="0" fontAlgn="base" hangingPunct="0">
              <a:spcBef>
                <a:spcPct val="0"/>
              </a:spcBef>
              <a:spcAft>
                <a:spcPct val="0"/>
              </a:spcAft>
              <a:defRPr sz="2400">
                <a:solidFill>
                  <a:schemeClr val="tx1"/>
                </a:solidFill>
                <a:latin typeface="Arial" charset="0"/>
                <a:ea typeface="ＭＳ Ｐゴシック" charset="0"/>
              </a:defRPr>
            </a:lvl9pPr>
          </a:lstStyle>
          <a:p>
            <a:pPr>
              <a:defRPr/>
            </a:pPr>
            <a:r>
              <a:rPr lang="en-US" sz="3800" kern="0" dirty="0"/>
              <a:t>Concurrent Programming</a:t>
            </a:r>
            <a:br>
              <a:rPr lang="en-US" sz="3800" kern="0" dirty="0"/>
            </a:br>
            <a:r>
              <a:rPr lang="en-US" sz="1400" kern="0" dirty="0"/>
              <a:t>CT074-3-2 Version 0418</a:t>
            </a:r>
          </a:p>
        </p:txBody>
      </p:sp>
    </p:spTree>
    <p:extLst>
      <p:ext uri="{BB962C8B-B14F-4D97-AF65-F5344CB8AC3E}">
        <p14:creationId xmlns:p14="http://schemas.microsoft.com/office/powerpoint/2010/main" val="41735302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40389-D573-4214-A521-5CCEAA8E0C2F}"/>
              </a:ext>
            </a:extLst>
          </p:cNvPr>
          <p:cNvSpPr>
            <a:spLocks noGrp="1"/>
          </p:cNvSpPr>
          <p:nvPr>
            <p:ph type="title"/>
          </p:nvPr>
        </p:nvSpPr>
        <p:spPr>
          <a:xfrm>
            <a:off x="2009775" y="274638"/>
            <a:ext cx="7042150" cy="1143000"/>
          </a:xfrm>
        </p:spPr>
        <p:txBody>
          <a:bodyPr wrap="square" anchor="ctr">
            <a:normAutofit/>
          </a:bodyPr>
          <a:lstStyle/>
          <a:p>
            <a:r>
              <a:rPr lang="en-US" b="1" i="0">
                <a:effectLst/>
              </a:rPr>
              <a:t>BlockingQueue</a:t>
            </a:r>
            <a:endParaRPr lang="en-US" dirty="0"/>
          </a:p>
        </p:txBody>
      </p:sp>
      <p:sp>
        <p:nvSpPr>
          <p:cNvPr id="8" name="Content Placeholder 7">
            <a:extLst>
              <a:ext uri="{FF2B5EF4-FFF2-40B4-BE49-F238E27FC236}">
                <a16:creationId xmlns:a16="http://schemas.microsoft.com/office/drawing/2014/main" id="{27C00EA1-B764-4095-A619-224F6629570C}"/>
              </a:ext>
            </a:extLst>
          </p:cNvPr>
          <p:cNvSpPr>
            <a:spLocks noGrp="1" noChangeArrowheads="1"/>
          </p:cNvSpPr>
          <p:nvPr>
            <p:ph sz="half" idx="1"/>
          </p:nvPr>
        </p:nvSpPr>
        <p:spPr bwMode="auto">
          <a:xfrm>
            <a:off x="2011363" y="1697038"/>
            <a:ext cx="4038600" cy="4525962"/>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spcBef>
                <a:spcPct val="0"/>
              </a:spcBef>
              <a:spcAft>
                <a:spcPts val="600"/>
              </a:spcAft>
              <a:buNone/>
            </a:pPr>
            <a:r>
              <a:rPr kumimoji="0" lang="en-US" altLang="en-US" b="0" i="0" u="none" strike="noStrike" cap="none" normalizeH="0" baseline="0">
                <a:ln>
                  <a:noFill/>
                </a:ln>
                <a:effectLst/>
              </a:rPr>
              <a:t>A BlockingQueue is typically used to have one thread produce objects, which another thread consumes. </a:t>
            </a:r>
          </a:p>
        </p:txBody>
      </p:sp>
      <p:pic>
        <p:nvPicPr>
          <p:cNvPr id="1026" name="Picture 2" descr="A BlockingQueue with one thread putting into it, and another thread taking from it.">
            <a:extLst>
              <a:ext uri="{FF2B5EF4-FFF2-40B4-BE49-F238E27FC236}">
                <a16:creationId xmlns:a16="http://schemas.microsoft.com/office/drawing/2014/main" id="{0BA15588-D334-4222-BDFE-13A29D50436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202363" y="3189094"/>
            <a:ext cx="4038600" cy="1541851"/>
          </a:xfrm>
          <a:prstGeom prst="rect">
            <a:avLst/>
          </a:prstGeom>
          <a:solidFill>
            <a:srgbClr val="FFFFFF"/>
          </a:solidFill>
        </p:spPr>
      </p:pic>
    </p:spTree>
    <p:extLst>
      <p:ext uri="{BB962C8B-B14F-4D97-AF65-F5344CB8AC3E}">
        <p14:creationId xmlns:p14="http://schemas.microsoft.com/office/powerpoint/2010/main" val="7506919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a:extLst>
              <a:ext uri="{FF2B5EF4-FFF2-40B4-BE49-F238E27FC236}">
                <a16:creationId xmlns:a16="http://schemas.microsoft.com/office/drawing/2014/main" id="{0E1545AB-ACFE-4C9D-9B81-8F7DE4EC3BA5}"/>
              </a:ext>
            </a:extLst>
          </p:cNvPr>
          <p:cNvSpPr txBox="1">
            <a:spLocks noGrp="1" noChangeArrowheads="1"/>
          </p:cNvSpPr>
          <p:nvPr>
            <p:ph type="title"/>
          </p:nvPr>
        </p:nvSpPr>
        <p:spPr>
          <a:xfrm>
            <a:off x="2111375" y="346095"/>
            <a:ext cx="5846472" cy="553998"/>
          </a:xfrm>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zh-TW" b="1" u="sng" dirty="0">
                <a:solidFill>
                  <a:schemeClr val="accent6">
                    <a:lumMod val="75000"/>
                  </a:schemeClr>
                </a:solidFill>
                <a:latin typeface="Century Gothic" panose="020B0502020202020204" pitchFamily="34" charset="0"/>
                <a:ea typeface="新細明體" pitchFamily="18" charset="-120"/>
              </a:rPr>
              <a:t>Topic &amp; Structure of The Lesson</a:t>
            </a:r>
            <a:endParaRPr lang="en-US" altLang="zh-TW" u="sng" dirty="0">
              <a:solidFill>
                <a:schemeClr val="accent6">
                  <a:lumMod val="75000"/>
                </a:schemeClr>
              </a:solidFill>
              <a:latin typeface="Century Gothic" panose="020B0502020202020204" pitchFamily="34" charset="0"/>
              <a:ea typeface="新細明體" pitchFamily="18" charset="-120"/>
            </a:endParaRPr>
          </a:p>
        </p:txBody>
      </p:sp>
      <p:sp>
        <p:nvSpPr>
          <p:cNvPr id="17411" name="Content Placeholder 2"/>
          <p:cNvSpPr>
            <a:spLocks noGrp="1" noChangeArrowheads="1"/>
          </p:cNvSpPr>
          <p:nvPr>
            <p:ph idx="1"/>
          </p:nvPr>
        </p:nvSpPr>
        <p:spPr>
          <a:xfrm>
            <a:off x="2033588" y="1697038"/>
            <a:ext cx="8229600" cy="4525962"/>
          </a:xfrm>
        </p:spPr>
        <p:txBody>
          <a:bodyPr/>
          <a:lstStyle/>
          <a:p>
            <a:pPr eaLnBrk="1" hangingPunct="1"/>
            <a:r>
              <a:rPr lang="en-US" altLang="en-US"/>
              <a:t>Deadlock</a:t>
            </a:r>
          </a:p>
          <a:p>
            <a:pPr eaLnBrk="1" hangingPunct="1"/>
            <a:endParaRPr lang="en-US" altLang="en-US"/>
          </a:p>
        </p:txBody>
      </p:sp>
    </p:spTree>
    <p:extLst>
      <p:ext uri="{BB962C8B-B14F-4D97-AF65-F5344CB8AC3E}">
        <p14:creationId xmlns:p14="http://schemas.microsoft.com/office/powerpoint/2010/main" val="7021504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3621088" y="0"/>
            <a:ext cx="399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b="1"/>
              <a:t>Learning Outcomes</a:t>
            </a:r>
          </a:p>
        </p:txBody>
      </p:sp>
      <p:sp>
        <p:nvSpPr>
          <p:cNvPr id="19459" name="Rectangle 3"/>
          <p:cNvSpPr>
            <a:spLocks noChangeArrowheads="1"/>
          </p:cNvSpPr>
          <p:nvPr/>
        </p:nvSpPr>
        <p:spPr bwMode="auto">
          <a:xfrm>
            <a:off x="1524001" y="2073276"/>
            <a:ext cx="8545513" cy="329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spcBef>
                <a:spcPct val="20000"/>
              </a:spcBef>
              <a:buChar char="•"/>
              <a:tabLst>
                <a:tab pos="914400" algn="l"/>
              </a:tabLst>
              <a:defRPr sz="3200">
                <a:solidFill>
                  <a:schemeClr val="tx1"/>
                </a:solidFill>
                <a:latin typeface="Arial" panose="020B0604020202020204" pitchFamily="34" charset="0"/>
              </a:defRPr>
            </a:lvl1pPr>
            <a:lvl2pPr marL="800100" indent="-342900">
              <a:spcBef>
                <a:spcPct val="20000"/>
              </a:spcBef>
              <a:buChar char="–"/>
              <a:tabLst>
                <a:tab pos="914400" algn="l"/>
              </a:tabLst>
              <a:defRPr sz="2800">
                <a:solidFill>
                  <a:schemeClr val="tx1"/>
                </a:solidFill>
                <a:latin typeface="Arial" panose="020B0604020202020204" pitchFamily="34" charset="0"/>
              </a:defRPr>
            </a:lvl2pPr>
            <a:lvl3pPr marL="1143000" indent="-228600">
              <a:spcBef>
                <a:spcPct val="20000"/>
              </a:spcBef>
              <a:buChar char="•"/>
              <a:tabLst>
                <a:tab pos="914400" algn="l"/>
              </a:tabLst>
              <a:defRPr sz="2400">
                <a:solidFill>
                  <a:schemeClr val="tx1"/>
                </a:solidFill>
                <a:latin typeface="Arial" panose="020B0604020202020204" pitchFamily="34" charset="0"/>
              </a:defRPr>
            </a:lvl3pPr>
            <a:lvl4pPr marL="1600200" indent="-228600">
              <a:spcBef>
                <a:spcPct val="20000"/>
              </a:spcBef>
              <a:buChar char="–"/>
              <a:tabLst>
                <a:tab pos="914400" algn="l"/>
              </a:tabLst>
              <a:defRPr sz="2000">
                <a:solidFill>
                  <a:schemeClr val="tx1"/>
                </a:solidFill>
                <a:latin typeface="Arial" panose="020B0604020202020204" pitchFamily="34" charset="0"/>
              </a:defRPr>
            </a:lvl4pPr>
            <a:lvl5pPr marL="2057400" indent="-228600">
              <a:spcBef>
                <a:spcPct val="20000"/>
              </a:spcBef>
              <a:buChar char="»"/>
              <a:tabLst>
                <a:tab pos="914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9pPr>
          </a:lstStyle>
          <a:p>
            <a:pPr eaLnBrk="1" hangingPunct="1">
              <a:spcBef>
                <a:spcPct val="0"/>
              </a:spcBef>
              <a:buFontTx/>
              <a:buNone/>
            </a:pPr>
            <a:r>
              <a:rPr lang="en-GB" altLang="en-US" b="1"/>
              <a:t>   At the end of this module, you should be able to do the following:</a:t>
            </a:r>
          </a:p>
          <a:p>
            <a:pPr eaLnBrk="1" hangingPunct="1">
              <a:spcBef>
                <a:spcPct val="0"/>
              </a:spcBef>
              <a:buFontTx/>
              <a:buNone/>
            </a:pPr>
            <a:endParaRPr lang="en-GB" altLang="en-US" b="1"/>
          </a:p>
          <a:p>
            <a:pPr lvl="1" eaLnBrk="1" hangingPunct="1">
              <a:spcBef>
                <a:spcPct val="0"/>
              </a:spcBef>
              <a:buFontTx/>
              <a:buAutoNum type="arabicPeriod"/>
            </a:pPr>
            <a:r>
              <a:rPr lang="en-GB" altLang="en-US" b="1"/>
              <a:t>Identify necessary and sufficient conditions for deadlock.</a:t>
            </a:r>
          </a:p>
          <a:p>
            <a:pPr lvl="1" eaLnBrk="1" hangingPunct="1">
              <a:spcBef>
                <a:spcPct val="0"/>
              </a:spcBef>
              <a:buFontTx/>
              <a:buAutoNum type="arabicPeriod"/>
            </a:pPr>
            <a:r>
              <a:rPr lang="en-GB" altLang="en-US" b="1"/>
              <a:t>Identify strategies for dealing with deadlock</a:t>
            </a:r>
          </a:p>
          <a:p>
            <a:pPr lvl="1" eaLnBrk="1" hangingPunct="1">
              <a:spcBef>
                <a:spcPct val="0"/>
              </a:spcBef>
              <a:buFontTx/>
              <a:buAutoNum type="arabicPeriod"/>
            </a:pPr>
            <a:r>
              <a:rPr lang="en-GB" altLang="en-US" b="1"/>
              <a:t>Tracing blocked threads in Java  </a:t>
            </a:r>
          </a:p>
        </p:txBody>
      </p:sp>
    </p:spTree>
    <p:extLst>
      <p:ext uri="{BB962C8B-B14F-4D97-AF65-F5344CB8AC3E}">
        <p14:creationId xmlns:p14="http://schemas.microsoft.com/office/powerpoint/2010/main" val="53445282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AADF0-953A-4EFD-B4C2-37C3B8B85602}"/>
              </a:ext>
            </a:extLst>
          </p:cNvPr>
          <p:cNvSpPr>
            <a:spLocks noGrp="1"/>
          </p:cNvSpPr>
          <p:nvPr>
            <p:ph type="title"/>
          </p:nvPr>
        </p:nvSpPr>
        <p:spPr/>
        <p:txBody>
          <a:bodyPr/>
          <a:lstStyle/>
          <a:p>
            <a:pPr eaLnBrk="1" hangingPunct="1">
              <a:defRPr/>
            </a:pPr>
            <a:r>
              <a:rPr lang="en-US" altLang="en-US" b="1" u="sng" dirty="0">
                <a:solidFill>
                  <a:schemeClr val="accent6">
                    <a:lumMod val="75000"/>
                  </a:schemeClr>
                </a:solidFill>
                <a:latin typeface="Century Gothic" panose="020B0502020202020204" pitchFamily="34" charset="0"/>
                <a:cs typeface="Arial" panose="020B0604020202020204" pitchFamily="34" charset="0"/>
              </a:rPr>
              <a:t>Key Terms You Must Be Able To Use</a:t>
            </a:r>
            <a:endParaRPr lang="en-US" dirty="0">
              <a:solidFill>
                <a:schemeClr val="accent6">
                  <a:lumMod val="75000"/>
                </a:schemeClr>
              </a:solidFill>
              <a:latin typeface="Century Gothic" panose="020B0502020202020204" pitchFamily="34" charset="0"/>
            </a:endParaRPr>
          </a:p>
        </p:txBody>
      </p:sp>
      <p:sp>
        <p:nvSpPr>
          <p:cNvPr id="21507" name="Content Placeholder 2"/>
          <p:cNvSpPr>
            <a:spLocks noGrp="1" noChangeArrowheads="1"/>
          </p:cNvSpPr>
          <p:nvPr>
            <p:ph idx="1"/>
          </p:nvPr>
        </p:nvSpPr>
        <p:spPr/>
        <p:txBody>
          <a:bodyPr/>
          <a:lstStyle/>
          <a:p>
            <a:pPr eaLnBrk="1" hangingPunct="1"/>
            <a:r>
              <a:rPr lang="en-US" altLang="en-US" sz="2000" b="1">
                <a:latin typeface="Century Gothic" panose="020B0502020202020204" pitchFamily="34" charset="0"/>
              </a:rPr>
              <a:t>If you have mastered this topic, </a:t>
            </a:r>
            <a:r>
              <a:rPr lang="en-US" altLang="en-US" sz="2000" b="1">
                <a:solidFill>
                  <a:srgbClr val="990000"/>
                </a:solidFill>
                <a:latin typeface="Century Gothic" panose="020B0502020202020204" pitchFamily="34" charset="0"/>
              </a:rPr>
              <a:t>you should be able to use the following terms correctly in your assignments and exams</a:t>
            </a:r>
            <a:r>
              <a:rPr lang="en-US" altLang="en-US" sz="2000" b="1">
                <a:latin typeface="Century Gothic" panose="020B0502020202020204" pitchFamily="34" charset="0"/>
              </a:rPr>
              <a:t>:</a:t>
            </a:r>
          </a:p>
          <a:p>
            <a:pPr eaLnBrk="1" hangingPunct="1"/>
            <a:r>
              <a:rPr lang="en-US" altLang="en-US"/>
              <a:t>Deadlock</a:t>
            </a:r>
          </a:p>
          <a:p>
            <a:pPr eaLnBrk="1" hangingPunct="1"/>
            <a:endParaRPr lang="en-US" altLang="en-US"/>
          </a:p>
        </p:txBody>
      </p:sp>
    </p:spTree>
    <p:extLst>
      <p:ext uri="{BB962C8B-B14F-4D97-AF65-F5344CB8AC3E}">
        <p14:creationId xmlns:p14="http://schemas.microsoft.com/office/powerpoint/2010/main" val="27879488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1997075" y="5394325"/>
            <a:ext cx="8020050" cy="990600"/>
          </a:xfrm>
          <a:prstGeom prst="rect">
            <a:avLst/>
          </a:prstGeom>
          <a:solidFill>
            <a:srgbClr val="99FFFF"/>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22531" name="Rectangle 3"/>
          <p:cNvSpPr>
            <a:spLocks noChangeArrowheads="1"/>
          </p:cNvSpPr>
          <p:nvPr/>
        </p:nvSpPr>
        <p:spPr bwMode="auto">
          <a:xfrm>
            <a:off x="1885950" y="1824038"/>
            <a:ext cx="8134350" cy="326390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22532" name="Rectangle 4"/>
          <p:cNvSpPr>
            <a:spLocks noGrp="1" noChangeArrowheads="1"/>
          </p:cNvSpPr>
          <p:nvPr>
            <p:ph type="title"/>
          </p:nvPr>
        </p:nvSpPr>
        <p:spPr>
          <a:xfrm>
            <a:off x="2028825" y="0"/>
            <a:ext cx="7042150" cy="1143000"/>
          </a:xfrm>
        </p:spPr>
        <p:txBody>
          <a:bodyPr/>
          <a:lstStyle/>
          <a:p>
            <a:pPr eaLnBrk="1" hangingPunct="1"/>
            <a:r>
              <a:rPr lang="en-GB" altLang="en-US" b="1"/>
              <a:t>Deadlock</a:t>
            </a:r>
          </a:p>
        </p:txBody>
      </p:sp>
      <p:sp>
        <p:nvSpPr>
          <p:cNvPr id="22533" name="Text Box 5"/>
          <p:cNvSpPr txBox="1">
            <a:spLocks noChangeArrowheads="1"/>
          </p:cNvSpPr>
          <p:nvPr/>
        </p:nvSpPr>
        <p:spPr bwMode="auto">
          <a:xfrm>
            <a:off x="1958975" y="2141538"/>
            <a:ext cx="8235950"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800">
                <a:solidFill>
                  <a:srgbClr val="CC0000"/>
                </a:solidFill>
                <a:latin typeface="Comic Sans MS" panose="030F0702030302020204" pitchFamily="66" charset="0"/>
              </a:rPr>
              <a:t>Concepts</a:t>
            </a:r>
            <a:r>
              <a:rPr lang="en-GB" altLang="en-US" sz="2400">
                <a:latin typeface="Comic Sans MS" panose="030F0702030302020204" pitchFamily="66" charset="0"/>
              </a:rPr>
              <a:t>: 	system </a:t>
            </a:r>
            <a:r>
              <a:rPr lang="en-GB" altLang="en-US" sz="2400">
                <a:solidFill>
                  <a:schemeClr val="accent2"/>
                </a:solidFill>
                <a:latin typeface="Comic Sans MS" panose="030F0702030302020204" pitchFamily="66" charset="0"/>
              </a:rPr>
              <a:t>deadlock</a:t>
            </a:r>
            <a:r>
              <a:rPr lang="en-GB" altLang="en-US" sz="2400">
                <a:latin typeface="Comic Sans MS" panose="030F0702030302020204" pitchFamily="66" charset="0"/>
              </a:rPr>
              <a:t>: no further progress</a:t>
            </a:r>
          </a:p>
          <a:p>
            <a:pPr>
              <a:spcBef>
                <a:spcPct val="0"/>
              </a:spcBef>
              <a:buFontTx/>
              <a:buNone/>
            </a:pPr>
            <a:r>
              <a:rPr lang="en-GB" altLang="en-US" sz="2400">
                <a:latin typeface="Comic Sans MS" panose="030F0702030302020204" pitchFamily="66" charset="0"/>
              </a:rPr>
              <a:t>			four necessary &amp; sufficient conditions</a:t>
            </a:r>
          </a:p>
          <a:p>
            <a:pPr>
              <a:spcBef>
                <a:spcPct val="0"/>
              </a:spcBef>
              <a:buFontTx/>
              <a:buNone/>
            </a:pPr>
            <a:r>
              <a:rPr lang="en-GB" altLang="en-US" sz="2400">
                <a:latin typeface="Comic Sans MS" panose="030F0702030302020204" pitchFamily="66" charset="0"/>
              </a:rPr>
              <a:t>		  	</a:t>
            </a:r>
          </a:p>
          <a:p>
            <a:pPr>
              <a:spcBef>
                <a:spcPct val="0"/>
              </a:spcBef>
              <a:buFontTx/>
              <a:buNone/>
            </a:pPr>
            <a:r>
              <a:rPr lang="en-GB" altLang="en-US" sz="2800">
                <a:solidFill>
                  <a:srgbClr val="CC0000"/>
                </a:solidFill>
                <a:latin typeface="Comic Sans MS" panose="030F0702030302020204" pitchFamily="66" charset="0"/>
              </a:rPr>
              <a:t>Models</a:t>
            </a:r>
            <a:r>
              <a:rPr lang="en-GB" altLang="en-US" sz="2400">
                <a:latin typeface="Comic Sans MS" panose="030F0702030302020204" pitchFamily="66" charset="0"/>
              </a:rPr>
              <a:t>:		deadlock - no eligible actions</a:t>
            </a:r>
          </a:p>
          <a:p>
            <a:pPr>
              <a:spcBef>
                <a:spcPct val="0"/>
              </a:spcBef>
              <a:buFontTx/>
              <a:buNone/>
            </a:pPr>
            <a:endParaRPr lang="en-GB" altLang="en-US" sz="2400">
              <a:latin typeface="Comic Sans MS" panose="030F0702030302020204" pitchFamily="66" charset="0"/>
            </a:endParaRPr>
          </a:p>
          <a:p>
            <a:pPr>
              <a:spcBef>
                <a:spcPct val="0"/>
              </a:spcBef>
              <a:buFontTx/>
              <a:buNone/>
            </a:pPr>
            <a:r>
              <a:rPr lang="en-GB" altLang="en-US" sz="2800">
                <a:solidFill>
                  <a:srgbClr val="CC0000"/>
                </a:solidFill>
                <a:latin typeface="Comic Sans MS" panose="030F0702030302020204" pitchFamily="66" charset="0"/>
              </a:rPr>
              <a:t>Practice</a:t>
            </a:r>
            <a:r>
              <a:rPr lang="en-GB" altLang="en-US" sz="2400">
                <a:latin typeface="Comic Sans MS" panose="030F0702030302020204" pitchFamily="66" charset="0"/>
              </a:rPr>
              <a:t>:	 	blocked threads</a:t>
            </a:r>
          </a:p>
        </p:txBody>
      </p:sp>
      <p:sp>
        <p:nvSpPr>
          <p:cNvPr id="22534" name="Text Box 6"/>
          <p:cNvSpPr txBox="1">
            <a:spLocks noChangeArrowheads="1"/>
          </p:cNvSpPr>
          <p:nvPr/>
        </p:nvSpPr>
        <p:spPr bwMode="auto">
          <a:xfrm>
            <a:off x="2012951" y="5453064"/>
            <a:ext cx="7978775" cy="88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800">
                <a:solidFill>
                  <a:srgbClr val="CC0000"/>
                </a:solidFill>
                <a:latin typeface="Comic Sans MS" panose="030F0702030302020204" pitchFamily="66" charset="0"/>
              </a:rPr>
              <a:t>Aim</a:t>
            </a:r>
            <a:r>
              <a:rPr lang="en-GB" altLang="en-US" sz="2400">
                <a:latin typeface="Comic Sans MS" panose="030F0702030302020204" pitchFamily="66" charset="0"/>
              </a:rPr>
              <a:t>:	 deadlock avoidance - to design systems where deadlock cannot occur.</a:t>
            </a:r>
            <a:endParaRPr lang="en-GB" altLang="en-US" sz="2000">
              <a:latin typeface="Comic Sans MS" panose="030F0702030302020204" pitchFamily="66" charset="0"/>
            </a:endParaRPr>
          </a:p>
        </p:txBody>
      </p:sp>
    </p:spTree>
    <p:extLst>
      <p:ext uri="{BB962C8B-B14F-4D97-AF65-F5344CB8AC3E}">
        <p14:creationId xmlns:p14="http://schemas.microsoft.com/office/powerpoint/2010/main" val="34848927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noChangeArrowheads="1"/>
          </p:cNvSpPr>
          <p:nvPr>
            <p:ph type="title"/>
          </p:nvPr>
        </p:nvSpPr>
        <p:spPr/>
        <p:txBody>
          <a:bodyPr/>
          <a:lstStyle/>
          <a:p>
            <a:pPr eaLnBrk="1" hangingPunct="1"/>
            <a:r>
              <a:rPr lang="en-US" altLang="en-US"/>
              <a:t>Starvation-freedom</a:t>
            </a:r>
          </a:p>
        </p:txBody>
      </p:sp>
      <p:sp>
        <p:nvSpPr>
          <p:cNvPr id="24579" name="Content Placeholder 2"/>
          <p:cNvSpPr>
            <a:spLocks noGrp="1" noChangeArrowheads="1"/>
          </p:cNvSpPr>
          <p:nvPr>
            <p:ph idx="1"/>
          </p:nvPr>
        </p:nvSpPr>
        <p:spPr/>
        <p:txBody>
          <a:bodyPr/>
          <a:lstStyle/>
          <a:p>
            <a:pPr eaLnBrk="1" hangingPunct="1"/>
            <a:r>
              <a:rPr lang="en-US" altLang="en-US"/>
              <a:t>Whatever the process p, each invocation of acquire_mutex() issued by p eventually terminates.</a:t>
            </a:r>
          </a:p>
        </p:txBody>
      </p:sp>
    </p:spTree>
    <p:extLst>
      <p:ext uri="{BB962C8B-B14F-4D97-AF65-F5344CB8AC3E}">
        <p14:creationId xmlns:p14="http://schemas.microsoft.com/office/powerpoint/2010/main" val="8325301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noChangeArrowheads="1"/>
          </p:cNvSpPr>
          <p:nvPr>
            <p:ph type="title"/>
          </p:nvPr>
        </p:nvSpPr>
        <p:spPr/>
        <p:txBody>
          <a:bodyPr/>
          <a:lstStyle/>
          <a:p>
            <a:pPr eaLnBrk="1" hangingPunct="1"/>
            <a:r>
              <a:rPr lang="en-US" altLang="en-US"/>
              <a:t>Deadlock-freedom</a:t>
            </a:r>
            <a:endParaRPr lang="en-US" altLang="en-US" b="1"/>
          </a:p>
        </p:txBody>
      </p:sp>
      <p:sp>
        <p:nvSpPr>
          <p:cNvPr id="25603" name="Content Placeholder 2"/>
          <p:cNvSpPr>
            <a:spLocks noGrp="1" noChangeArrowheads="1"/>
          </p:cNvSpPr>
          <p:nvPr>
            <p:ph idx="1"/>
          </p:nvPr>
        </p:nvSpPr>
        <p:spPr/>
        <p:txBody>
          <a:bodyPr/>
          <a:lstStyle/>
          <a:p>
            <a:pPr eaLnBrk="1" hangingPunct="1"/>
            <a:r>
              <a:rPr lang="en-US" altLang="en-US"/>
              <a:t>Whatever the time τ , if before τ one or several processes have invoked the operation acquire_mutex() and none of them has terminated its invocation at time τ , then there is a time τ’ &gt; τ at which a process that has invoked acquire_mutex() terminates its invocation.</a:t>
            </a:r>
          </a:p>
        </p:txBody>
      </p:sp>
    </p:spTree>
    <p:extLst>
      <p:ext uri="{BB962C8B-B14F-4D97-AF65-F5344CB8AC3E}">
        <p14:creationId xmlns:p14="http://schemas.microsoft.com/office/powerpoint/2010/main" val="3579783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descr="50%"/>
          <p:cNvSpPr>
            <a:spLocks noChangeArrowheads="1"/>
          </p:cNvSpPr>
          <p:nvPr/>
        </p:nvSpPr>
        <p:spPr bwMode="auto">
          <a:xfrm>
            <a:off x="1785938" y="2076450"/>
            <a:ext cx="8528050" cy="2749550"/>
          </a:xfrm>
          <a:prstGeom prst="rect">
            <a:avLst/>
          </a:prstGeom>
          <a:blipFill dpi="0" rotWithShape="0">
            <a:blip r:embed="rId3"/>
            <a:srcRect/>
            <a:tile tx="0" ty="0" sx="100000" sy="100000" flip="none" algn="tl"/>
          </a:blip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26627" name="Rectangle 3"/>
          <p:cNvSpPr>
            <a:spLocks noGrp="1" noChangeArrowheads="1"/>
          </p:cNvSpPr>
          <p:nvPr>
            <p:ph type="title"/>
          </p:nvPr>
        </p:nvSpPr>
        <p:spPr>
          <a:xfrm>
            <a:off x="2214563" y="0"/>
            <a:ext cx="7042150" cy="1143000"/>
          </a:xfrm>
        </p:spPr>
        <p:txBody>
          <a:bodyPr/>
          <a:lstStyle/>
          <a:p>
            <a:pPr eaLnBrk="1" hangingPunct="1"/>
            <a:r>
              <a:rPr lang="en-GB" altLang="en-US" b="1"/>
              <a:t>Deadlock: four necessary and sufficient conditions</a:t>
            </a:r>
          </a:p>
        </p:txBody>
      </p:sp>
      <p:sp>
        <p:nvSpPr>
          <p:cNvPr id="26628" name="Text Box 4"/>
          <p:cNvSpPr txBox="1">
            <a:spLocks noChangeArrowheads="1"/>
          </p:cNvSpPr>
          <p:nvPr/>
        </p:nvSpPr>
        <p:spPr bwMode="auto">
          <a:xfrm>
            <a:off x="1878013" y="2155826"/>
            <a:ext cx="8386762" cy="2640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0000"/>
              </a:lnSpc>
              <a:spcBef>
                <a:spcPct val="50000"/>
              </a:spcBef>
              <a:buClr>
                <a:srgbClr val="CC3300"/>
              </a:buClr>
              <a:buFont typeface="Symbol" panose="05050102010706020507" pitchFamily="18" charset="2"/>
              <a:buChar char="¨"/>
            </a:pPr>
            <a:r>
              <a:rPr lang="en-GB" altLang="en-US" sz="2400">
                <a:latin typeface="Comic Sans MS" panose="030F0702030302020204" pitchFamily="66" charset="0"/>
              </a:rPr>
              <a:t> Serially reusable resources: </a:t>
            </a:r>
          </a:p>
          <a:p>
            <a:pPr>
              <a:lnSpc>
                <a:spcPct val="90000"/>
              </a:lnSpc>
              <a:spcBef>
                <a:spcPct val="50000"/>
              </a:spcBef>
              <a:buClr>
                <a:srgbClr val="CC3300"/>
              </a:buClr>
              <a:buFont typeface="Symbol" panose="05050102010706020507" pitchFamily="18" charset="2"/>
              <a:buNone/>
            </a:pPr>
            <a:r>
              <a:rPr lang="en-GB" altLang="en-US" sz="2400" i="1">
                <a:latin typeface="Comic Sans MS" panose="030F0702030302020204" pitchFamily="66" charset="0"/>
              </a:rPr>
              <a:t>the processes involved share resources which they use under mutual exclusion.</a:t>
            </a:r>
            <a:endParaRPr lang="en-GB" altLang="en-US" sz="2400">
              <a:latin typeface="Comic Sans MS" panose="030F0702030302020204" pitchFamily="66" charset="0"/>
            </a:endParaRPr>
          </a:p>
          <a:p>
            <a:pPr>
              <a:lnSpc>
                <a:spcPct val="90000"/>
              </a:lnSpc>
              <a:spcBef>
                <a:spcPct val="50000"/>
              </a:spcBef>
              <a:buClr>
                <a:srgbClr val="CC3300"/>
              </a:buClr>
              <a:buFont typeface="Symbol" panose="05050102010706020507" pitchFamily="18" charset="2"/>
              <a:buChar char="¨"/>
            </a:pPr>
            <a:r>
              <a:rPr lang="en-GB" altLang="en-US" sz="2400">
                <a:latin typeface="Comic Sans MS" panose="030F0702030302020204" pitchFamily="66" charset="0"/>
              </a:rPr>
              <a:t> Incremental acquisition: </a:t>
            </a:r>
          </a:p>
          <a:p>
            <a:pPr>
              <a:lnSpc>
                <a:spcPct val="90000"/>
              </a:lnSpc>
              <a:spcBef>
                <a:spcPct val="50000"/>
              </a:spcBef>
              <a:buClr>
                <a:srgbClr val="CC3300"/>
              </a:buClr>
              <a:buFont typeface="Symbol" panose="05050102010706020507" pitchFamily="18" charset="2"/>
              <a:buNone/>
            </a:pPr>
            <a:r>
              <a:rPr lang="en-GB" altLang="en-US" sz="2400" i="1">
                <a:latin typeface="Comic Sans MS" panose="030F0702030302020204" pitchFamily="66" charset="0"/>
              </a:rPr>
              <a:t>processes hold on to resources already allocated to them while waiting to acquire additional resources.</a:t>
            </a:r>
          </a:p>
        </p:txBody>
      </p:sp>
    </p:spTree>
    <p:extLst>
      <p:ext uri="{BB962C8B-B14F-4D97-AF65-F5344CB8AC3E}">
        <p14:creationId xmlns:p14="http://schemas.microsoft.com/office/powerpoint/2010/main" val="20832717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descr="50%"/>
          <p:cNvSpPr>
            <a:spLocks noChangeArrowheads="1"/>
          </p:cNvSpPr>
          <p:nvPr/>
        </p:nvSpPr>
        <p:spPr bwMode="auto">
          <a:xfrm>
            <a:off x="1858963" y="1852614"/>
            <a:ext cx="8528050" cy="3514725"/>
          </a:xfrm>
          <a:prstGeom prst="rect">
            <a:avLst/>
          </a:prstGeom>
          <a:blipFill dpi="0" rotWithShape="0">
            <a:blip r:embed="rId3"/>
            <a:srcRect/>
            <a:tile tx="0" ty="0" sx="100000" sy="100000" flip="none" algn="tl"/>
          </a:blip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28675" name="Rectangle 3"/>
          <p:cNvSpPr>
            <a:spLocks noGrp="1" noChangeArrowheads="1"/>
          </p:cNvSpPr>
          <p:nvPr>
            <p:ph type="title"/>
          </p:nvPr>
        </p:nvSpPr>
        <p:spPr>
          <a:xfrm>
            <a:off x="2214563" y="0"/>
            <a:ext cx="7042150" cy="1143000"/>
          </a:xfrm>
        </p:spPr>
        <p:txBody>
          <a:bodyPr/>
          <a:lstStyle/>
          <a:p>
            <a:pPr eaLnBrk="1" hangingPunct="1"/>
            <a:r>
              <a:rPr lang="en-GB" altLang="en-US" b="1"/>
              <a:t>Deadlock: four necessary and sufficient conditions</a:t>
            </a:r>
          </a:p>
        </p:txBody>
      </p:sp>
      <p:sp>
        <p:nvSpPr>
          <p:cNvPr id="480260" name="Text Box 4"/>
          <p:cNvSpPr txBox="1">
            <a:spLocks noChangeArrowheads="1"/>
          </p:cNvSpPr>
          <p:nvPr/>
        </p:nvSpPr>
        <p:spPr bwMode="auto">
          <a:xfrm>
            <a:off x="1951038" y="1874838"/>
            <a:ext cx="8386762" cy="3447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0000"/>
              </a:lnSpc>
              <a:spcBef>
                <a:spcPct val="50000"/>
              </a:spcBef>
              <a:buClr>
                <a:srgbClr val="CC3300"/>
              </a:buClr>
              <a:buFont typeface="Symbol" panose="05050102010706020507" pitchFamily="18" charset="2"/>
              <a:buChar char="¨"/>
            </a:pPr>
            <a:r>
              <a:rPr lang="en-GB" altLang="en-US" sz="2800">
                <a:latin typeface="Comic Sans MS" panose="030F0702030302020204" pitchFamily="66" charset="0"/>
              </a:rPr>
              <a:t>No pre-emption: </a:t>
            </a:r>
          </a:p>
          <a:p>
            <a:pPr>
              <a:lnSpc>
                <a:spcPct val="90000"/>
              </a:lnSpc>
              <a:spcBef>
                <a:spcPct val="50000"/>
              </a:spcBef>
              <a:buClr>
                <a:srgbClr val="CC3300"/>
              </a:buClr>
              <a:buFont typeface="Symbol" panose="05050102010706020507" pitchFamily="18" charset="2"/>
              <a:buNone/>
            </a:pPr>
            <a:r>
              <a:rPr lang="en-GB" altLang="en-US" sz="2400" i="1">
                <a:latin typeface="Comic Sans MS" panose="030F0702030302020204" pitchFamily="66" charset="0"/>
              </a:rPr>
              <a:t>once acquired by a process, resources cannot  be pre-empted (forcibly withdrawn) but are only released voluntarily.</a:t>
            </a:r>
          </a:p>
          <a:p>
            <a:pPr>
              <a:lnSpc>
                <a:spcPct val="90000"/>
              </a:lnSpc>
              <a:spcBef>
                <a:spcPct val="50000"/>
              </a:spcBef>
              <a:buClr>
                <a:srgbClr val="CC3300"/>
              </a:buClr>
              <a:buFont typeface="Symbol" panose="05050102010706020507" pitchFamily="18" charset="2"/>
              <a:buChar char="¨"/>
            </a:pPr>
            <a:r>
              <a:rPr lang="en-GB" altLang="en-US" sz="2400">
                <a:latin typeface="Comic Sans MS" panose="030F0702030302020204" pitchFamily="66" charset="0"/>
              </a:rPr>
              <a:t> </a:t>
            </a:r>
            <a:r>
              <a:rPr lang="en-GB" altLang="en-US" sz="2800">
                <a:latin typeface="Comic Sans MS" panose="030F0702030302020204" pitchFamily="66" charset="0"/>
              </a:rPr>
              <a:t>Wait-for cycle:</a:t>
            </a:r>
            <a:r>
              <a:rPr lang="en-GB" altLang="en-US" sz="2400">
                <a:latin typeface="Comic Sans MS" panose="030F0702030302020204" pitchFamily="66" charset="0"/>
              </a:rPr>
              <a:t> </a:t>
            </a:r>
          </a:p>
          <a:p>
            <a:pPr>
              <a:lnSpc>
                <a:spcPct val="90000"/>
              </a:lnSpc>
              <a:spcBef>
                <a:spcPct val="50000"/>
              </a:spcBef>
              <a:buClr>
                <a:srgbClr val="CC3300"/>
              </a:buClr>
              <a:buFont typeface="Symbol" panose="05050102010706020507" pitchFamily="18" charset="2"/>
              <a:buNone/>
            </a:pPr>
            <a:r>
              <a:rPr lang="en-GB" altLang="en-US" sz="2400" i="1">
                <a:latin typeface="Comic Sans MS" panose="030F0702030302020204" pitchFamily="66" charset="0"/>
              </a:rPr>
              <a:t>a circular chain (or cycle) of processes exists such that each process holds a resource which its successor in the cycle is waiting to acquire.</a:t>
            </a:r>
          </a:p>
        </p:txBody>
      </p:sp>
    </p:spTree>
    <p:extLst>
      <p:ext uri="{BB962C8B-B14F-4D97-AF65-F5344CB8AC3E}">
        <p14:creationId xmlns:p14="http://schemas.microsoft.com/office/powerpoint/2010/main" val="17760339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80260">
                                            <p:txEl>
                                              <p:pRg st="0" end="0"/>
                                            </p:txEl>
                                          </p:spTgt>
                                        </p:tgtEl>
                                        <p:attrNameLst>
                                          <p:attrName>style.visibility</p:attrName>
                                        </p:attrNameLst>
                                      </p:cBhvr>
                                      <p:to>
                                        <p:strVal val="visible"/>
                                      </p:to>
                                    </p:set>
                                    <p:anim calcmode="lin" valueType="num">
                                      <p:cBhvr additive="base">
                                        <p:cTn id="7" dur="500" fill="hold"/>
                                        <p:tgtEl>
                                          <p:spTgt spid="48026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0260">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80260">
                                            <p:txEl>
                                              <p:pRg st="1" end="1"/>
                                            </p:txEl>
                                          </p:spTgt>
                                        </p:tgtEl>
                                        <p:attrNameLst>
                                          <p:attrName>style.visibility</p:attrName>
                                        </p:attrNameLst>
                                      </p:cBhvr>
                                      <p:to>
                                        <p:strVal val="visible"/>
                                      </p:to>
                                    </p:set>
                                    <p:anim calcmode="lin" valueType="num">
                                      <p:cBhvr additive="base">
                                        <p:cTn id="11" dur="500" fill="hold"/>
                                        <p:tgtEl>
                                          <p:spTgt spid="48026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8026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480260">
                                            <p:txEl>
                                              <p:pRg st="2" end="2"/>
                                            </p:txEl>
                                          </p:spTgt>
                                        </p:tgtEl>
                                        <p:attrNameLst>
                                          <p:attrName>style.visibility</p:attrName>
                                        </p:attrNameLst>
                                      </p:cBhvr>
                                      <p:to>
                                        <p:strVal val="visible"/>
                                      </p:to>
                                    </p:set>
                                    <p:anim calcmode="lin" valueType="num">
                                      <p:cBhvr additive="base">
                                        <p:cTn id="17" dur="500" fill="hold"/>
                                        <p:tgtEl>
                                          <p:spTgt spid="480260">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80260">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80260">
                                            <p:txEl>
                                              <p:pRg st="3" end="3"/>
                                            </p:txEl>
                                          </p:spTgt>
                                        </p:tgtEl>
                                        <p:attrNameLst>
                                          <p:attrName>style.visibility</p:attrName>
                                        </p:attrNameLst>
                                      </p:cBhvr>
                                      <p:to>
                                        <p:strVal val="visible"/>
                                      </p:to>
                                    </p:set>
                                    <p:anim calcmode="lin" valueType="num">
                                      <p:cBhvr additive="base">
                                        <p:cTn id="21" dur="500" fill="hold"/>
                                        <p:tgtEl>
                                          <p:spTgt spid="480260">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8026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2009775" y="0"/>
            <a:ext cx="7042150" cy="1143000"/>
          </a:xfrm>
        </p:spPr>
        <p:txBody>
          <a:bodyPr/>
          <a:lstStyle/>
          <a:p>
            <a:pPr eaLnBrk="1" hangingPunct="1"/>
            <a:r>
              <a:rPr lang="en-GB" altLang="en-US" b="1"/>
              <a:t>Wait-for cycle</a:t>
            </a:r>
          </a:p>
        </p:txBody>
      </p:sp>
      <p:grpSp>
        <p:nvGrpSpPr>
          <p:cNvPr id="30723" name="Group 3"/>
          <p:cNvGrpSpPr>
            <a:grpSpLocks/>
          </p:cNvGrpSpPr>
          <p:nvPr/>
        </p:nvGrpSpPr>
        <p:grpSpPr bwMode="auto">
          <a:xfrm>
            <a:off x="3282951" y="2057400"/>
            <a:ext cx="4994275" cy="3138488"/>
            <a:chOff x="1056" y="1296"/>
            <a:chExt cx="3408" cy="1977"/>
          </a:xfrm>
        </p:grpSpPr>
        <p:sp>
          <p:nvSpPr>
            <p:cNvPr id="30729" name="Oval 4"/>
            <p:cNvSpPr>
              <a:spLocks noChangeArrowheads="1"/>
            </p:cNvSpPr>
            <p:nvPr/>
          </p:nvSpPr>
          <p:spPr bwMode="auto">
            <a:xfrm>
              <a:off x="2400" y="1296"/>
              <a:ext cx="816" cy="384"/>
            </a:xfrm>
            <a:prstGeom prst="ellipse">
              <a:avLst/>
            </a:prstGeom>
            <a:solidFill>
              <a:schemeClr val="bg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30730" name="Text Box 5"/>
            <p:cNvSpPr txBox="1">
              <a:spLocks noChangeArrowheads="1"/>
            </p:cNvSpPr>
            <p:nvPr/>
          </p:nvSpPr>
          <p:spPr bwMode="auto">
            <a:xfrm>
              <a:off x="2688" y="1314"/>
              <a:ext cx="27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latin typeface="Comic Sans MS" panose="030F0702030302020204" pitchFamily="66" charset="0"/>
                </a:rPr>
                <a:t>A</a:t>
              </a:r>
              <a:endParaRPr lang="en-GB" altLang="en-US" sz="2400">
                <a:latin typeface="Comic Sans MS" panose="030F0702030302020204" pitchFamily="66" charset="0"/>
              </a:endParaRPr>
            </a:p>
          </p:txBody>
        </p:sp>
        <p:sp>
          <p:nvSpPr>
            <p:cNvPr id="30731" name="Oval 6"/>
            <p:cNvSpPr>
              <a:spLocks noChangeArrowheads="1"/>
            </p:cNvSpPr>
            <p:nvPr/>
          </p:nvSpPr>
          <p:spPr bwMode="auto">
            <a:xfrm>
              <a:off x="3648" y="2016"/>
              <a:ext cx="816" cy="384"/>
            </a:xfrm>
            <a:prstGeom prst="ellipse">
              <a:avLst/>
            </a:prstGeom>
            <a:solidFill>
              <a:schemeClr val="bg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30732" name="Text Box 7"/>
            <p:cNvSpPr txBox="1">
              <a:spLocks noChangeArrowheads="1"/>
            </p:cNvSpPr>
            <p:nvPr/>
          </p:nvSpPr>
          <p:spPr bwMode="auto">
            <a:xfrm>
              <a:off x="3936" y="2034"/>
              <a:ext cx="25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latin typeface="Comic Sans MS" panose="030F0702030302020204" pitchFamily="66" charset="0"/>
                </a:rPr>
                <a:t>B</a:t>
              </a:r>
              <a:endParaRPr lang="en-GB" altLang="en-US" sz="2400">
                <a:latin typeface="Comic Sans MS" panose="030F0702030302020204" pitchFamily="66" charset="0"/>
              </a:endParaRPr>
            </a:p>
          </p:txBody>
        </p:sp>
        <p:sp>
          <p:nvSpPr>
            <p:cNvPr id="30733" name="Oval 8"/>
            <p:cNvSpPr>
              <a:spLocks noChangeArrowheads="1"/>
            </p:cNvSpPr>
            <p:nvPr/>
          </p:nvSpPr>
          <p:spPr bwMode="auto">
            <a:xfrm>
              <a:off x="3072" y="2862"/>
              <a:ext cx="816" cy="384"/>
            </a:xfrm>
            <a:prstGeom prst="ellipse">
              <a:avLst/>
            </a:prstGeom>
            <a:solidFill>
              <a:schemeClr val="bg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30734" name="Text Box 9"/>
            <p:cNvSpPr txBox="1">
              <a:spLocks noChangeArrowheads="1"/>
            </p:cNvSpPr>
            <p:nvPr/>
          </p:nvSpPr>
          <p:spPr bwMode="auto">
            <a:xfrm>
              <a:off x="3360" y="2880"/>
              <a:ext cx="25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latin typeface="Comic Sans MS" panose="030F0702030302020204" pitchFamily="66" charset="0"/>
                </a:rPr>
                <a:t>C</a:t>
              </a:r>
              <a:endParaRPr lang="en-GB" altLang="en-US" sz="2400">
                <a:latin typeface="Comic Sans MS" panose="030F0702030302020204" pitchFamily="66" charset="0"/>
              </a:endParaRPr>
            </a:p>
          </p:txBody>
        </p:sp>
        <p:sp>
          <p:nvSpPr>
            <p:cNvPr id="30735" name="Oval 10"/>
            <p:cNvSpPr>
              <a:spLocks noChangeArrowheads="1"/>
            </p:cNvSpPr>
            <p:nvPr/>
          </p:nvSpPr>
          <p:spPr bwMode="auto">
            <a:xfrm>
              <a:off x="1632" y="2880"/>
              <a:ext cx="816" cy="384"/>
            </a:xfrm>
            <a:prstGeom prst="ellipse">
              <a:avLst/>
            </a:prstGeom>
            <a:solidFill>
              <a:schemeClr val="bg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30736" name="Text Box 11"/>
            <p:cNvSpPr txBox="1">
              <a:spLocks noChangeArrowheads="1"/>
            </p:cNvSpPr>
            <p:nvPr/>
          </p:nvSpPr>
          <p:spPr bwMode="auto">
            <a:xfrm>
              <a:off x="1920" y="2898"/>
              <a:ext cx="27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latin typeface="Comic Sans MS" panose="030F0702030302020204" pitchFamily="66" charset="0"/>
                </a:rPr>
                <a:t>D</a:t>
              </a:r>
              <a:endParaRPr lang="en-GB" altLang="en-US" sz="2400">
                <a:latin typeface="Comic Sans MS" panose="030F0702030302020204" pitchFamily="66" charset="0"/>
              </a:endParaRPr>
            </a:p>
          </p:txBody>
        </p:sp>
        <p:sp>
          <p:nvSpPr>
            <p:cNvPr id="30737" name="Oval 12"/>
            <p:cNvSpPr>
              <a:spLocks noChangeArrowheads="1"/>
            </p:cNvSpPr>
            <p:nvPr/>
          </p:nvSpPr>
          <p:spPr bwMode="auto">
            <a:xfrm>
              <a:off x="1056" y="1872"/>
              <a:ext cx="816" cy="384"/>
            </a:xfrm>
            <a:prstGeom prst="ellipse">
              <a:avLst/>
            </a:prstGeom>
            <a:solidFill>
              <a:schemeClr val="bg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30738" name="Text Box 13"/>
            <p:cNvSpPr txBox="1">
              <a:spLocks noChangeArrowheads="1"/>
            </p:cNvSpPr>
            <p:nvPr/>
          </p:nvSpPr>
          <p:spPr bwMode="auto">
            <a:xfrm>
              <a:off x="1392" y="1920"/>
              <a:ext cx="25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latin typeface="Comic Sans MS" panose="030F0702030302020204" pitchFamily="66" charset="0"/>
                </a:rPr>
                <a:t>E</a:t>
              </a:r>
              <a:endParaRPr lang="en-GB" altLang="en-US" sz="2400">
                <a:latin typeface="Comic Sans MS" panose="030F0702030302020204" pitchFamily="66" charset="0"/>
              </a:endParaRPr>
            </a:p>
          </p:txBody>
        </p:sp>
        <p:cxnSp>
          <p:nvCxnSpPr>
            <p:cNvPr id="30739" name="AutoShape 14"/>
            <p:cNvCxnSpPr>
              <a:cxnSpLocks noChangeShapeType="1"/>
              <a:stCxn id="30729" idx="6"/>
              <a:endCxn id="30731" idx="0"/>
            </p:cNvCxnSpPr>
            <p:nvPr/>
          </p:nvCxnSpPr>
          <p:spPr bwMode="auto">
            <a:xfrm>
              <a:off x="3225" y="1488"/>
              <a:ext cx="831" cy="519"/>
            </a:xfrm>
            <a:prstGeom prst="curvedConnector2">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740" name="AutoShape 15"/>
            <p:cNvCxnSpPr>
              <a:cxnSpLocks noChangeShapeType="1"/>
              <a:stCxn id="30731" idx="4"/>
              <a:endCxn id="30733" idx="6"/>
            </p:cNvCxnSpPr>
            <p:nvPr/>
          </p:nvCxnSpPr>
          <p:spPr bwMode="auto">
            <a:xfrm rot="5400000">
              <a:off x="3654" y="2652"/>
              <a:ext cx="645" cy="159"/>
            </a:xfrm>
            <a:prstGeom prst="curvedConnector2">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741" name="AutoShape 16"/>
            <p:cNvCxnSpPr>
              <a:cxnSpLocks noChangeShapeType="1"/>
              <a:stCxn id="30735" idx="2"/>
              <a:endCxn id="30737" idx="4"/>
            </p:cNvCxnSpPr>
            <p:nvPr/>
          </p:nvCxnSpPr>
          <p:spPr bwMode="auto">
            <a:xfrm rot="10800000">
              <a:off x="1464" y="2265"/>
              <a:ext cx="159" cy="807"/>
            </a:xfrm>
            <a:prstGeom prst="curvedConnector2">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742" name="AutoShape 17"/>
            <p:cNvCxnSpPr>
              <a:cxnSpLocks noChangeShapeType="1"/>
              <a:stCxn id="30737" idx="0"/>
              <a:endCxn id="30729" idx="2"/>
            </p:cNvCxnSpPr>
            <p:nvPr/>
          </p:nvCxnSpPr>
          <p:spPr bwMode="auto">
            <a:xfrm rot="-5400000">
              <a:off x="1740" y="1212"/>
              <a:ext cx="375" cy="927"/>
            </a:xfrm>
            <a:prstGeom prst="curvedConnector2">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743" name="AutoShape 18"/>
            <p:cNvCxnSpPr>
              <a:cxnSpLocks noChangeShapeType="1"/>
              <a:stCxn id="30733" idx="4"/>
              <a:endCxn id="30735" idx="4"/>
            </p:cNvCxnSpPr>
            <p:nvPr/>
          </p:nvCxnSpPr>
          <p:spPr bwMode="auto">
            <a:xfrm rot="5400000">
              <a:off x="2751" y="2544"/>
              <a:ext cx="18" cy="1440"/>
            </a:xfrm>
            <a:prstGeom prst="curvedConnector3">
              <a:avLst>
                <a:gd name="adj1" fmla="val 850000"/>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30724" name="Text Box 19"/>
          <p:cNvSpPr txBox="1">
            <a:spLocks noChangeArrowheads="1"/>
          </p:cNvSpPr>
          <p:nvPr/>
        </p:nvSpPr>
        <p:spPr bwMode="auto">
          <a:xfrm>
            <a:off x="4689475" y="1371601"/>
            <a:ext cx="23230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a:solidFill>
                  <a:srgbClr val="CC3300"/>
                </a:solidFill>
                <a:latin typeface="Comic Sans MS" panose="030F0702030302020204" pitchFamily="66" charset="0"/>
              </a:rPr>
              <a:t>Has A awaits B</a:t>
            </a:r>
          </a:p>
        </p:txBody>
      </p:sp>
      <p:sp>
        <p:nvSpPr>
          <p:cNvPr id="30725" name="Text Box 20"/>
          <p:cNvSpPr txBox="1">
            <a:spLocks noChangeArrowheads="1"/>
          </p:cNvSpPr>
          <p:nvPr/>
        </p:nvSpPr>
        <p:spPr bwMode="auto">
          <a:xfrm>
            <a:off x="8277225" y="3276601"/>
            <a:ext cx="2284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a:solidFill>
                  <a:srgbClr val="CC3300"/>
                </a:solidFill>
                <a:latin typeface="Comic Sans MS" panose="030F0702030302020204" pitchFamily="66" charset="0"/>
              </a:rPr>
              <a:t>Has B awaits C</a:t>
            </a:r>
          </a:p>
        </p:txBody>
      </p:sp>
      <p:sp>
        <p:nvSpPr>
          <p:cNvPr id="30726" name="Text Box 21"/>
          <p:cNvSpPr txBox="1">
            <a:spLocks noChangeArrowheads="1"/>
          </p:cNvSpPr>
          <p:nvPr/>
        </p:nvSpPr>
        <p:spPr bwMode="auto">
          <a:xfrm>
            <a:off x="7221538" y="5029201"/>
            <a:ext cx="23134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a:solidFill>
                  <a:srgbClr val="CC3300"/>
                </a:solidFill>
                <a:latin typeface="Comic Sans MS" panose="030F0702030302020204" pitchFamily="66" charset="0"/>
              </a:rPr>
              <a:t>Has C awaits D</a:t>
            </a:r>
          </a:p>
        </p:txBody>
      </p:sp>
      <p:sp>
        <p:nvSpPr>
          <p:cNvPr id="30727" name="Text Box 22"/>
          <p:cNvSpPr txBox="1">
            <a:spLocks noChangeArrowheads="1"/>
          </p:cNvSpPr>
          <p:nvPr/>
        </p:nvSpPr>
        <p:spPr bwMode="auto">
          <a:xfrm>
            <a:off x="2368550" y="5410201"/>
            <a:ext cx="23198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a:solidFill>
                  <a:srgbClr val="CC3300"/>
                </a:solidFill>
                <a:latin typeface="Comic Sans MS" panose="030F0702030302020204" pitchFamily="66" charset="0"/>
              </a:rPr>
              <a:t>Has D awaits E</a:t>
            </a:r>
          </a:p>
        </p:txBody>
      </p:sp>
      <p:sp>
        <p:nvSpPr>
          <p:cNvPr id="30728" name="Text Box 23"/>
          <p:cNvSpPr txBox="1">
            <a:spLocks noChangeArrowheads="1"/>
          </p:cNvSpPr>
          <p:nvPr/>
        </p:nvSpPr>
        <p:spPr bwMode="auto">
          <a:xfrm>
            <a:off x="1804989" y="2362201"/>
            <a:ext cx="23214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a:solidFill>
                  <a:srgbClr val="CC3300"/>
                </a:solidFill>
                <a:latin typeface="Comic Sans MS" panose="030F0702030302020204" pitchFamily="66" charset="0"/>
              </a:rPr>
              <a:t>Has E awaits A</a:t>
            </a:r>
          </a:p>
        </p:txBody>
      </p:sp>
    </p:spTree>
    <p:extLst>
      <p:ext uri="{BB962C8B-B14F-4D97-AF65-F5344CB8AC3E}">
        <p14:creationId xmlns:p14="http://schemas.microsoft.com/office/powerpoint/2010/main" val="19438320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2065338" y="0"/>
            <a:ext cx="7042150" cy="1143000"/>
          </a:xfrm>
        </p:spPr>
        <p:txBody>
          <a:bodyPr/>
          <a:lstStyle/>
          <a:p>
            <a:pPr eaLnBrk="1" hangingPunct="1"/>
            <a:r>
              <a:rPr lang="en-GB" altLang="en-US" b="1"/>
              <a:t>In Class Discussion</a:t>
            </a:r>
          </a:p>
        </p:txBody>
      </p:sp>
      <p:sp>
        <p:nvSpPr>
          <p:cNvPr id="32771" name="Text Box 6"/>
          <p:cNvSpPr txBox="1">
            <a:spLocks noChangeArrowheads="1"/>
          </p:cNvSpPr>
          <p:nvPr/>
        </p:nvSpPr>
        <p:spPr bwMode="auto">
          <a:xfrm>
            <a:off x="1990725" y="2252664"/>
            <a:ext cx="7793038"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b="1"/>
              <a:t>Discuss if the following could exhibit one or more conditions for deadlock:</a:t>
            </a:r>
          </a:p>
          <a:p>
            <a:pPr eaLnBrk="1" hangingPunct="1">
              <a:spcBef>
                <a:spcPct val="0"/>
              </a:spcBef>
              <a:buFontTx/>
              <a:buNone/>
            </a:pPr>
            <a:endParaRPr lang="en-US" altLang="en-US" sz="2400" b="1"/>
          </a:p>
          <a:p>
            <a:pPr eaLnBrk="1" hangingPunct="1">
              <a:spcBef>
                <a:spcPct val="0"/>
              </a:spcBef>
              <a:buFontTx/>
              <a:buAutoNum type="romanLcParenBoth"/>
            </a:pPr>
            <a:r>
              <a:rPr lang="en-US" altLang="en-US" sz="2400" b="1"/>
              <a:t>Ornamental Garden Problem</a:t>
            </a:r>
          </a:p>
          <a:p>
            <a:pPr eaLnBrk="1" hangingPunct="1">
              <a:spcBef>
                <a:spcPct val="0"/>
              </a:spcBef>
              <a:buFontTx/>
              <a:buAutoNum type="romanLcParenBoth"/>
            </a:pPr>
            <a:r>
              <a:rPr lang="en-US" altLang="en-US" sz="2400" b="1"/>
              <a:t>Cark Park Problem</a:t>
            </a:r>
          </a:p>
        </p:txBody>
      </p:sp>
    </p:spTree>
    <p:extLst>
      <p:ext uri="{BB962C8B-B14F-4D97-AF65-F5344CB8AC3E}">
        <p14:creationId xmlns:p14="http://schemas.microsoft.com/office/powerpoint/2010/main" val="23037225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type="title"/>
          </p:nvPr>
        </p:nvSpPr>
        <p:spPr>
          <a:xfrm>
            <a:off x="2028825" y="0"/>
            <a:ext cx="7042150" cy="1143000"/>
          </a:xfrm>
        </p:spPr>
        <p:txBody>
          <a:bodyPr/>
          <a:lstStyle/>
          <a:p>
            <a:pPr eaLnBrk="1" hangingPunct="1"/>
            <a:r>
              <a:rPr lang="en-GB" altLang="en-US" sz="3200"/>
              <a:t>Deadlock analysis – Case Study (Printer-Scanner Problem)</a:t>
            </a:r>
          </a:p>
        </p:txBody>
      </p:sp>
      <p:sp>
        <p:nvSpPr>
          <p:cNvPr id="34819" name="Rectangle 4"/>
          <p:cNvSpPr>
            <a:spLocks noChangeArrowheads="1"/>
          </p:cNvSpPr>
          <p:nvPr/>
        </p:nvSpPr>
        <p:spPr bwMode="auto">
          <a:xfrm>
            <a:off x="2297113" y="3246438"/>
            <a:ext cx="7770812" cy="330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34820" name="Text Box 5"/>
          <p:cNvSpPr txBox="1">
            <a:spLocks noChangeArrowheads="1"/>
          </p:cNvSpPr>
          <p:nvPr/>
        </p:nvSpPr>
        <p:spPr bwMode="auto">
          <a:xfrm>
            <a:off x="2095500" y="1982788"/>
            <a:ext cx="8091488"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
                <a:srgbClr val="CC3300"/>
              </a:buClr>
              <a:buFont typeface="Symbol" panose="05050102010706020507" pitchFamily="18" charset="2"/>
              <a:buNone/>
            </a:pPr>
            <a:r>
              <a:rPr lang="en-GB" altLang="en-US" sz="2400">
                <a:latin typeface="Comic Sans MS" panose="030F0702030302020204" pitchFamily="66" charset="0"/>
              </a:rPr>
              <a:t>Case Study:</a:t>
            </a:r>
          </a:p>
          <a:p>
            <a:pPr>
              <a:spcBef>
                <a:spcPct val="50000"/>
              </a:spcBef>
              <a:buClr>
                <a:srgbClr val="CC3300"/>
              </a:buClr>
              <a:buFont typeface="Symbol" panose="05050102010706020507" pitchFamily="18" charset="2"/>
              <a:buNone/>
            </a:pPr>
            <a:r>
              <a:rPr lang="en-GB" altLang="en-US" sz="2400">
                <a:latin typeface="Comic Sans MS" panose="030F0702030302020204" pitchFamily="66" charset="0"/>
              </a:rPr>
              <a:t>Two processes, P and Q, perform the same task, that of scanning a document and printing it by using a shared printer and shared scanner. Each process acquires both the printer and the scanner, performs the scanning and printing and then releases the scanner and printer resources.</a:t>
            </a:r>
          </a:p>
        </p:txBody>
      </p:sp>
      <p:sp>
        <p:nvSpPr>
          <p:cNvPr id="34821" name="Rectangle 6"/>
          <p:cNvSpPr>
            <a:spLocks noChangeArrowheads="1"/>
          </p:cNvSpPr>
          <p:nvPr/>
        </p:nvSpPr>
        <p:spPr bwMode="auto">
          <a:xfrm>
            <a:off x="5141913" y="3309939"/>
            <a:ext cx="1587500"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Tree>
    <p:extLst>
      <p:ext uri="{BB962C8B-B14F-4D97-AF65-F5344CB8AC3E}">
        <p14:creationId xmlns:p14="http://schemas.microsoft.com/office/powerpoint/2010/main" val="19049976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2028825" y="0"/>
            <a:ext cx="7042150" cy="1143000"/>
          </a:xfrm>
        </p:spPr>
        <p:txBody>
          <a:bodyPr/>
          <a:lstStyle/>
          <a:p>
            <a:pPr eaLnBrk="1" hangingPunct="1"/>
            <a:r>
              <a:rPr lang="en-GB" altLang="en-US" b="1"/>
              <a:t>Deadlock analysis – Case Study</a:t>
            </a:r>
          </a:p>
        </p:txBody>
      </p:sp>
      <p:sp>
        <p:nvSpPr>
          <p:cNvPr id="36867" name="Rectangle 3"/>
          <p:cNvSpPr>
            <a:spLocks noChangeArrowheads="1"/>
          </p:cNvSpPr>
          <p:nvPr/>
        </p:nvSpPr>
        <p:spPr bwMode="auto">
          <a:xfrm>
            <a:off x="2297113" y="3246438"/>
            <a:ext cx="7770812" cy="330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36868" name="Text Box 4"/>
          <p:cNvSpPr txBox="1">
            <a:spLocks noChangeArrowheads="1"/>
          </p:cNvSpPr>
          <p:nvPr/>
        </p:nvSpPr>
        <p:spPr bwMode="auto">
          <a:xfrm>
            <a:off x="2095501" y="1982789"/>
            <a:ext cx="802481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
                <a:srgbClr val="CC3300"/>
              </a:buClr>
              <a:buFont typeface="Symbol" panose="05050102010706020507" pitchFamily="18" charset="2"/>
              <a:buNone/>
            </a:pPr>
            <a:r>
              <a:rPr lang="en-GB" altLang="en-US" sz="2400">
                <a:latin typeface="Comic Sans MS" panose="030F0702030302020204" pitchFamily="66" charset="0"/>
              </a:rPr>
              <a:t>P acquires the printer first and Q acquires the scanner first. The system satisfies the four necessary conditions for deadlock.</a:t>
            </a:r>
          </a:p>
        </p:txBody>
      </p:sp>
      <p:sp>
        <p:nvSpPr>
          <p:cNvPr id="493573" name="Rectangle 5"/>
          <p:cNvSpPr>
            <a:spLocks noChangeArrowheads="1"/>
          </p:cNvSpPr>
          <p:nvPr/>
        </p:nvSpPr>
        <p:spPr bwMode="auto">
          <a:xfrm>
            <a:off x="5907089" y="3608388"/>
            <a:ext cx="4237037"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9400" indent="-2794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pPr>
            <a:r>
              <a:rPr lang="en-US" altLang="en-US" sz="2400"/>
              <a:t>Serially reusable resources</a:t>
            </a:r>
          </a:p>
          <a:p>
            <a:pPr eaLnBrk="1" hangingPunct="1">
              <a:spcBef>
                <a:spcPct val="0"/>
              </a:spcBef>
            </a:pPr>
            <a:r>
              <a:rPr lang="en-US" altLang="en-US" sz="2400"/>
              <a:t>Incremental acquisition</a:t>
            </a:r>
          </a:p>
          <a:p>
            <a:pPr eaLnBrk="1" hangingPunct="1">
              <a:spcBef>
                <a:spcPct val="0"/>
              </a:spcBef>
            </a:pPr>
            <a:r>
              <a:rPr lang="en-US" altLang="en-US" sz="2400"/>
              <a:t>No preemption</a:t>
            </a:r>
          </a:p>
          <a:p>
            <a:pPr eaLnBrk="1" hangingPunct="1">
              <a:spcBef>
                <a:spcPct val="0"/>
              </a:spcBef>
            </a:pPr>
            <a:r>
              <a:rPr lang="en-US" altLang="en-US" sz="2400"/>
              <a:t>Wait-for cycle</a:t>
            </a:r>
          </a:p>
        </p:txBody>
      </p:sp>
      <p:sp>
        <p:nvSpPr>
          <p:cNvPr id="493574" name="WordArt 6"/>
          <p:cNvSpPr>
            <a:spLocks noChangeArrowheads="1" noChangeShapeType="1" noTextEdit="1"/>
          </p:cNvSpPr>
          <p:nvPr/>
        </p:nvSpPr>
        <p:spPr bwMode="auto">
          <a:xfrm>
            <a:off x="2790825" y="4014788"/>
            <a:ext cx="1962150" cy="5715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gradFill rotWithShape="1">
                  <a:gsLst>
                    <a:gs pos="0">
                      <a:srgbClr val="FFFF00"/>
                    </a:gs>
                    <a:gs pos="100000">
                      <a:srgbClr val="FF9933"/>
                    </a:gs>
                  </a:gsLst>
                  <a:path path="rect">
                    <a:fillToRect l="50000" t="50000" r="50000" b="50000"/>
                  </a:path>
                </a:gradFill>
                <a:effectLst>
                  <a:outerShdw dist="35921" dir="2700000" algn="ctr" rotWithShape="0">
                    <a:srgbClr val="C0C0C0">
                      <a:alpha val="79999"/>
                    </a:srgbClr>
                  </a:outerShdw>
                </a:effectLst>
                <a:latin typeface="Impact" panose="020B0806030902050204" pitchFamily="34" charset="0"/>
              </a:rPr>
              <a:t>Why?</a:t>
            </a:r>
          </a:p>
        </p:txBody>
      </p:sp>
    </p:spTree>
    <p:extLst>
      <p:ext uri="{BB962C8B-B14F-4D97-AF65-F5344CB8AC3E}">
        <p14:creationId xmlns:p14="http://schemas.microsoft.com/office/powerpoint/2010/main" val="25864576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493574"/>
                                        </p:tgtEl>
                                        <p:attrNameLst>
                                          <p:attrName>style.visibility</p:attrName>
                                        </p:attrNameLst>
                                      </p:cBhvr>
                                      <p:to>
                                        <p:strVal val="visible"/>
                                      </p:to>
                                    </p:set>
                                    <p:anim calcmode="lin" valueType="num">
                                      <p:cBhvr additive="base">
                                        <p:cTn id="7" dur="500" fill="hold"/>
                                        <p:tgtEl>
                                          <p:spTgt spid="493574"/>
                                        </p:tgtEl>
                                        <p:attrNameLst>
                                          <p:attrName>ppt_x</p:attrName>
                                        </p:attrNameLst>
                                      </p:cBhvr>
                                      <p:tavLst>
                                        <p:tav tm="0">
                                          <p:val>
                                            <p:strVal val="#ppt_x"/>
                                          </p:val>
                                        </p:tav>
                                        <p:tav tm="100000">
                                          <p:val>
                                            <p:strVal val="#ppt_x"/>
                                          </p:val>
                                        </p:tav>
                                      </p:tavLst>
                                    </p:anim>
                                    <p:anim calcmode="lin" valueType="num">
                                      <p:cBhvr additive="base">
                                        <p:cTn id="8" dur="500" fill="hold"/>
                                        <p:tgtEl>
                                          <p:spTgt spid="49357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493573"/>
                                        </p:tgtEl>
                                        <p:attrNameLst>
                                          <p:attrName>style.visibility</p:attrName>
                                        </p:attrNameLst>
                                      </p:cBhvr>
                                      <p:to>
                                        <p:strVal val="visible"/>
                                      </p:to>
                                    </p:set>
                                    <p:animEffect transition="in" filter="fade">
                                      <p:cBhvr>
                                        <p:cTn id="13" dur="500"/>
                                        <p:tgtEl>
                                          <p:spTgt spid="493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357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2046288" y="1"/>
            <a:ext cx="7042150" cy="639763"/>
          </a:xfrm>
        </p:spPr>
        <p:txBody>
          <a:bodyPr/>
          <a:lstStyle/>
          <a:p>
            <a:pPr eaLnBrk="1" hangingPunct="1"/>
            <a:r>
              <a:rPr lang="en-GB" altLang="en-US" b="1"/>
              <a:t>Dining Philosophers Problem</a:t>
            </a:r>
          </a:p>
        </p:txBody>
      </p:sp>
      <p:sp>
        <p:nvSpPr>
          <p:cNvPr id="451587" name="Rectangle 3"/>
          <p:cNvSpPr>
            <a:spLocks noChangeArrowheads="1"/>
          </p:cNvSpPr>
          <p:nvPr/>
        </p:nvSpPr>
        <p:spPr bwMode="auto">
          <a:xfrm>
            <a:off x="1839913" y="1035050"/>
            <a:ext cx="4710112" cy="3047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a:latin typeface="Comic Sans MS" panose="030F0702030302020204" pitchFamily="66" charset="0"/>
              </a:rPr>
              <a:t>Five philosophers sit around a circular table. Each philosopher spends his life alternately </a:t>
            </a:r>
            <a:r>
              <a:rPr lang="en-GB" altLang="en-US" sz="2400">
                <a:solidFill>
                  <a:srgbClr val="CC0000"/>
                </a:solidFill>
                <a:latin typeface="Comic Sans MS" panose="030F0702030302020204" pitchFamily="66" charset="0"/>
              </a:rPr>
              <a:t>thinking</a:t>
            </a:r>
            <a:r>
              <a:rPr lang="en-GB" altLang="en-US" sz="2400">
                <a:latin typeface="Comic Sans MS" panose="030F0702030302020204" pitchFamily="66" charset="0"/>
              </a:rPr>
              <a:t> and </a:t>
            </a:r>
            <a:r>
              <a:rPr lang="en-GB" altLang="en-US" sz="2400">
                <a:solidFill>
                  <a:srgbClr val="CC0000"/>
                </a:solidFill>
                <a:latin typeface="Comic Sans MS" panose="030F0702030302020204" pitchFamily="66" charset="0"/>
              </a:rPr>
              <a:t>eating</a:t>
            </a:r>
            <a:r>
              <a:rPr lang="en-GB" altLang="en-US" sz="2400">
                <a:latin typeface="Comic Sans MS" panose="030F0702030302020204" pitchFamily="66" charset="0"/>
              </a:rPr>
              <a:t>. In the centre of the table is a large bowl of spaghetti. A philosopher needs two forks to eat a helping of spaghetti. </a:t>
            </a:r>
          </a:p>
        </p:txBody>
      </p:sp>
      <p:grpSp>
        <p:nvGrpSpPr>
          <p:cNvPr id="38916" name="Group 4"/>
          <p:cNvGrpSpPr>
            <a:grpSpLocks/>
          </p:cNvGrpSpPr>
          <p:nvPr/>
        </p:nvGrpSpPr>
        <p:grpSpPr bwMode="auto">
          <a:xfrm>
            <a:off x="6454776" y="1409701"/>
            <a:ext cx="3800475" cy="3736975"/>
            <a:chOff x="3068" y="1124"/>
            <a:chExt cx="2594" cy="2354"/>
          </a:xfrm>
        </p:grpSpPr>
        <p:pic>
          <p:nvPicPr>
            <p:cNvPr id="38919" name="Picture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8" y="1124"/>
              <a:ext cx="2594" cy="2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0" name="Rectangle 6"/>
            <p:cNvSpPr>
              <a:spLocks noChangeArrowheads="1"/>
            </p:cNvSpPr>
            <p:nvPr/>
          </p:nvSpPr>
          <p:spPr bwMode="auto">
            <a:xfrm>
              <a:off x="4261" y="3091"/>
              <a:ext cx="2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000" b="1"/>
                <a:t>0</a:t>
              </a:r>
            </a:p>
          </p:txBody>
        </p:sp>
        <p:sp>
          <p:nvSpPr>
            <p:cNvPr id="38921" name="Rectangle 7"/>
            <p:cNvSpPr>
              <a:spLocks noChangeArrowheads="1"/>
            </p:cNvSpPr>
            <p:nvPr/>
          </p:nvSpPr>
          <p:spPr bwMode="auto">
            <a:xfrm>
              <a:off x="5221" y="2515"/>
              <a:ext cx="2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000" b="1"/>
                <a:t>1</a:t>
              </a:r>
            </a:p>
          </p:txBody>
        </p:sp>
        <p:sp>
          <p:nvSpPr>
            <p:cNvPr id="38922" name="Rectangle 8"/>
            <p:cNvSpPr>
              <a:spLocks noChangeArrowheads="1"/>
            </p:cNvSpPr>
            <p:nvPr/>
          </p:nvSpPr>
          <p:spPr bwMode="auto">
            <a:xfrm>
              <a:off x="4981" y="1411"/>
              <a:ext cx="2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000" b="1"/>
                <a:t>2</a:t>
              </a:r>
            </a:p>
          </p:txBody>
        </p:sp>
        <p:sp>
          <p:nvSpPr>
            <p:cNvPr id="38923" name="Rectangle 9"/>
            <p:cNvSpPr>
              <a:spLocks noChangeArrowheads="1"/>
            </p:cNvSpPr>
            <p:nvPr/>
          </p:nvSpPr>
          <p:spPr bwMode="auto">
            <a:xfrm>
              <a:off x="3685" y="1411"/>
              <a:ext cx="2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000" b="1"/>
                <a:t>3</a:t>
              </a:r>
            </a:p>
          </p:txBody>
        </p:sp>
        <p:sp>
          <p:nvSpPr>
            <p:cNvPr id="38924" name="Rectangle 10"/>
            <p:cNvSpPr>
              <a:spLocks noChangeArrowheads="1"/>
            </p:cNvSpPr>
            <p:nvPr/>
          </p:nvSpPr>
          <p:spPr bwMode="auto">
            <a:xfrm>
              <a:off x="3349" y="2467"/>
              <a:ext cx="2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000" b="1"/>
                <a:t>4</a:t>
              </a:r>
            </a:p>
          </p:txBody>
        </p:sp>
        <p:sp>
          <p:nvSpPr>
            <p:cNvPr id="38925" name="Rectangle 11"/>
            <p:cNvSpPr>
              <a:spLocks noChangeArrowheads="1"/>
            </p:cNvSpPr>
            <p:nvPr/>
          </p:nvSpPr>
          <p:spPr bwMode="auto">
            <a:xfrm>
              <a:off x="4708" y="2711"/>
              <a:ext cx="19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1400" b="1"/>
                <a:t>0</a:t>
              </a:r>
            </a:p>
          </p:txBody>
        </p:sp>
        <p:sp>
          <p:nvSpPr>
            <p:cNvPr id="38926" name="Rectangle 12"/>
            <p:cNvSpPr>
              <a:spLocks noChangeArrowheads="1"/>
            </p:cNvSpPr>
            <p:nvPr/>
          </p:nvSpPr>
          <p:spPr bwMode="auto">
            <a:xfrm>
              <a:off x="4984" y="1975"/>
              <a:ext cx="19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1400" b="1"/>
                <a:t>1</a:t>
              </a:r>
            </a:p>
          </p:txBody>
        </p:sp>
        <p:sp>
          <p:nvSpPr>
            <p:cNvPr id="38927" name="Rectangle 13"/>
            <p:cNvSpPr>
              <a:spLocks noChangeArrowheads="1"/>
            </p:cNvSpPr>
            <p:nvPr/>
          </p:nvSpPr>
          <p:spPr bwMode="auto">
            <a:xfrm>
              <a:off x="4382" y="1553"/>
              <a:ext cx="19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1400" b="1"/>
                <a:t>2</a:t>
              </a:r>
            </a:p>
          </p:txBody>
        </p:sp>
        <p:sp>
          <p:nvSpPr>
            <p:cNvPr id="38928" name="Rectangle 14"/>
            <p:cNvSpPr>
              <a:spLocks noChangeArrowheads="1"/>
            </p:cNvSpPr>
            <p:nvPr/>
          </p:nvSpPr>
          <p:spPr bwMode="auto">
            <a:xfrm>
              <a:off x="3660" y="2009"/>
              <a:ext cx="19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1400" b="1"/>
                <a:t>3</a:t>
              </a:r>
            </a:p>
          </p:txBody>
        </p:sp>
        <p:sp>
          <p:nvSpPr>
            <p:cNvPr id="38929" name="Rectangle 15"/>
            <p:cNvSpPr>
              <a:spLocks noChangeArrowheads="1"/>
            </p:cNvSpPr>
            <p:nvPr/>
          </p:nvSpPr>
          <p:spPr bwMode="auto">
            <a:xfrm>
              <a:off x="3891" y="2683"/>
              <a:ext cx="19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1400" b="1"/>
                <a:t>4</a:t>
              </a:r>
            </a:p>
          </p:txBody>
        </p:sp>
      </p:grpSp>
      <p:sp>
        <p:nvSpPr>
          <p:cNvPr id="451600" name="Rectangle 16"/>
          <p:cNvSpPr>
            <a:spLocks noChangeArrowheads="1"/>
          </p:cNvSpPr>
          <p:nvPr/>
        </p:nvSpPr>
        <p:spPr bwMode="auto">
          <a:xfrm>
            <a:off x="1839913" y="4278313"/>
            <a:ext cx="541655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a:latin typeface="Comic Sans MS" panose="030F0702030302020204" pitchFamily="66" charset="0"/>
              </a:rPr>
              <a:t>One fork is placed between each </a:t>
            </a:r>
          </a:p>
          <a:p>
            <a:pPr>
              <a:spcBef>
                <a:spcPct val="0"/>
              </a:spcBef>
              <a:buFontTx/>
              <a:buNone/>
            </a:pPr>
            <a:r>
              <a:rPr lang="en-GB" altLang="en-US" sz="2400">
                <a:latin typeface="Comic Sans MS" panose="030F0702030302020204" pitchFamily="66" charset="0"/>
              </a:rPr>
              <a:t>pair of philosophers and they agree that each will only use the fork to his immediate right and left.</a:t>
            </a:r>
          </a:p>
        </p:txBody>
      </p:sp>
      <p:sp>
        <p:nvSpPr>
          <p:cNvPr id="38918" name="Rectangle 17"/>
          <p:cNvSpPr>
            <a:spLocks noChangeArrowheads="1"/>
          </p:cNvSpPr>
          <p:nvPr/>
        </p:nvSpPr>
        <p:spPr bwMode="auto">
          <a:xfrm>
            <a:off x="1898650" y="5907089"/>
            <a:ext cx="86185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000">
                <a:hlinkClick r:id="rId4"/>
              </a:rPr>
              <a:t>http://wwwhomes.doc.ic.ac.uk/~jnm/book/book_applets/concurrency.html</a:t>
            </a:r>
            <a:endParaRPr lang="en-US" altLang="en-US" sz="2000"/>
          </a:p>
          <a:p>
            <a:pPr eaLnBrk="1" hangingPunct="1">
              <a:spcBef>
                <a:spcPct val="0"/>
              </a:spcBef>
              <a:buFontTx/>
              <a:buNone/>
            </a:pPr>
            <a:endParaRPr lang="en-US" altLang="en-US" sz="2000"/>
          </a:p>
        </p:txBody>
      </p:sp>
    </p:spTree>
    <p:extLst>
      <p:ext uri="{BB962C8B-B14F-4D97-AF65-F5344CB8AC3E}">
        <p14:creationId xmlns:p14="http://schemas.microsoft.com/office/powerpoint/2010/main" val="33497402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51587"/>
                                        </p:tgtEl>
                                        <p:attrNameLst>
                                          <p:attrName>style.visibility</p:attrName>
                                        </p:attrNameLst>
                                      </p:cBhvr>
                                      <p:to>
                                        <p:strVal val="visible"/>
                                      </p:to>
                                    </p:set>
                                    <p:animEffect transition="in" filter="checkerboard(across)">
                                      <p:cBhvr>
                                        <p:cTn id="7" dur="500"/>
                                        <p:tgtEl>
                                          <p:spTgt spid="4515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1600"/>
                                        </p:tgtEl>
                                        <p:attrNameLst>
                                          <p:attrName>style.visibility</p:attrName>
                                        </p:attrNameLst>
                                      </p:cBhvr>
                                      <p:to>
                                        <p:strVal val="visible"/>
                                      </p:to>
                                    </p:set>
                                    <p:animEffect transition="in" filter="wipe(left)">
                                      <p:cBhvr>
                                        <p:cTn id="12" dur="500"/>
                                        <p:tgtEl>
                                          <p:spTgt spid="4516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587" grpId="0"/>
      <p:bldP spid="451600"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4"/>
          <p:cNvSpPr txBox="1">
            <a:spLocks noChangeArrowheads="1"/>
          </p:cNvSpPr>
          <p:nvPr/>
        </p:nvSpPr>
        <p:spPr bwMode="auto">
          <a:xfrm>
            <a:off x="2693988" y="2379664"/>
            <a:ext cx="5973762"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FontTx/>
              <a:buNone/>
            </a:pPr>
            <a:r>
              <a:rPr lang="en-GB" altLang="en-US" sz="2800">
                <a:latin typeface="Comic Sans MS" panose="030F0702030302020204" pitchFamily="66" charset="0"/>
              </a:rPr>
              <a:t>The Dining Philosophers system can now be described by the composition of five fork processes and five philosopher processes </a:t>
            </a:r>
          </a:p>
        </p:txBody>
      </p:sp>
    </p:spTree>
    <p:extLst>
      <p:ext uri="{BB962C8B-B14F-4D97-AF65-F5344CB8AC3E}">
        <p14:creationId xmlns:p14="http://schemas.microsoft.com/office/powerpoint/2010/main" val="16720275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2009775" y="0"/>
            <a:ext cx="7042150" cy="1143000"/>
          </a:xfrm>
        </p:spPr>
        <p:txBody>
          <a:bodyPr/>
          <a:lstStyle/>
          <a:p>
            <a:pPr eaLnBrk="1" hangingPunct="1"/>
            <a:r>
              <a:rPr lang="en-GB" altLang="en-US" b="1"/>
              <a:t>Dining Philosophers - model analysis</a:t>
            </a:r>
          </a:p>
        </p:txBody>
      </p:sp>
      <p:sp>
        <p:nvSpPr>
          <p:cNvPr id="457733" name="Text Box 5"/>
          <p:cNvSpPr txBox="1">
            <a:spLocks noChangeArrowheads="1"/>
          </p:cNvSpPr>
          <p:nvPr/>
        </p:nvSpPr>
        <p:spPr bwMode="auto">
          <a:xfrm>
            <a:off x="6316664" y="1471614"/>
            <a:ext cx="3938587"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a:latin typeface="Comic Sans MS" panose="030F0702030302020204" pitchFamily="66" charset="0"/>
              </a:rPr>
              <a:t>This is the situation where all the philosophers become hungry at the same time, sit down at the table and each philosopher picks up the fork to his </a:t>
            </a:r>
            <a:r>
              <a:rPr lang="en-GB" altLang="en-US" sz="2400">
                <a:solidFill>
                  <a:srgbClr val="CC0000"/>
                </a:solidFill>
                <a:latin typeface="Comic Sans MS" panose="030F0702030302020204" pitchFamily="66" charset="0"/>
              </a:rPr>
              <a:t>right</a:t>
            </a:r>
            <a:r>
              <a:rPr lang="en-GB" altLang="en-US" sz="2400">
                <a:latin typeface="Comic Sans MS" panose="030F0702030302020204" pitchFamily="66" charset="0"/>
              </a:rPr>
              <a:t>. </a:t>
            </a:r>
          </a:p>
          <a:p>
            <a:pPr>
              <a:spcBef>
                <a:spcPct val="50000"/>
              </a:spcBef>
              <a:buFontTx/>
              <a:buNone/>
            </a:pPr>
            <a:r>
              <a:rPr lang="en-GB" altLang="en-US" sz="2400">
                <a:latin typeface="Comic Sans MS" panose="030F0702030302020204" pitchFamily="66" charset="0"/>
              </a:rPr>
              <a:t>The system can make no further progress since each philosopher is waiting for a fork held by his neighbor i.e. a </a:t>
            </a:r>
            <a:r>
              <a:rPr lang="en-GB" altLang="en-US" sz="2400" b="1" i="1">
                <a:solidFill>
                  <a:srgbClr val="CC0000"/>
                </a:solidFill>
                <a:latin typeface="Comic Sans MS" panose="030F0702030302020204" pitchFamily="66" charset="0"/>
              </a:rPr>
              <a:t>wait-for cycle</a:t>
            </a:r>
            <a:r>
              <a:rPr lang="en-GB" altLang="en-US" sz="2400">
                <a:latin typeface="Comic Sans MS" panose="030F0702030302020204" pitchFamily="66" charset="0"/>
              </a:rPr>
              <a:t> exists!</a:t>
            </a:r>
          </a:p>
        </p:txBody>
      </p:sp>
      <p:pic>
        <p:nvPicPr>
          <p:cNvPr id="430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5050" y="1589088"/>
            <a:ext cx="3009900" cy="3238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395434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57733">
                                            <p:txEl>
                                              <p:pRg st="1" end="1"/>
                                            </p:txEl>
                                          </p:spTgt>
                                        </p:tgtEl>
                                        <p:attrNameLst>
                                          <p:attrName>style.visibility</p:attrName>
                                        </p:attrNameLst>
                                      </p:cBhvr>
                                      <p:to>
                                        <p:strVal val="visible"/>
                                      </p:to>
                                    </p:set>
                                    <p:animEffect transition="in" filter="checkerboard(across)">
                                      <p:cBhvr>
                                        <p:cTn id="7" dur="500"/>
                                        <p:tgtEl>
                                          <p:spTgt spid="45773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992313" y="0"/>
            <a:ext cx="7042150" cy="1143000"/>
          </a:xfrm>
        </p:spPr>
        <p:txBody>
          <a:bodyPr/>
          <a:lstStyle/>
          <a:p>
            <a:pPr eaLnBrk="1" hangingPunct="1"/>
            <a:r>
              <a:rPr lang="en-GB" altLang="en-US" b="1"/>
              <a:t>Dining Philosophers</a:t>
            </a:r>
          </a:p>
        </p:txBody>
      </p:sp>
      <p:sp>
        <p:nvSpPr>
          <p:cNvPr id="45059" name="Text Box 3"/>
          <p:cNvSpPr txBox="1">
            <a:spLocks noChangeArrowheads="1"/>
          </p:cNvSpPr>
          <p:nvPr/>
        </p:nvSpPr>
        <p:spPr bwMode="auto">
          <a:xfrm>
            <a:off x="1803400" y="1676400"/>
            <a:ext cx="3378200"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a:latin typeface="Comic Sans MS" panose="030F0702030302020204" pitchFamily="66" charset="0"/>
              </a:rPr>
              <a:t>Deadlock is easily detected in our </a:t>
            </a:r>
            <a:r>
              <a:rPr lang="en-GB" altLang="en-US" sz="2400">
                <a:solidFill>
                  <a:schemeClr val="accent2"/>
                </a:solidFill>
                <a:latin typeface="Comic Sans MS" panose="030F0702030302020204" pitchFamily="66" charset="0"/>
              </a:rPr>
              <a:t>model</a:t>
            </a:r>
            <a:r>
              <a:rPr lang="en-GB" altLang="en-US" sz="2400">
                <a:latin typeface="Comic Sans MS" panose="030F0702030302020204" pitchFamily="66" charset="0"/>
              </a:rPr>
              <a:t>. </a:t>
            </a:r>
          </a:p>
          <a:p>
            <a:pPr>
              <a:spcBef>
                <a:spcPct val="50000"/>
              </a:spcBef>
              <a:buFontTx/>
              <a:buNone/>
            </a:pPr>
            <a:r>
              <a:rPr lang="en-GB" altLang="en-US" sz="2400" i="1">
                <a:latin typeface="Comic Sans MS" panose="030F0702030302020204" pitchFamily="66" charset="0"/>
              </a:rPr>
              <a:t>How easy is it to detect a potential deadlock in an </a:t>
            </a:r>
            <a:r>
              <a:rPr lang="en-GB" altLang="en-US" sz="2400" i="1">
                <a:solidFill>
                  <a:schemeClr val="accent2"/>
                </a:solidFill>
                <a:latin typeface="Comic Sans MS" panose="030F0702030302020204" pitchFamily="66" charset="0"/>
              </a:rPr>
              <a:t>implementation – i.e. in your CCP assignment</a:t>
            </a:r>
            <a:r>
              <a:rPr lang="en-GB" altLang="en-US" sz="2400" i="1">
                <a:latin typeface="Comic Sans MS" panose="030F0702030302020204" pitchFamily="66" charset="0"/>
              </a:rPr>
              <a:t>?</a:t>
            </a:r>
          </a:p>
        </p:txBody>
      </p:sp>
      <p:pic>
        <p:nvPicPr>
          <p:cNvPr id="45060" name="Picture 4"/>
          <p:cNvPicPr>
            <a:picLocks noChangeAspect="1" noChangeArrowheads="1"/>
          </p:cNvPicPr>
          <p:nvPr/>
        </p:nvPicPr>
        <p:blipFill>
          <a:blip r:embed="rId3">
            <a:extLst>
              <a:ext uri="{28A0092B-C50C-407E-A947-70E740481C1C}">
                <a14:useLocalDpi xmlns:a14="http://schemas.microsoft.com/office/drawing/2010/main" val="0"/>
              </a:ext>
            </a:extLst>
          </a:blip>
          <a:srcRect l="23328" t="44484" r="25859" b="19691"/>
          <a:stretch>
            <a:fillRect/>
          </a:stretch>
        </p:blipFill>
        <p:spPr bwMode="auto">
          <a:xfrm>
            <a:off x="5934076" y="1268413"/>
            <a:ext cx="3959225"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12713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type="title"/>
          </p:nvPr>
        </p:nvSpPr>
        <p:spPr>
          <a:xfrm>
            <a:off x="2047875" y="0"/>
            <a:ext cx="7042150" cy="1143000"/>
          </a:xfrm>
        </p:spPr>
        <p:txBody>
          <a:bodyPr/>
          <a:lstStyle/>
          <a:p>
            <a:pPr eaLnBrk="1" hangingPunct="1"/>
            <a:r>
              <a:rPr lang="en-GB" altLang="en-US"/>
              <a:t>Dining Philosophers - implementation in Java</a:t>
            </a:r>
          </a:p>
        </p:txBody>
      </p:sp>
      <p:sp>
        <p:nvSpPr>
          <p:cNvPr id="47107" name="Text Box 4"/>
          <p:cNvSpPr txBox="1">
            <a:spLocks noChangeArrowheads="1"/>
          </p:cNvSpPr>
          <p:nvPr/>
        </p:nvSpPr>
        <p:spPr bwMode="auto">
          <a:xfrm>
            <a:off x="2297114" y="1447801"/>
            <a:ext cx="2181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endParaRPr lang="en-US" altLang="en-US" sz="2000">
              <a:latin typeface="Courier New" panose="02070309020205020404" pitchFamily="49" charset="0"/>
            </a:endParaRPr>
          </a:p>
        </p:txBody>
      </p:sp>
      <p:sp>
        <p:nvSpPr>
          <p:cNvPr id="501765" name="Text Box 5" descr="50%"/>
          <p:cNvSpPr txBox="1">
            <a:spLocks noChangeArrowheads="1"/>
          </p:cNvSpPr>
          <p:nvPr/>
        </p:nvSpPr>
        <p:spPr bwMode="auto">
          <a:xfrm>
            <a:off x="1870076" y="1778001"/>
            <a:ext cx="8074025" cy="3756025"/>
          </a:xfrm>
          <a:prstGeom prst="rect">
            <a:avLst/>
          </a:prstGeom>
          <a:blipFill dpi="0" rotWithShape="0">
            <a:blip r:embed="rId3"/>
            <a:srcRect/>
            <a:tile tx="0" ty="0" sx="100000" sy="100000" flip="none" algn="tl"/>
          </a:blipFill>
          <a:ln w="12700">
            <a:solidFill>
              <a:schemeClr val="tx1"/>
            </a:solidFill>
            <a:miter lim="800000"/>
            <a:headEnd/>
            <a:tailEnd/>
          </a:ln>
        </p:spPr>
        <p:txBody>
          <a:bodyPr>
            <a:spAutoFit/>
          </a:bodyPr>
          <a:lstStyle>
            <a:lvl1pPr marL="342900" indent="-342900"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
                <a:srgbClr val="CC3300"/>
              </a:buClr>
              <a:buFont typeface="Symbol" panose="05050102010706020507" pitchFamily="18" charset="2"/>
              <a:buChar char="¨"/>
            </a:pPr>
            <a:r>
              <a:rPr lang="en-GB" altLang="en-US" sz="2400" b="1">
                <a:latin typeface="Times New Roman" panose="02020603050405020304" pitchFamily="18" charset="0"/>
              </a:rPr>
              <a:t>While deadlock can be easily detected in a model, it is not so apparent in the running program which corresponds to that model.</a:t>
            </a:r>
          </a:p>
          <a:p>
            <a:pPr>
              <a:spcBef>
                <a:spcPct val="50000"/>
              </a:spcBef>
              <a:buClr>
                <a:srgbClr val="CC3300"/>
              </a:buClr>
              <a:buFont typeface="Symbol" panose="05050102010706020507" pitchFamily="18" charset="2"/>
              <a:buChar char="¨"/>
            </a:pPr>
            <a:r>
              <a:rPr lang="en-GB" altLang="en-US" sz="2400" b="1">
                <a:latin typeface="Times New Roman" panose="02020603050405020304" pitchFamily="18" charset="0"/>
              </a:rPr>
              <a:t>In translating the Dining Philosophers model into an implementation, we must consider which processes in the model will be represented by passive objects (monitors) and which by active objects (threads).</a:t>
            </a:r>
          </a:p>
          <a:p>
            <a:pPr>
              <a:spcBef>
                <a:spcPct val="50000"/>
              </a:spcBef>
              <a:buClr>
                <a:srgbClr val="CC3300"/>
              </a:buClr>
              <a:buFont typeface="Symbol" panose="05050102010706020507" pitchFamily="18" charset="2"/>
              <a:buChar char="¨"/>
            </a:pPr>
            <a:r>
              <a:rPr lang="en-GB" altLang="en-US" sz="2400" b="1">
                <a:latin typeface="Times New Roman" panose="02020603050405020304" pitchFamily="18" charset="0"/>
              </a:rPr>
              <a:t>Forks are the passive entities and philosophers are the active entities in the system. </a:t>
            </a:r>
          </a:p>
        </p:txBody>
      </p:sp>
    </p:spTree>
    <p:extLst>
      <p:ext uri="{BB962C8B-B14F-4D97-AF65-F5344CB8AC3E}">
        <p14:creationId xmlns:p14="http://schemas.microsoft.com/office/powerpoint/2010/main" val="10614465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501765">
                                            <p:txEl>
                                              <p:pRg st="0" end="0"/>
                                            </p:txEl>
                                          </p:spTgt>
                                        </p:tgtEl>
                                        <p:attrNameLst>
                                          <p:attrName>style.visibility</p:attrName>
                                        </p:attrNameLst>
                                      </p:cBhvr>
                                      <p:to>
                                        <p:strVal val="visible"/>
                                      </p:to>
                                    </p:set>
                                    <p:animEffect transition="in" filter="checkerboard(across)">
                                      <p:cBhvr>
                                        <p:cTn id="7" dur="500"/>
                                        <p:tgtEl>
                                          <p:spTgt spid="50176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501765">
                                            <p:txEl>
                                              <p:pRg st="1" end="1"/>
                                            </p:txEl>
                                          </p:spTgt>
                                        </p:tgtEl>
                                        <p:attrNameLst>
                                          <p:attrName>style.visibility</p:attrName>
                                        </p:attrNameLst>
                                      </p:cBhvr>
                                      <p:to>
                                        <p:strVal val="visible"/>
                                      </p:to>
                                    </p:set>
                                    <p:animEffect transition="in" filter="checkerboard(across)">
                                      <p:cBhvr>
                                        <p:cTn id="12" dur="500"/>
                                        <p:tgtEl>
                                          <p:spTgt spid="50176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501765">
                                            <p:txEl>
                                              <p:pRg st="2" end="2"/>
                                            </p:txEl>
                                          </p:spTgt>
                                        </p:tgtEl>
                                        <p:attrNameLst>
                                          <p:attrName>style.visibility</p:attrName>
                                        </p:attrNameLst>
                                      </p:cBhvr>
                                      <p:to>
                                        <p:strVal val="visible"/>
                                      </p:to>
                                    </p:set>
                                    <p:animEffect transition="in" filter="diamond(in)">
                                      <p:cBhvr>
                                        <p:cTn id="17" dur="2000"/>
                                        <p:tgtEl>
                                          <p:spTgt spid="50176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1524001" y="1350963"/>
            <a:ext cx="6753225" cy="4648200"/>
          </a:xfrm>
          <a:prstGeom prst="rect">
            <a:avLst/>
          </a:prstGeom>
          <a:solidFill>
            <a:schemeClr val="hlink"/>
          </a:solidFill>
          <a:ln w="12700">
            <a:solidFill>
              <a:schemeClr val="tx1"/>
            </a:solidFill>
            <a:miter lim="800000"/>
            <a:headEnd/>
            <a:tailEnd/>
          </a:ln>
          <a:effectLst>
            <a:outerShdw dist="107763" dir="2700000" algn="ctr" rotWithShape="0">
              <a:schemeClr val="folHlink"/>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9155" name="Rectangle 3"/>
          <p:cNvSpPr>
            <a:spLocks noGrp="1" noChangeArrowheads="1"/>
          </p:cNvSpPr>
          <p:nvPr>
            <p:ph type="title"/>
          </p:nvPr>
        </p:nvSpPr>
        <p:spPr>
          <a:xfrm>
            <a:off x="2047875" y="0"/>
            <a:ext cx="7042150" cy="1143000"/>
          </a:xfrm>
        </p:spPr>
        <p:txBody>
          <a:bodyPr/>
          <a:lstStyle/>
          <a:p>
            <a:pPr eaLnBrk="1" hangingPunct="1"/>
            <a:r>
              <a:rPr lang="en-GB" altLang="en-US"/>
              <a:t>Dining Philosophers - implementation in Java</a:t>
            </a:r>
          </a:p>
        </p:txBody>
      </p:sp>
      <p:sp>
        <p:nvSpPr>
          <p:cNvPr id="49156" name="Text Box 4"/>
          <p:cNvSpPr txBox="1">
            <a:spLocks noChangeArrowheads="1"/>
          </p:cNvSpPr>
          <p:nvPr/>
        </p:nvSpPr>
        <p:spPr bwMode="auto">
          <a:xfrm>
            <a:off x="2297114" y="1447801"/>
            <a:ext cx="2181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endParaRPr lang="en-US" altLang="en-US" sz="2000">
              <a:latin typeface="Courier New" panose="02070309020205020404" pitchFamily="49" charset="0"/>
            </a:endParaRPr>
          </a:p>
        </p:txBody>
      </p:sp>
      <p:sp>
        <p:nvSpPr>
          <p:cNvPr id="49157" name="Text Box 5" descr="50%"/>
          <p:cNvSpPr txBox="1">
            <a:spLocks noChangeArrowheads="1"/>
          </p:cNvSpPr>
          <p:nvPr/>
        </p:nvSpPr>
        <p:spPr bwMode="auto">
          <a:xfrm>
            <a:off x="8347076" y="1778001"/>
            <a:ext cx="2320925" cy="3756025"/>
          </a:xfrm>
          <a:prstGeom prst="rect">
            <a:avLst/>
          </a:prstGeom>
          <a:blipFill dpi="0" rotWithShape="0">
            <a:blip r:embed="rId3"/>
            <a:srcRect/>
            <a:tile tx="0" ty="0" sx="100000" sy="100000" flip="none" algn="tl"/>
          </a:blipFill>
          <a:ln w="12700">
            <a:solidFill>
              <a:schemeClr val="tx1"/>
            </a:solidFill>
            <a:miter lim="800000"/>
            <a:headEnd/>
            <a:tailEnd/>
          </a:ln>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
                <a:srgbClr val="CC3300"/>
              </a:buClr>
              <a:buFont typeface="Symbol" panose="05050102010706020507" pitchFamily="18" charset="2"/>
              <a:buChar char="¨"/>
            </a:pPr>
            <a:r>
              <a:rPr lang="en-GB" altLang="en-US" sz="2400" b="1">
                <a:solidFill>
                  <a:schemeClr val="bg1"/>
                </a:solidFill>
                <a:latin typeface="Times New Roman" panose="02020603050405020304" pitchFamily="18" charset="0"/>
              </a:rPr>
              <a:t>philosophers: active entities    - implement as threads</a:t>
            </a:r>
          </a:p>
          <a:p>
            <a:pPr>
              <a:spcBef>
                <a:spcPct val="50000"/>
              </a:spcBef>
              <a:buClr>
                <a:srgbClr val="CC3300"/>
              </a:buClr>
              <a:buFont typeface="Symbol" panose="05050102010706020507" pitchFamily="18" charset="2"/>
              <a:buChar char="¨"/>
            </a:pPr>
            <a:r>
              <a:rPr lang="en-GB" altLang="en-US" sz="2400" b="1">
                <a:solidFill>
                  <a:schemeClr val="bg1"/>
                </a:solidFill>
                <a:latin typeface="Times New Roman" panose="02020603050405020304" pitchFamily="18" charset="0"/>
              </a:rPr>
              <a:t>forks: shared passive entities - implement as monitors</a:t>
            </a:r>
          </a:p>
          <a:p>
            <a:pPr>
              <a:spcBef>
                <a:spcPct val="50000"/>
              </a:spcBef>
              <a:buClr>
                <a:srgbClr val="CC3300"/>
              </a:buClr>
              <a:buFont typeface="Symbol" panose="05050102010706020507" pitchFamily="18" charset="2"/>
              <a:buChar char="¨"/>
            </a:pPr>
            <a:r>
              <a:rPr lang="en-GB" altLang="en-US" sz="2400" b="1">
                <a:solidFill>
                  <a:schemeClr val="bg1"/>
                </a:solidFill>
                <a:latin typeface="Times New Roman" panose="02020603050405020304" pitchFamily="18" charset="0"/>
              </a:rPr>
              <a:t>display</a:t>
            </a:r>
          </a:p>
        </p:txBody>
      </p:sp>
      <p:graphicFrame>
        <p:nvGraphicFramePr>
          <p:cNvPr id="49158" name="Object 6"/>
          <p:cNvGraphicFramePr>
            <a:graphicFrameLocks noChangeAspect="1"/>
          </p:cNvGraphicFramePr>
          <p:nvPr/>
        </p:nvGraphicFramePr>
        <p:xfrm>
          <a:off x="1524001" y="1409700"/>
          <a:ext cx="6892925" cy="4489450"/>
        </p:xfrm>
        <a:graphic>
          <a:graphicData uri="http://schemas.openxmlformats.org/presentationml/2006/ole">
            <mc:AlternateContent xmlns:mc="http://schemas.openxmlformats.org/markup-compatibility/2006">
              <mc:Choice xmlns:v="urn:schemas-microsoft-com:vml" Requires="v">
                <p:oleObj name="Drawing" r:id="rId4" imgW="3801014" imgH="2286450" progId="MSDraw.Drawing.8">
                  <p:embed/>
                </p:oleObj>
              </mc:Choice>
              <mc:Fallback>
                <p:oleObj name="Drawing" r:id="rId4" imgW="3801014" imgH="2286450" progId="MSDraw.Drawing.8">
                  <p:embed/>
                  <p:pic>
                    <p:nvPicPr>
                      <p:cNvPr id="4915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1" y="1409700"/>
                        <a:ext cx="6892925" cy="448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8079474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2227264" y="1206500"/>
            <a:ext cx="7667625" cy="5346700"/>
          </a:xfrm>
          <a:prstGeom prst="rect">
            <a:avLst/>
          </a:prstGeom>
          <a:solidFill>
            <a:schemeClr val="bg1"/>
          </a:solidFill>
          <a:ln w="12700">
            <a:solidFill>
              <a:schemeClr val="tx1"/>
            </a:solidFill>
            <a:miter lim="800000"/>
            <a:headEnd/>
            <a:tailEnd/>
          </a:ln>
          <a:effectLst>
            <a:outerShdw dist="107763" dir="2700000" algn="ctr" rotWithShape="0">
              <a:schemeClr val="folHlink"/>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03" name="Rectangle 3"/>
          <p:cNvSpPr>
            <a:spLocks noGrp="1" noChangeArrowheads="1"/>
          </p:cNvSpPr>
          <p:nvPr>
            <p:ph type="title"/>
          </p:nvPr>
        </p:nvSpPr>
        <p:spPr>
          <a:xfrm>
            <a:off x="2009775" y="0"/>
            <a:ext cx="7042150" cy="1143000"/>
          </a:xfrm>
        </p:spPr>
        <p:txBody>
          <a:bodyPr/>
          <a:lstStyle/>
          <a:p>
            <a:pPr eaLnBrk="1" hangingPunct="1"/>
            <a:r>
              <a:rPr lang="en-GB" altLang="en-US" sz="3200"/>
              <a:t>Dining Philosophers - Fork </a:t>
            </a:r>
            <a:r>
              <a:rPr lang="en-GB" altLang="en-US" sz="3200">
                <a:solidFill>
                  <a:srgbClr val="CC3300"/>
                </a:solidFill>
              </a:rPr>
              <a:t>monitor</a:t>
            </a:r>
            <a:endParaRPr lang="en-GB" altLang="en-US" sz="3200"/>
          </a:p>
        </p:txBody>
      </p:sp>
      <p:sp>
        <p:nvSpPr>
          <p:cNvPr id="51204" name="Text Box 4"/>
          <p:cNvSpPr txBox="1">
            <a:spLocks noChangeArrowheads="1"/>
          </p:cNvSpPr>
          <p:nvPr/>
        </p:nvSpPr>
        <p:spPr bwMode="auto">
          <a:xfrm>
            <a:off x="2368551" y="1206500"/>
            <a:ext cx="6892925" cy="5446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0000"/>
              </a:lnSpc>
              <a:spcBef>
                <a:spcPct val="0"/>
              </a:spcBef>
              <a:buFontTx/>
              <a:buNone/>
            </a:pPr>
            <a:r>
              <a:rPr lang="en-US" altLang="en-US" sz="2000" b="1" noProof="1">
                <a:solidFill>
                  <a:srgbClr val="0000FF"/>
                </a:solidFill>
                <a:latin typeface="Courier New" panose="02070309020205020404" pitchFamily="49" charset="0"/>
              </a:rPr>
              <a:t>class</a:t>
            </a:r>
            <a:r>
              <a:rPr lang="en-US" altLang="en-US" sz="2000" b="1" noProof="1">
                <a:latin typeface="Courier New" panose="02070309020205020404" pitchFamily="49" charset="0"/>
              </a:rPr>
              <a:t> Fork {</a:t>
            </a:r>
          </a:p>
          <a:p>
            <a:pPr>
              <a:lnSpc>
                <a:spcPct val="90000"/>
              </a:lnSpc>
              <a:spcBef>
                <a:spcPct val="0"/>
              </a:spcBef>
              <a:buFontTx/>
              <a:buNone/>
            </a:pP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private</a:t>
            </a:r>
            <a:r>
              <a:rPr lang="en-US" altLang="en-US" sz="2000" b="1" noProof="1">
                <a:latin typeface="Courier New" panose="02070309020205020404" pitchFamily="49" charset="0"/>
              </a:rPr>
              <a:t> boolean taken=false;</a:t>
            </a:r>
          </a:p>
          <a:p>
            <a:pPr>
              <a:lnSpc>
                <a:spcPct val="90000"/>
              </a:lnSpc>
              <a:spcBef>
                <a:spcPct val="0"/>
              </a:spcBef>
              <a:buFontTx/>
              <a:buNone/>
            </a:pP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private</a:t>
            </a:r>
            <a:r>
              <a:rPr lang="en-US" altLang="en-US" sz="2000" b="1" noProof="1">
                <a:latin typeface="Courier New" panose="02070309020205020404" pitchFamily="49" charset="0"/>
              </a:rPr>
              <a:t> PhilCanvas display;</a:t>
            </a:r>
          </a:p>
          <a:p>
            <a:pPr>
              <a:lnSpc>
                <a:spcPct val="90000"/>
              </a:lnSpc>
              <a:spcBef>
                <a:spcPct val="0"/>
              </a:spcBef>
              <a:buFontTx/>
              <a:buNone/>
            </a:pP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private</a:t>
            </a:r>
            <a:r>
              <a:rPr lang="en-US" altLang="en-US" sz="2000" b="1" noProof="1">
                <a:latin typeface="Courier New" panose="02070309020205020404" pitchFamily="49" charset="0"/>
              </a:rPr>
              <a:t> int identity;</a:t>
            </a:r>
          </a:p>
          <a:p>
            <a:pPr>
              <a:lnSpc>
                <a:spcPct val="90000"/>
              </a:lnSpc>
              <a:spcBef>
                <a:spcPct val="0"/>
              </a:spcBef>
              <a:buFontTx/>
              <a:buNone/>
            </a:pPr>
            <a:endParaRPr lang="en-US" altLang="en-US" sz="800" b="1" noProof="1">
              <a:latin typeface="Courier New" panose="02070309020205020404" pitchFamily="49" charset="0"/>
            </a:endParaRPr>
          </a:p>
          <a:p>
            <a:pPr>
              <a:lnSpc>
                <a:spcPct val="90000"/>
              </a:lnSpc>
              <a:spcBef>
                <a:spcPct val="0"/>
              </a:spcBef>
              <a:buFontTx/>
              <a:buNone/>
            </a:pPr>
            <a:r>
              <a:rPr lang="en-US" altLang="en-US" sz="2000" b="1" noProof="1">
                <a:latin typeface="Courier New" panose="02070309020205020404" pitchFamily="49" charset="0"/>
              </a:rPr>
              <a:t>  Fork(PhilCanvas disp, int id)</a:t>
            </a:r>
          </a:p>
          <a:p>
            <a:pPr>
              <a:lnSpc>
                <a:spcPct val="90000"/>
              </a:lnSpc>
              <a:spcBef>
                <a:spcPct val="0"/>
              </a:spcBef>
              <a:buFontTx/>
              <a:buNone/>
            </a:pPr>
            <a:r>
              <a:rPr lang="en-US" altLang="en-US" sz="2000" b="1" noProof="1">
                <a:latin typeface="Courier New" panose="02070309020205020404" pitchFamily="49" charset="0"/>
              </a:rPr>
              <a:t>    { display = disp; identity = id;}</a:t>
            </a:r>
          </a:p>
          <a:p>
            <a:pPr>
              <a:lnSpc>
                <a:spcPct val="90000"/>
              </a:lnSpc>
              <a:spcBef>
                <a:spcPct val="0"/>
              </a:spcBef>
              <a:buFontTx/>
              <a:buNone/>
            </a:pPr>
            <a:endParaRPr lang="en-US" altLang="en-US" sz="1000" b="1" noProof="1">
              <a:latin typeface="Courier New" panose="02070309020205020404" pitchFamily="49" charset="0"/>
            </a:endParaRPr>
          </a:p>
          <a:p>
            <a:pPr>
              <a:lnSpc>
                <a:spcPct val="90000"/>
              </a:lnSpc>
              <a:spcBef>
                <a:spcPct val="0"/>
              </a:spcBef>
              <a:buFontTx/>
              <a:buNone/>
            </a:pP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synchronized</a:t>
            </a:r>
            <a:r>
              <a:rPr lang="en-US" altLang="en-US" sz="2000" b="1" noProof="1">
                <a:latin typeface="Courier New" panose="02070309020205020404" pitchFamily="49" charset="0"/>
              </a:rPr>
              <a:t> void </a:t>
            </a:r>
            <a:r>
              <a:rPr lang="en-US" altLang="en-US" sz="2000" b="1" noProof="1">
                <a:solidFill>
                  <a:srgbClr val="CC0000"/>
                </a:solidFill>
                <a:latin typeface="Courier New" panose="02070309020205020404" pitchFamily="49" charset="0"/>
              </a:rPr>
              <a:t>put</a:t>
            </a:r>
            <a:r>
              <a:rPr lang="en-US" altLang="en-US" sz="2000" b="1" noProof="1">
                <a:latin typeface="Courier New" panose="02070309020205020404" pitchFamily="49" charset="0"/>
              </a:rPr>
              <a:t>() {</a:t>
            </a:r>
          </a:p>
          <a:p>
            <a:pPr>
              <a:lnSpc>
                <a:spcPct val="90000"/>
              </a:lnSpc>
              <a:spcBef>
                <a:spcPct val="0"/>
              </a:spcBef>
              <a:buFontTx/>
              <a:buNone/>
            </a:pPr>
            <a:r>
              <a:rPr lang="en-US" altLang="en-US" sz="2000" b="1" noProof="1">
                <a:latin typeface="Courier New" panose="02070309020205020404" pitchFamily="49" charset="0"/>
              </a:rPr>
              <a:t>    taken=false;</a:t>
            </a:r>
          </a:p>
          <a:p>
            <a:pPr>
              <a:lnSpc>
                <a:spcPct val="90000"/>
              </a:lnSpc>
              <a:spcBef>
                <a:spcPct val="0"/>
              </a:spcBef>
              <a:buFontTx/>
              <a:buNone/>
            </a:pPr>
            <a:r>
              <a:rPr lang="en-US" altLang="en-US" sz="2000" b="1" noProof="1">
                <a:latin typeface="Courier New" panose="02070309020205020404" pitchFamily="49" charset="0"/>
              </a:rPr>
              <a:t>    display.setFork(identity,taken);</a:t>
            </a:r>
          </a:p>
          <a:p>
            <a:pPr>
              <a:lnSpc>
                <a:spcPct val="90000"/>
              </a:lnSpc>
              <a:spcBef>
                <a:spcPct val="0"/>
              </a:spcBef>
              <a:buFontTx/>
              <a:buNone/>
            </a:pPr>
            <a:r>
              <a:rPr lang="en-US" altLang="en-US" sz="2000" b="1" noProof="1">
                <a:latin typeface="Courier New" panose="02070309020205020404" pitchFamily="49" charset="0"/>
              </a:rPr>
              <a:t>    notify();</a:t>
            </a:r>
          </a:p>
          <a:p>
            <a:pPr>
              <a:lnSpc>
                <a:spcPct val="90000"/>
              </a:lnSpc>
              <a:spcBef>
                <a:spcPct val="0"/>
              </a:spcBef>
              <a:buFontTx/>
              <a:buNone/>
            </a:pPr>
            <a:r>
              <a:rPr lang="en-US" altLang="en-US" sz="2000" b="1" noProof="1">
                <a:latin typeface="Courier New" panose="02070309020205020404" pitchFamily="49" charset="0"/>
              </a:rPr>
              <a:t>  }</a:t>
            </a:r>
          </a:p>
          <a:p>
            <a:pPr>
              <a:lnSpc>
                <a:spcPct val="90000"/>
              </a:lnSpc>
              <a:spcBef>
                <a:spcPct val="0"/>
              </a:spcBef>
              <a:buFontTx/>
              <a:buNone/>
            </a:pPr>
            <a:endParaRPr lang="en-US" altLang="en-US" sz="800" b="1" noProof="1">
              <a:latin typeface="Courier New" panose="02070309020205020404" pitchFamily="49" charset="0"/>
            </a:endParaRPr>
          </a:p>
          <a:p>
            <a:pPr>
              <a:lnSpc>
                <a:spcPct val="90000"/>
              </a:lnSpc>
              <a:spcBef>
                <a:spcPct val="0"/>
              </a:spcBef>
              <a:buFontTx/>
              <a:buNone/>
            </a:pP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synchronized</a:t>
            </a:r>
            <a:r>
              <a:rPr lang="en-US" altLang="en-US" sz="2000" b="1" noProof="1">
                <a:latin typeface="Courier New" panose="02070309020205020404" pitchFamily="49" charset="0"/>
              </a:rPr>
              <a:t> void </a:t>
            </a:r>
            <a:r>
              <a:rPr lang="en-US" altLang="en-US" sz="2000" b="1" noProof="1">
                <a:solidFill>
                  <a:srgbClr val="CC0000"/>
                </a:solidFill>
                <a:latin typeface="Courier New" panose="02070309020205020404" pitchFamily="49" charset="0"/>
              </a:rPr>
              <a:t>get</a:t>
            </a:r>
            <a:r>
              <a:rPr lang="en-US" altLang="en-US" sz="2000" b="1" noProof="1">
                <a:latin typeface="Courier New" panose="02070309020205020404" pitchFamily="49" charset="0"/>
              </a:rPr>
              <a:t>()</a:t>
            </a:r>
          </a:p>
          <a:p>
            <a:pPr>
              <a:lnSpc>
                <a:spcPct val="90000"/>
              </a:lnSpc>
              <a:spcBef>
                <a:spcPct val="0"/>
              </a:spcBef>
              <a:buFontTx/>
              <a:buNone/>
            </a:pP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throws</a:t>
            </a:r>
            <a:r>
              <a:rPr lang="en-US" altLang="en-US" sz="2000" b="1" noProof="1">
                <a:latin typeface="Courier New" panose="02070309020205020404" pitchFamily="49" charset="0"/>
              </a:rPr>
              <a:t> java.lang.InterruptedException {</a:t>
            </a:r>
          </a:p>
          <a:p>
            <a:pPr>
              <a:lnSpc>
                <a:spcPct val="90000"/>
              </a:lnSpc>
              <a:spcBef>
                <a:spcPct val="0"/>
              </a:spcBef>
              <a:buFontTx/>
              <a:buNone/>
            </a:pP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while</a:t>
            </a:r>
            <a:r>
              <a:rPr lang="en-US" altLang="en-US" sz="2000" b="1" noProof="1">
                <a:latin typeface="Courier New" panose="02070309020205020404" pitchFamily="49" charset="0"/>
              </a:rPr>
              <a:t> (taken) wait();</a:t>
            </a:r>
          </a:p>
          <a:p>
            <a:pPr>
              <a:lnSpc>
                <a:spcPct val="90000"/>
              </a:lnSpc>
              <a:spcBef>
                <a:spcPct val="0"/>
              </a:spcBef>
              <a:buFontTx/>
              <a:buNone/>
            </a:pPr>
            <a:r>
              <a:rPr lang="en-US" altLang="en-US" sz="2000" b="1" noProof="1">
                <a:latin typeface="Courier New" panose="02070309020205020404" pitchFamily="49" charset="0"/>
              </a:rPr>
              <a:t>    taken=true;</a:t>
            </a:r>
          </a:p>
          <a:p>
            <a:pPr>
              <a:lnSpc>
                <a:spcPct val="90000"/>
              </a:lnSpc>
              <a:spcBef>
                <a:spcPct val="0"/>
              </a:spcBef>
              <a:buFontTx/>
              <a:buNone/>
            </a:pPr>
            <a:r>
              <a:rPr lang="en-US" altLang="en-US" sz="2000" b="1" noProof="1">
                <a:latin typeface="Courier New" panose="02070309020205020404" pitchFamily="49" charset="0"/>
              </a:rPr>
              <a:t>    display.setFork(identity,taken);</a:t>
            </a:r>
          </a:p>
          <a:p>
            <a:pPr>
              <a:lnSpc>
                <a:spcPct val="90000"/>
              </a:lnSpc>
              <a:spcBef>
                <a:spcPct val="0"/>
              </a:spcBef>
              <a:buFontTx/>
              <a:buNone/>
            </a:pPr>
            <a:r>
              <a:rPr lang="en-US" altLang="en-US" sz="2000" b="1" noProof="1">
                <a:latin typeface="Courier New" panose="02070309020205020404" pitchFamily="49" charset="0"/>
              </a:rPr>
              <a:t>  }</a:t>
            </a:r>
          </a:p>
          <a:p>
            <a:pPr algn="just">
              <a:lnSpc>
                <a:spcPct val="90000"/>
              </a:lnSpc>
              <a:spcBef>
                <a:spcPct val="0"/>
              </a:spcBef>
              <a:spcAft>
                <a:spcPts val="1200"/>
              </a:spcAft>
              <a:buNone/>
            </a:pPr>
            <a:r>
              <a:rPr lang="en-US" altLang="en-US" sz="2000" b="1" noProof="1">
                <a:latin typeface="Courier New" panose="02070309020205020404" pitchFamily="49" charset="0"/>
              </a:rPr>
              <a:t>}</a:t>
            </a:r>
            <a:endParaRPr lang="en-GB" altLang="en-US" sz="1400" b="1">
              <a:latin typeface="Courier New" panose="02070309020205020404" pitchFamily="49" charset="0"/>
            </a:endParaRPr>
          </a:p>
        </p:txBody>
      </p:sp>
      <p:sp>
        <p:nvSpPr>
          <p:cNvPr id="51205" name="Text Box 5" descr="50%"/>
          <p:cNvSpPr txBox="1">
            <a:spLocks noChangeArrowheads="1"/>
          </p:cNvSpPr>
          <p:nvPr/>
        </p:nvSpPr>
        <p:spPr bwMode="auto">
          <a:xfrm>
            <a:off x="9331326" y="1970088"/>
            <a:ext cx="1336675" cy="1930400"/>
          </a:xfrm>
          <a:prstGeom prst="rect">
            <a:avLst/>
          </a:prstGeom>
          <a:blipFill dpi="0" rotWithShape="0">
            <a:blip r:embed="rId3"/>
            <a:srcRect/>
            <a:tile tx="0" ty="0" sx="100000" sy="100000" flip="none" algn="tl"/>
          </a:blipFill>
          <a:ln w="12700">
            <a:solidFill>
              <a:schemeClr val="tx1"/>
            </a:solidFill>
            <a:miter lim="800000"/>
            <a:headEnd/>
            <a:tailEnd/>
          </a:ln>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
                <a:srgbClr val="CC3300"/>
              </a:buClr>
              <a:buFont typeface="Symbol" panose="05050102010706020507" pitchFamily="18" charset="2"/>
              <a:buNone/>
            </a:pPr>
            <a:r>
              <a:rPr lang="en-GB" altLang="en-US" sz="2400" b="1" i="1">
                <a:latin typeface="Courier New" panose="02070309020205020404" pitchFamily="49" charset="0"/>
              </a:rPr>
              <a:t>taken</a:t>
            </a:r>
            <a:r>
              <a:rPr lang="en-GB" altLang="en-US" sz="2400" b="1" i="1">
                <a:latin typeface="Times New Roman" panose="02020603050405020304" pitchFamily="18" charset="0"/>
              </a:rPr>
              <a:t> </a:t>
            </a:r>
            <a:r>
              <a:rPr lang="en-GB" altLang="en-US" sz="2400" b="1">
                <a:latin typeface="Times New Roman" panose="02020603050405020304" pitchFamily="18" charset="0"/>
              </a:rPr>
              <a:t>encodes the state of the fork</a:t>
            </a:r>
          </a:p>
        </p:txBody>
      </p:sp>
    </p:spTree>
    <p:extLst>
      <p:ext uri="{BB962C8B-B14F-4D97-AF65-F5344CB8AC3E}">
        <p14:creationId xmlns:p14="http://schemas.microsoft.com/office/powerpoint/2010/main" val="11373127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2065338" y="0"/>
            <a:ext cx="7042150" cy="1143000"/>
          </a:xfrm>
        </p:spPr>
        <p:txBody>
          <a:bodyPr/>
          <a:lstStyle/>
          <a:p>
            <a:pPr eaLnBrk="1" hangingPunct="1"/>
            <a:r>
              <a:rPr lang="en-GB" altLang="en-US" b="1"/>
              <a:t>Dining Philosophers - Philosopher implementation</a:t>
            </a:r>
          </a:p>
        </p:txBody>
      </p:sp>
      <p:sp>
        <p:nvSpPr>
          <p:cNvPr id="53251" name="Rectangle 3"/>
          <p:cNvSpPr>
            <a:spLocks noChangeArrowheads="1"/>
          </p:cNvSpPr>
          <p:nvPr/>
        </p:nvSpPr>
        <p:spPr bwMode="auto">
          <a:xfrm>
            <a:off x="1524001" y="1081088"/>
            <a:ext cx="7878763" cy="5435600"/>
          </a:xfrm>
          <a:prstGeom prst="rect">
            <a:avLst/>
          </a:prstGeom>
          <a:solidFill>
            <a:schemeClr val="bg1"/>
          </a:solidFill>
          <a:ln w="12700">
            <a:solidFill>
              <a:schemeClr val="tx1"/>
            </a:solidFill>
            <a:miter lim="800000"/>
            <a:headEnd/>
            <a:tailEnd/>
          </a:ln>
          <a:effectLst>
            <a:outerShdw dist="107763" dir="2700000" algn="ctr" rotWithShape="0">
              <a:schemeClr val="folHlink"/>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252" name="Text Box 4"/>
          <p:cNvSpPr txBox="1">
            <a:spLocks noChangeArrowheads="1"/>
          </p:cNvSpPr>
          <p:nvPr/>
        </p:nvSpPr>
        <p:spPr bwMode="auto">
          <a:xfrm>
            <a:off x="1524001" y="1308100"/>
            <a:ext cx="7807325" cy="553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0000"/>
              </a:lnSpc>
              <a:spcBef>
                <a:spcPct val="0"/>
              </a:spcBef>
              <a:buFontTx/>
              <a:buNone/>
            </a:pPr>
            <a:r>
              <a:rPr lang="en-US" altLang="en-US" sz="2000" b="1" noProof="1">
                <a:solidFill>
                  <a:srgbClr val="0000FF"/>
                </a:solidFill>
                <a:latin typeface="Courier New" panose="02070309020205020404" pitchFamily="49" charset="0"/>
              </a:rPr>
              <a:t>class</a:t>
            </a:r>
            <a:r>
              <a:rPr lang="en-US" altLang="en-US" sz="2000" b="1" noProof="1">
                <a:latin typeface="Courier New" panose="02070309020205020404" pitchFamily="49" charset="0"/>
              </a:rPr>
              <a:t> Philosopher </a:t>
            </a:r>
            <a:r>
              <a:rPr lang="en-US" altLang="en-US" sz="2000" b="1" noProof="1">
                <a:solidFill>
                  <a:srgbClr val="0000FF"/>
                </a:solidFill>
                <a:latin typeface="Courier New" panose="02070309020205020404" pitchFamily="49" charset="0"/>
              </a:rPr>
              <a:t>extends</a:t>
            </a:r>
            <a:r>
              <a:rPr lang="en-US" altLang="en-US" sz="2000" b="1" noProof="1">
                <a:latin typeface="Courier New" panose="02070309020205020404" pitchFamily="49" charset="0"/>
              </a:rPr>
              <a:t> Thread {</a:t>
            </a:r>
          </a:p>
          <a:p>
            <a:pPr>
              <a:lnSpc>
                <a:spcPct val="90000"/>
              </a:lnSpc>
              <a:spcBef>
                <a:spcPct val="0"/>
              </a:spcBef>
              <a:buFontTx/>
              <a:buNone/>
            </a:pPr>
            <a:r>
              <a:rPr lang="en-US" altLang="en-US" sz="1600" b="1" noProof="1">
                <a:latin typeface="Courier New" panose="02070309020205020404" pitchFamily="49" charset="0"/>
              </a:rPr>
              <a:t>  ...</a:t>
            </a:r>
            <a:endParaRPr lang="en-US" altLang="en-US" sz="2000" b="1" noProof="1">
              <a:latin typeface="Courier New" panose="02070309020205020404" pitchFamily="49" charset="0"/>
            </a:endParaRPr>
          </a:p>
          <a:p>
            <a:pPr>
              <a:lnSpc>
                <a:spcPct val="90000"/>
              </a:lnSpc>
              <a:spcBef>
                <a:spcPct val="0"/>
              </a:spcBef>
              <a:buFontTx/>
              <a:buNone/>
            </a:pP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public</a:t>
            </a:r>
            <a:r>
              <a:rPr lang="en-US" altLang="en-US" sz="2000" b="1" noProof="1">
                <a:latin typeface="Courier New" panose="02070309020205020404" pitchFamily="49" charset="0"/>
              </a:rPr>
              <a:t> void run() {</a:t>
            </a:r>
          </a:p>
          <a:p>
            <a:pPr>
              <a:lnSpc>
                <a:spcPct val="90000"/>
              </a:lnSpc>
              <a:spcBef>
                <a:spcPct val="0"/>
              </a:spcBef>
              <a:buFontTx/>
              <a:buNone/>
            </a:pP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try</a:t>
            </a:r>
            <a:r>
              <a:rPr lang="en-US" altLang="en-US" sz="2000" b="1" noProof="1">
                <a:latin typeface="Courier New" panose="02070309020205020404" pitchFamily="49" charset="0"/>
              </a:rPr>
              <a:t> {</a:t>
            </a:r>
          </a:p>
          <a:p>
            <a:pPr>
              <a:lnSpc>
                <a:spcPct val="90000"/>
              </a:lnSpc>
              <a:spcBef>
                <a:spcPct val="0"/>
              </a:spcBef>
              <a:buFontTx/>
              <a:buNone/>
            </a:pP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while</a:t>
            </a:r>
            <a:r>
              <a:rPr lang="en-US" altLang="en-US" sz="2000" b="1" noProof="1">
                <a:latin typeface="Courier New" panose="02070309020205020404" pitchFamily="49" charset="0"/>
              </a:rPr>
              <a:t> (true) {			</a:t>
            </a:r>
            <a:r>
              <a:rPr lang="en-US" altLang="en-US" sz="2000" b="1" i="1" noProof="1">
                <a:solidFill>
                  <a:srgbClr val="FF0000"/>
                </a:solidFill>
                <a:latin typeface="Times New Roman" panose="02020603050405020304" pitchFamily="18" charset="0"/>
              </a:rPr>
              <a:t>// thinking</a:t>
            </a:r>
          </a:p>
          <a:p>
            <a:pPr>
              <a:lnSpc>
                <a:spcPct val="90000"/>
              </a:lnSpc>
              <a:spcBef>
                <a:spcPct val="0"/>
              </a:spcBef>
              <a:buFontTx/>
              <a:buNone/>
            </a:pPr>
            <a:r>
              <a:rPr lang="en-US" altLang="en-US" sz="2000" b="1" noProof="1">
                <a:latin typeface="Courier New" panose="02070309020205020404" pitchFamily="49" charset="0"/>
              </a:rPr>
              <a:t>        view.setPhil(identity,view.THINKING);</a:t>
            </a:r>
          </a:p>
          <a:p>
            <a:pPr>
              <a:lnSpc>
                <a:spcPct val="90000"/>
              </a:lnSpc>
              <a:spcBef>
                <a:spcPct val="0"/>
              </a:spcBef>
              <a:buFontTx/>
              <a:buNone/>
            </a:pPr>
            <a:r>
              <a:rPr lang="en-US" altLang="en-US" sz="2000" b="1" noProof="1">
                <a:latin typeface="Courier New" panose="02070309020205020404" pitchFamily="49" charset="0"/>
              </a:rPr>
              <a:t>        sleep(controller.sleepTime());	</a:t>
            </a:r>
            <a:r>
              <a:rPr lang="en-US" altLang="en-US" sz="2000" b="1" i="1" noProof="1">
                <a:solidFill>
                  <a:srgbClr val="FF0000"/>
                </a:solidFill>
                <a:latin typeface="Times New Roman" panose="02020603050405020304" pitchFamily="18" charset="0"/>
              </a:rPr>
              <a:t>// hungry</a:t>
            </a:r>
          </a:p>
          <a:p>
            <a:pPr>
              <a:lnSpc>
                <a:spcPct val="90000"/>
              </a:lnSpc>
              <a:spcBef>
                <a:spcPct val="0"/>
              </a:spcBef>
              <a:buFontTx/>
              <a:buNone/>
            </a:pPr>
            <a:r>
              <a:rPr lang="en-US" altLang="en-US" sz="2000" b="1" noProof="1">
                <a:latin typeface="Courier New" panose="02070309020205020404" pitchFamily="49" charset="0"/>
              </a:rPr>
              <a:t>        view.setPhil(identity,view.HUNGRY);</a:t>
            </a:r>
          </a:p>
          <a:p>
            <a:pPr>
              <a:lnSpc>
                <a:spcPct val="90000"/>
              </a:lnSpc>
              <a:spcBef>
                <a:spcPct val="0"/>
              </a:spcBef>
              <a:buFontTx/>
              <a:buNone/>
            </a:pPr>
            <a:r>
              <a:rPr lang="en-US" altLang="en-US" sz="2000" b="1" noProof="1">
                <a:latin typeface="Courier New" panose="02070309020205020404" pitchFamily="49" charset="0"/>
              </a:rPr>
              <a:t>        right.</a:t>
            </a:r>
            <a:r>
              <a:rPr lang="en-US" altLang="en-US" sz="2000" b="1" noProof="1">
                <a:solidFill>
                  <a:srgbClr val="CC0000"/>
                </a:solidFill>
                <a:latin typeface="Courier New" panose="02070309020205020404" pitchFamily="49" charset="0"/>
              </a:rPr>
              <a:t>get</a:t>
            </a:r>
            <a:r>
              <a:rPr lang="en-US" altLang="en-US" sz="2000" b="1" noProof="1">
                <a:latin typeface="Courier New" panose="02070309020205020404" pitchFamily="49" charset="0"/>
              </a:rPr>
              <a:t>();		</a:t>
            </a:r>
            <a:r>
              <a:rPr lang="en-US" altLang="en-US" sz="2000" b="1" i="1" noProof="1">
                <a:solidFill>
                  <a:srgbClr val="FF0000"/>
                </a:solidFill>
                <a:latin typeface="Times New Roman" panose="02020603050405020304" pitchFamily="18" charset="0"/>
              </a:rPr>
              <a:t>// gotright chopstick</a:t>
            </a:r>
          </a:p>
          <a:p>
            <a:pPr>
              <a:lnSpc>
                <a:spcPct val="90000"/>
              </a:lnSpc>
              <a:spcBef>
                <a:spcPct val="0"/>
              </a:spcBef>
              <a:buFontTx/>
              <a:buNone/>
            </a:pPr>
            <a:r>
              <a:rPr lang="en-US" altLang="en-US" sz="2000" b="1" noProof="1">
                <a:latin typeface="Courier New" panose="02070309020205020404" pitchFamily="49" charset="0"/>
              </a:rPr>
              <a:t>        view.setPhil(identity,view.GOTRIGHT);</a:t>
            </a:r>
          </a:p>
          <a:p>
            <a:pPr>
              <a:lnSpc>
                <a:spcPct val="90000"/>
              </a:lnSpc>
              <a:spcBef>
                <a:spcPct val="0"/>
              </a:spcBef>
              <a:buFontTx/>
              <a:buNone/>
            </a:pPr>
            <a:r>
              <a:rPr lang="en-US" altLang="en-US" sz="2000" b="1" noProof="1">
                <a:latin typeface="Courier New" panose="02070309020205020404" pitchFamily="49" charset="0"/>
              </a:rPr>
              <a:t>        sleep(500);</a:t>
            </a:r>
          </a:p>
          <a:p>
            <a:pPr>
              <a:lnSpc>
                <a:spcPct val="90000"/>
              </a:lnSpc>
              <a:spcBef>
                <a:spcPct val="0"/>
              </a:spcBef>
              <a:buFontTx/>
              <a:buNone/>
            </a:pPr>
            <a:r>
              <a:rPr lang="en-US" altLang="en-US" sz="2000" b="1" noProof="1">
                <a:latin typeface="Courier New" panose="02070309020205020404" pitchFamily="49" charset="0"/>
              </a:rPr>
              <a:t>        left.</a:t>
            </a:r>
            <a:r>
              <a:rPr lang="en-US" altLang="en-US" sz="2000" b="1" noProof="1">
                <a:solidFill>
                  <a:srgbClr val="CC0000"/>
                </a:solidFill>
                <a:latin typeface="Courier New" panose="02070309020205020404" pitchFamily="49" charset="0"/>
              </a:rPr>
              <a:t>get</a:t>
            </a:r>
            <a:r>
              <a:rPr lang="en-US" altLang="en-US" sz="2000" b="1" noProof="1">
                <a:latin typeface="Courier New" panose="02070309020205020404" pitchFamily="49" charset="0"/>
              </a:rPr>
              <a:t>();			</a:t>
            </a:r>
            <a:r>
              <a:rPr lang="en-US" altLang="en-US" sz="2000" b="1" i="1" noProof="1">
                <a:solidFill>
                  <a:srgbClr val="FF0000"/>
                </a:solidFill>
                <a:latin typeface="Times New Roman" panose="02020603050405020304" pitchFamily="18" charset="0"/>
              </a:rPr>
              <a:t>// eating</a:t>
            </a:r>
          </a:p>
          <a:p>
            <a:pPr>
              <a:lnSpc>
                <a:spcPct val="90000"/>
              </a:lnSpc>
              <a:spcBef>
                <a:spcPct val="0"/>
              </a:spcBef>
              <a:buFontTx/>
              <a:buNone/>
            </a:pPr>
            <a:r>
              <a:rPr lang="en-US" altLang="en-US" sz="2000" b="1" noProof="1">
                <a:latin typeface="Courier New" panose="02070309020205020404" pitchFamily="49" charset="0"/>
              </a:rPr>
              <a:t>        view.setPhil(identity,view.EATING);</a:t>
            </a:r>
          </a:p>
          <a:p>
            <a:pPr>
              <a:lnSpc>
                <a:spcPct val="90000"/>
              </a:lnSpc>
              <a:spcBef>
                <a:spcPct val="0"/>
              </a:spcBef>
              <a:buFontTx/>
              <a:buNone/>
            </a:pPr>
            <a:r>
              <a:rPr lang="en-US" altLang="en-US" sz="2000" b="1" noProof="1">
                <a:latin typeface="Courier New" panose="02070309020205020404" pitchFamily="49" charset="0"/>
              </a:rPr>
              <a:t>        sleep(controller.eatTime());</a:t>
            </a:r>
          </a:p>
          <a:p>
            <a:pPr>
              <a:lnSpc>
                <a:spcPct val="90000"/>
              </a:lnSpc>
              <a:spcBef>
                <a:spcPct val="0"/>
              </a:spcBef>
              <a:buFontTx/>
              <a:buNone/>
            </a:pPr>
            <a:r>
              <a:rPr lang="en-US" altLang="en-US" sz="2000" b="1" noProof="1">
                <a:latin typeface="Courier New" panose="02070309020205020404" pitchFamily="49" charset="0"/>
              </a:rPr>
              <a:t>        right.</a:t>
            </a:r>
            <a:r>
              <a:rPr lang="en-US" altLang="en-US" sz="2000" b="1" noProof="1">
                <a:solidFill>
                  <a:srgbClr val="CC0000"/>
                </a:solidFill>
                <a:latin typeface="Courier New" panose="02070309020205020404" pitchFamily="49" charset="0"/>
              </a:rPr>
              <a:t>put</a:t>
            </a:r>
            <a:r>
              <a:rPr lang="en-US" altLang="en-US" sz="2000" b="1" noProof="1">
                <a:latin typeface="Courier New" panose="02070309020205020404" pitchFamily="49" charset="0"/>
              </a:rPr>
              <a:t>();</a:t>
            </a:r>
          </a:p>
          <a:p>
            <a:pPr>
              <a:lnSpc>
                <a:spcPct val="90000"/>
              </a:lnSpc>
              <a:spcBef>
                <a:spcPct val="0"/>
              </a:spcBef>
              <a:buFontTx/>
              <a:buNone/>
            </a:pPr>
            <a:r>
              <a:rPr lang="en-US" altLang="en-US" sz="2000" b="1" noProof="1">
                <a:latin typeface="Courier New" panose="02070309020205020404" pitchFamily="49" charset="0"/>
              </a:rPr>
              <a:t>        left.</a:t>
            </a:r>
            <a:r>
              <a:rPr lang="en-US" altLang="en-US" sz="2000" b="1" noProof="1">
                <a:solidFill>
                  <a:srgbClr val="CC0000"/>
                </a:solidFill>
                <a:latin typeface="Courier New" panose="02070309020205020404" pitchFamily="49" charset="0"/>
              </a:rPr>
              <a:t>put</a:t>
            </a:r>
            <a:r>
              <a:rPr lang="en-US" altLang="en-US" sz="2000" b="1" noProof="1">
                <a:latin typeface="Courier New" panose="02070309020205020404" pitchFamily="49" charset="0"/>
              </a:rPr>
              <a:t>();</a:t>
            </a:r>
          </a:p>
          <a:p>
            <a:pPr>
              <a:lnSpc>
                <a:spcPct val="90000"/>
              </a:lnSpc>
              <a:spcBef>
                <a:spcPct val="0"/>
              </a:spcBef>
              <a:buFontTx/>
              <a:buNone/>
            </a:pPr>
            <a:r>
              <a:rPr lang="en-US" altLang="en-US" sz="2000" b="1" noProof="1">
                <a:latin typeface="Courier New" panose="02070309020205020404" pitchFamily="49" charset="0"/>
              </a:rPr>
              <a:t>      }</a:t>
            </a:r>
          </a:p>
          <a:p>
            <a:pPr>
              <a:lnSpc>
                <a:spcPct val="90000"/>
              </a:lnSpc>
              <a:spcBef>
                <a:spcPct val="0"/>
              </a:spcBef>
              <a:buFontTx/>
              <a:buNone/>
            </a:pPr>
            <a:r>
              <a:rPr lang="en-US" altLang="en-US" sz="2000" b="1" noProof="1">
                <a:latin typeface="Courier New" panose="02070309020205020404" pitchFamily="49" charset="0"/>
              </a:rPr>
              <a:t>    } </a:t>
            </a:r>
            <a:r>
              <a:rPr lang="en-US" altLang="en-US" sz="2000" b="1" noProof="1">
                <a:solidFill>
                  <a:srgbClr val="0000FF"/>
                </a:solidFill>
                <a:latin typeface="Courier New" panose="02070309020205020404" pitchFamily="49" charset="0"/>
              </a:rPr>
              <a:t>catch</a:t>
            </a:r>
            <a:r>
              <a:rPr lang="en-US" altLang="en-US" sz="2000" b="1" noProof="1">
                <a:latin typeface="Courier New" panose="02070309020205020404" pitchFamily="49" charset="0"/>
              </a:rPr>
              <a:t> (java.lang.InterruptedException e){}</a:t>
            </a:r>
          </a:p>
          <a:p>
            <a:pPr>
              <a:lnSpc>
                <a:spcPct val="90000"/>
              </a:lnSpc>
              <a:spcBef>
                <a:spcPct val="0"/>
              </a:spcBef>
              <a:buFontTx/>
              <a:buNone/>
            </a:pPr>
            <a:r>
              <a:rPr lang="en-US" altLang="en-US" sz="2000" b="1" noProof="1">
                <a:latin typeface="Courier New" panose="02070309020205020404" pitchFamily="49" charset="0"/>
              </a:rPr>
              <a:t>  }</a:t>
            </a:r>
          </a:p>
          <a:p>
            <a:pPr algn="just">
              <a:lnSpc>
                <a:spcPct val="90000"/>
              </a:lnSpc>
              <a:spcBef>
                <a:spcPct val="0"/>
              </a:spcBef>
              <a:spcAft>
                <a:spcPts val="1200"/>
              </a:spcAft>
              <a:buNone/>
            </a:pPr>
            <a:r>
              <a:rPr lang="en-US" altLang="en-US" sz="2000" b="1" noProof="1">
                <a:latin typeface="Courier New" panose="02070309020205020404" pitchFamily="49" charset="0"/>
              </a:rPr>
              <a:t>}</a:t>
            </a:r>
          </a:p>
        </p:txBody>
      </p:sp>
      <p:sp>
        <p:nvSpPr>
          <p:cNvPr id="53253" name="Text Box 5" descr="50%"/>
          <p:cNvSpPr txBox="1">
            <a:spLocks noChangeArrowheads="1"/>
          </p:cNvSpPr>
          <p:nvPr/>
        </p:nvSpPr>
        <p:spPr bwMode="auto">
          <a:xfrm>
            <a:off x="8894764" y="2084388"/>
            <a:ext cx="1773237" cy="3390900"/>
          </a:xfrm>
          <a:prstGeom prst="rect">
            <a:avLst/>
          </a:prstGeom>
          <a:blipFill dpi="0" rotWithShape="0">
            <a:blip r:embed="rId3"/>
            <a:srcRect/>
            <a:tile tx="0" ty="0" sx="100000" sy="100000" flip="none" algn="tl"/>
          </a:blipFill>
          <a:ln w="12700">
            <a:solidFill>
              <a:schemeClr val="tx1"/>
            </a:solidFill>
            <a:miter lim="800000"/>
            <a:headEnd/>
            <a:tailEnd/>
          </a:ln>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
                <a:srgbClr val="CC3300"/>
              </a:buClr>
              <a:buFont typeface="Symbol" panose="05050102010706020507" pitchFamily="18" charset="2"/>
              <a:buNone/>
            </a:pPr>
            <a:r>
              <a:rPr lang="en-GB" altLang="en-US" sz="2400" b="1">
                <a:latin typeface="Times New Roman" panose="02020603050405020304" pitchFamily="18" charset="0"/>
              </a:rPr>
              <a:t>Follows from the model (sitting down and leaving the table have been omitted).</a:t>
            </a:r>
          </a:p>
        </p:txBody>
      </p:sp>
    </p:spTree>
    <p:extLst>
      <p:ext uri="{BB962C8B-B14F-4D97-AF65-F5344CB8AC3E}">
        <p14:creationId xmlns:p14="http://schemas.microsoft.com/office/powerpoint/2010/main" val="12794461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2046288" y="0"/>
            <a:ext cx="7042150" cy="1143000"/>
          </a:xfrm>
        </p:spPr>
        <p:txBody>
          <a:bodyPr/>
          <a:lstStyle/>
          <a:p>
            <a:pPr eaLnBrk="1" hangingPunct="1"/>
            <a:r>
              <a:rPr lang="en-GB" altLang="en-US" b="1"/>
              <a:t>Dining Philosophers - implementation in Java</a:t>
            </a:r>
          </a:p>
        </p:txBody>
      </p:sp>
      <p:sp>
        <p:nvSpPr>
          <p:cNvPr id="55299" name="Rectangle 3"/>
          <p:cNvSpPr>
            <a:spLocks noChangeArrowheads="1"/>
          </p:cNvSpPr>
          <p:nvPr/>
        </p:nvSpPr>
        <p:spPr bwMode="auto">
          <a:xfrm>
            <a:off x="1928813" y="2362200"/>
            <a:ext cx="8089900" cy="3581400"/>
          </a:xfrm>
          <a:prstGeom prst="rect">
            <a:avLst/>
          </a:prstGeom>
          <a:solidFill>
            <a:schemeClr val="bg1"/>
          </a:solidFill>
          <a:ln w="12700">
            <a:solidFill>
              <a:schemeClr val="tx1"/>
            </a:solidFill>
            <a:miter lim="800000"/>
            <a:headEnd/>
            <a:tailEnd/>
          </a:ln>
          <a:effectLst>
            <a:outerShdw dist="107763" dir="2700000" algn="ctr" rotWithShape="0">
              <a:schemeClr val="folHlink"/>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5300" name="Text Box 4"/>
          <p:cNvSpPr txBox="1">
            <a:spLocks noChangeArrowheads="1"/>
          </p:cNvSpPr>
          <p:nvPr/>
        </p:nvSpPr>
        <p:spPr bwMode="auto">
          <a:xfrm>
            <a:off x="2090738" y="2647950"/>
            <a:ext cx="8120062"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400" b="1" noProof="1">
                <a:solidFill>
                  <a:srgbClr val="0000FF"/>
                </a:solidFill>
                <a:latin typeface="Courier New" panose="02070309020205020404" pitchFamily="49" charset="0"/>
              </a:rPr>
              <a:t>for</a:t>
            </a:r>
            <a:r>
              <a:rPr lang="en-US" altLang="en-US" sz="2400" b="1" noProof="1">
                <a:latin typeface="Courier New" panose="02070309020205020404" pitchFamily="49" charset="0"/>
              </a:rPr>
              <a:t> (int i =0; i&lt;N; ++i)</a:t>
            </a:r>
          </a:p>
          <a:p>
            <a:pPr>
              <a:spcBef>
                <a:spcPct val="0"/>
              </a:spcBef>
              <a:buFontTx/>
              <a:buNone/>
            </a:pPr>
            <a:r>
              <a:rPr lang="en-US" altLang="en-US" sz="2400" b="1" noProof="1">
                <a:latin typeface="Courier New" panose="02070309020205020404" pitchFamily="49" charset="0"/>
              </a:rPr>
              <a:t>  fork[i] = </a:t>
            </a:r>
            <a:r>
              <a:rPr lang="en-US" altLang="en-US" sz="2400" b="1" noProof="1">
                <a:solidFill>
                  <a:srgbClr val="0000FF"/>
                </a:solidFill>
                <a:latin typeface="Courier New" panose="02070309020205020404" pitchFamily="49" charset="0"/>
              </a:rPr>
              <a:t>new</a:t>
            </a:r>
            <a:r>
              <a:rPr lang="en-US" altLang="en-US" sz="2400" b="1" noProof="1">
                <a:latin typeface="Courier New" panose="02070309020205020404" pitchFamily="49" charset="0"/>
              </a:rPr>
              <a:t> Fork(display,i);</a:t>
            </a:r>
          </a:p>
          <a:p>
            <a:pPr>
              <a:spcBef>
                <a:spcPct val="0"/>
              </a:spcBef>
              <a:buFontTx/>
              <a:buNone/>
            </a:pPr>
            <a:r>
              <a:rPr lang="en-US" altLang="en-US" sz="2400" b="1" noProof="1">
                <a:solidFill>
                  <a:srgbClr val="0000FF"/>
                </a:solidFill>
                <a:latin typeface="Courier New" panose="02070309020205020404" pitchFamily="49" charset="0"/>
              </a:rPr>
              <a:t>for</a:t>
            </a:r>
            <a:r>
              <a:rPr lang="en-US" altLang="en-US" sz="2400" b="1" noProof="1">
                <a:latin typeface="Courier New" panose="02070309020205020404" pitchFamily="49" charset="0"/>
              </a:rPr>
              <a:t> (int i =0; i&lt;N; ++i){</a:t>
            </a:r>
          </a:p>
          <a:p>
            <a:pPr>
              <a:spcBef>
                <a:spcPct val="0"/>
              </a:spcBef>
              <a:buFontTx/>
              <a:buNone/>
            </a:pPr>
            <a:r>
              <a:rPr lang="en-US" altLang="en-US" sz="2400" b="1" noProof="1">
                <a:latin typeface="Courier New" panose="02070309020205020404" pitchFamily="49" charset="0"/>
              </a:rPr>
              <a:t>  phil[i] = </a:t>
            </a:r>
          </a:p>
          <a:p>
            <a:pPr>
              <a:spcBef>
                <a:spcPct val="0"/>
              </a:spcBef>
              <a:buFontTx/>
              <a:buNone/>
            </a:pPr>
            <a:r>
              <a:rPr lang="en-US" altLang="en-US" sz="2400" b="1" noProof="1">
                <a:latin typeface="Courier New" panose="02070309020205020404" pitchFamily="49" charset="0"/>
              </a:rPr>
              <a:t>    </a:t>
            </a:r>
            <a:r>
              <a:rPr lang="en-US" altLang="en-US" sz="2400" b="1" noProof="1">
                <a:solidFill>
                  <a:srgbClr val="0000FF"/>
                </a:solidFill>
                <a:latin typeface="Courier New" panose="02070309020205020404" pitchFamily="49" charset="0"/>
              </a:rPr>
              <a:t>new</a:t>
            </a:r>
            <a:r>
              <a:rPr lang="en-US" altLang="en-US" sz="2400" b="1" noProof="1">
                <a:latin typeface="Courier New" panose="02070309020205020404" pitchFamily="49" charset="0"/>
              </a:rPr>
              <a:t> Philosopher</a:t>
            </a:r>
          </a:p>
          <a:p>
            <a:pPr>
              <a:spcBef>
                <a:spcPct val="0"/>
              </a:spcBef>
              <a:buFontTx/>
              <a:buNone/>
            </a:pPr>
            <a:r>
              <a:rPr lang="en-US" altLang="en-US" sz="2400" b="1" noProof="1">
                <a:latin typeface="Courier New" panose="02070309020205020404" pitchFamily="49" charset="0"/>
              </a:rPr>
              <a:t>		(</a:t>
            </a:r>
            <a:r>
              <a:rPr lang="en-US" altLang="en-US" sz="2400" b="1" noProof="1">
                <a:solidFill>
                  <a:srgbClr val="0000FF"/>
                </a:solidFill>
                <a:latin typeface="Courier New" panose="02070309020205020404" pitchFamily="49" charset="0"/>
              </a:rPr>
              <a:t>this</a:t>
            </a:r>
            <a:r>
              <a:rPr lang="en-US" altLang="en-US" sz="2400" b="1" noProof="1">
                <a:latin typeface="Courier New" panose="02070309020205020404" pitchFamily="49" charset="0"/>
              </a:rPr>
              <a:t>,i,fork[(i-1+N)%N],fork[i]);</a:t>
            </a:r>
          </a:p>
          <a:p>
            <a:pPr>
              <a:spcBef>
                <a:spcPct val="0"/>
              </a:spcBef>
              <a:buFontTx/>
              <a:buNone/>
            </a:pPr>
            <a:r>
              <a:rPr lang="en-US" altLang="en-US" sz="2400" b="1" noProof="1">
                <a:latin typeface="Courier New" panose="02070309020205020404" pitchFamily="49" charset="0"/>
              </a:rPr>
              <a:t>  phil[i].start();</a:t>
            </a:r>
          </a:p>
          <a:p>
            <a:pPr algn="just">
              <a:spcBef>
                <a:spcPct val="0"/>
              </a:spcBef>
              <a:spcAft>
                <a:spcPts val="1200"/>
              </a:spcAft>
              <a:buNone/>
            </a:pPr>
            <a:r>
              <a:rPr lang="en-US" altLang="en-US" sz="2400" b="1" noProof="1">
                <a:latin typeface="Courier New" panose="02070309020205020404" pitchFamily="49" charset="0"/>
              </a:rPr>
              <a:t>}</a:t>
            </a:r>
            <a:endParaRPr lang="en-GB" altLang="en-US" sz="2400" b="1">
              <a:latin typeface="Courier New" panose="02070309020205020404" pitchFamily="49" charset="0"/>
            </a:endParaRPr>
          </a:p>
        </p:txBody>
      </p:sp>
      <p:sp>
        <p:nvSpPr>
          <p:cNvPr id="55301" name="Text Box 5" descr="50%"/>
          <p:cNvSpPr txBox="1">
            <a:spLocks noChangeArrowheads="1"/>
          </p:cNvSpPr>
          <p:nvPr/>
        </p:nvSpPr>
        <p:spPr bwMode="auto">
          <a:xfrm>
            <a:off x="1897063" y="1206500"/>
            <a:ext cx="7212012" cy="958850"/>
          </a:xfrm>
          <a:prstGeom prst="rect">
            <a:avLst/>
          </a:prstGeom>
          <a:blipFill dpi="0" rotWithShape="0">
            <a:blip r:embed="rId3"/>
            <a:srcRect/>
            <a:tile tx="0" ty="0" sx="100000" sy="100000" flip="none" algn="tl"/>
          </a:blipFill>
          <a:ln w="12700">
            <a:solidFill>
              <a:schemeClr val="tx1"/>
            </a:solidFill>
            <a:miter lim="800000"/>
            <a:headEnd/>
            <a:tailEnd/>
          </a:ln>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
                <a:srgbClr val="CC3300"/>
              </a:buClr>
              <a:buFont typeface="Symbol" panose="05050102010706020507" pitchFamily="18" charset="2"/>
              <a:buNone/>
            </a:pPr>
            <a:r>
              <a:rPr lang="en-GB" altLang="en-US" sz="2800">
                <a:latin typeface="Times New Roman" panose="02020603050405020304" pitchFamily="18" charset="0"/>
              </a:rPr>
              <a:t>Code to create the philosopher threads and fork monitors:</a:t>
            </a:r>
            <a:endParaRPr lang="en-GB" altLang="en-US" sz="2400">
              <a:latin typeface="Times New Roman" panose="02020603050405020304" pitchFamily="18" charset="0"/>
            </a:endParaRPr>
          </a:p>
        </p:txBody>
      </p:sp>
    </p:spTree>
    <p:extLst>
      <p:ext uri="{BB962C8B-B14F-4D97-AF65-F5344CB8AC3E}">
        <p14:creationId xmlns:p14="http://schemas.microsoft.com/office/powerpoint/2010/main" val="11854335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2027238" y="0"/>
            <a:ext cx="7042150" cy="1143000"/>
          </a:xfrm>
        </p:spPr>
        <p:txBody>
          <a:bodyPr/>
          <a:lstStyle/>
          <a:p>
            <a:pPr eaLnBrk="1" hangingPunct="1"/>
            <a:r>
              <a:rPr lang="en-GB" altLang="en-US" b="1"/>
              <a:t>Dining Philosophers</a:t>
            </a:r>
          </a:p>
        </p:txBody>
      </p:sp>
      <p:sp>
        <p:nvSpPr>
          <p:cNvPr id="57347" name="Text Box 3"/>
          <p:cNvSpPr txBox="1">
            <a:spLocks noChangeArrowheads="1"/>
          </p:cNvSpPr>
          <p:nvPr/>
        </p:nvSpPr>
        <p:spPr bwMode="auto">
          <a:xfrm>
            <a:off x="2297114" y="1317625"/>
            <a:ext cx="3343275" cy="4678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spcAft>
                <a:spcPts val="1200"/>
              </a:spcAft>
              <a:buNone/>
            </a:pPr>
            <a:r>
              <a:rPr lang="en-GB" altLang="en-US" sz="2400">
                <a:latin typeface="Comic Sans MS" panose="030F0702030302020204" pitchFamily="66" charset="0"/>
              </a:rPr>
              <a:t>To ensure deadlock occurs eventually, the slider control may be moved to the left. This reduces the time each philosopher spends thinking and eating. </a:t>
            </a:r>
          </a:p>
          <a:p>
            <a:pPr>
              <a:spcBef>
                <a:spcPct val="0"/>
              </a:spcBef>
              <a:spcAft>
                <a:spcPts val="1200"/>
              </a:spcAft>
              <a:buNone/>
            </a:pPr>
            <a:r>
              <a:rPr lang="en-GB" altLang="en-US" sz="2400">
                <a:latin typeface="Comic Sans MS" panose="030F0702030302020204" pitchFamily="66" charset="0"/>
              </a:rPr>
              <a:t>This "speedup" increases the probability of deadlock occurring. </a:t>
            </a:r>
          </a:p>
        </p:txBody>
      </p:sp>
      <p:pic>
        <p:nvPicPr>
          <p:cNvPr id="57348" name="Picture 4"/>
          <p:cNvPicPr>
            <a:picLocks noChangeAspect="1" noChangeArrowheads="1"/>
          </p:cNvPicPr>
          <p:nvPr/>
        </p:nvPicPr>
        <p:blipFill>
          <a:blip r:embed="rId3">
            <a:extLst>
              <a:ext uri="{28A0092B-C50C-407E-A947-70E740481C1C}">
                <a14:useLocalDpi xmlns:a14="http://schemas.microsoft.com/office/drawing/2010/main" val="0"/>
              </a:ext>
            </a:extLst>
          </a:blip>
          <a:srcRect l="22966" t="44603" r="25677" b="19691"/>
          <a:stretch>
            <a:fillRect/>
          </a:stretch>
        </p:blipFill>
        <p:spPr bwMode="auto">
          <a:xfrm>
            <a:off x="5740400" y="1492251"/>
            <a:ext cx="4013200" cy="460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07892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2047875" y="1"/>
            <a:ext cx="7042150" cy="919163"/>
          </a:xfrm>
        </p:spPr>
        <p:txBody>
          <a:bodyPr/>
          <a:lstStyle/>
          <a:p>
            <a:pPr eaLnBrk="1" hangingPunct="1"/>
            <a:r>
              <a:rPr lang="en-GB" altLang="en-US" b="1"/>
              <a:t>Deadlock-free Philosophers</a:t>
            </a:r>
          </a:p>
        </p:txBody>
      </p:sp>
      <p:sp>
        <p:nvSpPr>
          <p:cNvPr id="59395" name="Text Box 3"/>
          <p:cNvSpPr txBox="1">
            <a:spLocks noChangeArrowheads="1"/>
          </p:cNvSpPr>
          <p:nvPr/>
        </p:nvSpPr>
        <p:spPr bwMode="auto">
          <a:xfrm>
            <a:off x="1841500" y="1720851"/>
            <a:ext cx="8229600" cy="83099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spcAft>
                <a:spcPts val="1200"/>
              </a:spcAft>
              <a:buNone/>
            </a:pPr>
            <a:r>
              <a:rPr lang="en-GB" altLang="en-US" sz="2400">
                <a:latin typeface="Comic Sans MS" panose="030F0702030302020204" pitchFamily="66" charset="0"/>
              </a:rPr>
              <a:t>Deadlock can be avoided by ensuring that a wait-for cycle cannot exist. </a:t>
            </a:r>
            <a:r>
              <a:rPr lang="en-GB" altLang="en-US" sz="2400" b="1" i="1">
                <a:solidFill>
                  <a:srgbClr val="CC3300"/>
                </a:solidFill>
                <a:latin typeface="Comic Sans MS" panose="030F0702030302020204" pitchFamily="66" charset="0"/>
              </a:rPr>
              <a:t>How?</a:t>
            </a:r>
            <a:endParaRPr lang="en-GB" altLang="en-US" sz="2400" b="1">
              <a:solidFill>
                <a:srgbClr val="CC3300"/>
              </a:solidFill>
              <a:latin typeface="Comic Sans MS" panose="030F0702030302020204" pitchFamily="66" charset="0"/>
            </a:endParaRPr>
          </a:p>
        </p:txBody>
      </p:sp>
      <p:sp>
        <p:nvSpPr>
          <p:cNvPr id="59396" name="Text Box 6"/>
          <p:cNvSpPr txBox="1">
            <a:spLocks noChangeArrowheads="1"/>
          </p:cNvSpPr>
          <p:nvPr/>
        </p:nvSpPr>
        <p:spPr bwMode="auto">
          <a:xfrm>
            <a:off x="1793876" y="2709864"/>
            <a:ext cx="8550275" cy="261610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spcAft>
                <a:spcPts val="1200"/>
              </a:spcAft>
              <a:buNone/>
            </a:pPr>
            <a:r>
              <a:rPr lang="en-GB" altLang="en-US" sz="2400">
                <a:latin typeface="Comic Sans MS" panose="030F0702030302020204" pitchFamily="66" charset="0"/>
              </a:rPr>
              <a:t>Introduce an </a:t>
            </a:r>
            <a:r>
              <a:rPr lang="en-GB" altLang="en-US" sz="2400" i="1">
                <a:latin typeface="Comic Sans MS" panose="030F0702030302020204" pitchFamily="66" charset="0"/>
              </a:rPr>
              <a:t>asymmetry</a:t>
            </a:r>
            <a:r>
              <a:rPr lang="en-GB" altLang="en-US" sz="2400">
                <a:latin typeface="Comic Sans MS" panose="030F0702030302020204" pitchFamily="66" charset="0"/>
              </a:rPr>
              <a:t> into our definition of philosophers.</a:t>
            </a:r>
          </a:p>
          <a:p>
            <a:pPr>
              <a:spcBef>
                <a:spcPct val="0"/>
              </a:spcBef>
              <a:spcAft>
                <a:spcPts val="1200"/>
              </a:spcAft>
              <a:buNone/>
            </a:pPr>
            <a:r>
              <a:rPr lang="en-GB" altLang="en-US" sz="2400">
                <a:latin typeface="Comic Sans MS" panose="030F0702030302020204" pitchFamily="66" charset="0"/>
              </a:rPr>
              <a:t>Use the identity I of a philosopher to make </a:t>
            </a:r>
            <a:r>
              <a:rPr lang="en-GB" altLang="en-US" sz="2400">
                <a:solidFill>
                  <a:schemeClr val="accent2"/>
                </a:solidFill>
                <a:latin typeface="Comic Sans MS" panose="030F0702030302020204" pitchFamily="66" charset="0"/>
              </a:rPr>
              <a:t>even</a:t>
            </a:r>
            <a:r>
              <a:rPr lang="en-GB" altLang="en-US" sz="2400">
                <a:latin typeface="Comic Sans MS" panose="030F0702030302020204" pitchFamily="66" charset="0"/>
              </a:rPr>
              <a:t> numbered philosophers get their </a:t>
            </a:r>
            <a:r>
              <a:rPr lang="en-GB" altLang="en-US" sz="2400">
                <a:solidFill>
                  <a:schemeClr val="accent2"/>
                </a:solidFill>
                <a:latin typeface="Comic Sans MS" panose="030F0702030302020204" pitchFamily="66" charset="0"/>
              </a:rPr>
              <a:t>left</a:t>
            </a:r>
            <a:r>
              <a:rPr lang="en-GB" altLang="en-US" sz="2400">
                <a:latin typeface="Comic Sans MS" panose="030F0702030302020204" pitchFamily="66" charset="0"/>
              </a:rPr>
              <a:t> forks first, </a:t>
            </a:r>
            <a:r>
              <a:rPr lang="en-GB" altLang="en-US" sz="2400">
                <a:solidFill>
                  <a:srgbClr val="CC3300"/>
                </a:solidFill>
                <a:latin typeface="Comic Sans MS" panose="030F0702030302020204" pitchFamily="66" charset="0"/>
              </a:rPr>
              <a:t>odd</a:t>
            </a:r>
            <a:r>
              <a:rPr lang="en-GB" altLang="en-US" sz="2400">
                <a:latin typeface="Comic Sans MS" panose="030F0702030302020204" pitchFamily="66" charset="0"/>
              </a:rPr>
              <a:t> their </a:t>
            </a:r>
            <a:r>
              <a:rPr lang="en-GB" altLang="en-US" sz="2400">
                <a:solidFill>
                  <a:srgbClr val="CC3300"/>
                </a:solidFill>
                <a:latin typeface="Comic Sans MS" panose="030F0702030302020204" pitchFamily="66" charset="0"/>
              </a:rPr>
              <a:t>right </a:t>
            </a:r>
            <a:r>
              <a:rPr lang="en-GB" altLang="en-US" sz="2400">
                <a:latin typeface="Comic Sans MS" panose="030F0702030302020204" pitchFamily="66" charset="0"/>
              </a:rPr>
              <a:t>first.</a:t>
            </a:r>
          </a:p>
          <a:p>
            <a:pPr>
              <a:spcBef>
                <a:spcPct val="0"/>
              </a:spcBef>
              <a:spcAft>
                <a:spcPts val="1200"/>
              </a:spcAft>
              <a:buNone/>
            </a:pPr>
            <a:r>
              <a:rPr lang="en-GB" altLang="en-US" sz="2400" b="1" i="1">
                <a:solidFill>
                  <a:srgbClr val="CC3300"/>
                </a:solidFill>
                <a:latin typeface="Comic Sans MS" panose="030F0702030302020204" pitchFamily="66" charset="0"/>
              </a:rPr>
              <a:t>Other strategies?</a:t>
            </a:r>
          </a:p>
        </p:txBody>
      </p:sp>
    </p:spTree>
    <p:extLst>
      <p:ext uri="{BB962C8B-B14F-4D97-AF65-F5344CB8AC3E}">
        <p14:creationId xmlns:p14="http://schemas.microsoft.com/office/powerpoint/2010/main" val="25603163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noChangeArrowheads="1"/>
          </p:cNvSpPr>
          <p:nvPr>
            <p:ph type="title"/>
          </p:nvPr>
        </p:nvSpPr>
        <p:spPr/>
        <p:txBody>
          <a:bodyPr/>
          <a:lstStyle/>
          <a:p>
            <a:pPr eaLnBrk="1" hangingPunct="1"/>
            <a:r>
              <a:rPr lang="en-US" altLang="en-US"/>
              <a:t>Other strategies</a:t>
            </a:r>
          </a:p>
        </p:txBody>
      </p:sp>
      <p:sp>
        <p:nvSpPr>
          <p:cNvPr id="61443" name="Content Placeholder 2"/>
          <p:cNvSpPr>
            <a:spLocks noGrp="1" noChangeArrowheads="1"/>
          </p:cNvSpPr>
          <p:nvPr>
            <p:ph idx="1"/>
          </p:nvPr>
        </p:nvSpPr>
        <p:spPr/>
        <p:txBody>
          <a:bodyPr/>
          <a:lstStyle/>
          <a:p>
            <a:pPr eaLnBrk="1" hangingPunct="1"/>
            <a:r>
              <a:rPr lang="en-US" altLang="en-US"/>
              <a:t>When a philosopher wants to eat, he/she checks both chopsticks. If they are free, then he/she eats. Otherwise, he/she waits on a condition variable. </a:t>
            </a:r>
          </a:p>
        </p:txBody>
      </p:sp>
      <p:pic>
        <p:nvPicPr>
          <p:cNvPr id="61444" name="Picture 2" descr="Image result for check left and right chopstick pla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1664" y="3895726"/>
            <a:ext cx="3068637" cy="232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954005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noChangeArrowheads="1"/>
          </p:cNvSpPr>
          <p:nvPr>
            <p:ph type="title"/>
          </p:nvPr>
        </p:nvSpPr>
        <p:spPr/>
        <p:txBody>
          <a:bodyPr/>
          <a:lstStyle/>
          <a:p>
            <a:pPr eaLnBrk="1" hangingPunct="1"/>
            <a:r>
              <a:rPr lang="en-US" altLang="en-US"/>
              <a:t>Other strategies</a:t>
            </a:r>
          </a:p>
        </p:txBody>
      </p:sp>
      <p:sp>
        <p:nvSpPr>
          <p:cNvPr id="62467" name="Content Placeholder 2"/>
          <p:cNvSpPr>
            <a:spLocks noGrp="1" noChangeArrowheads="1"/>
          </p:cNvSpPr>
          <p:nvPr>
            <p:ph idx="1"/>
          </p:nvPr>
        </p:nvSpPr>
        <p:spPr/>
        <p:txBody>
          <a:bodyPr/>
          <a:lstStyle/>
          <a:p>
            <a:pPr eaLnBrk="1" hangingPunct="1"/>
            <a:r>
              <a:rPr lang="en-US" altLang="en-US"/>
              <a:t>Whenever a philosopher finishes eating, he/she checks to see if his neighbors want to eat and are waiting. If so, then he/she calls signal on their condition variables so that they can recheck the chopsticks and eat if possible.</a:t>
            </a:r>
          </a:p>
          <a:p>
            <a:pPr eaLnBrk="1" hangingPunct="1"/>
            <a:endParaRPr lang="en-US" altLang="en-US"/>
          </a:p>
          <a:p>
            <a:pPr eaLnBrk="1" hangingPunct="1"/>
            <a:r>
              <a:rPr lang="en-US" altLang="en-US"/>
              <a:t>And many more…..</a:t>
            </a:r>
          </a:p>
        </p:txBody>
      </p:sp>
    </p:spTree>
    <p:extLst>
      <p:ext uri="{BB962C8B-B14F-4D97-AF65-F5344CB8AC3E}">
        <p14:creationId xmlns:p14="http://schemas.microsoft.com/office/powerpoint/2010/main" val="40714849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p:cNvSpPr>
            <a:spLocks noGrp="1" noChangeArrowheads="1"/>
          </p:cNvSpPr>
          <p:nvPr>
            <p:ph type="title"/>
          </p:nvPr>
        </p:nvSpPr>
        <p:spPr>
          <a:xfrm>
            <a:off x="2084388" y="1"/>
            <a:ext cx="7042150" cy="957263"/>
          </a:xfrm>
        </p:spPr>
        <p:txBody>
          <a:bodyPr/>
          <a:lstStyle/>
          <a:p>
            <a:pPr eaLnBrk="1" hangingPunct="1"/>
            <a:r>
              <a:rPr lang="en-US" altLang="en-US" b="1"/>
              <a:t>Summary</a:t>
            </a:r>
          </a:p>
        </p:txBody>
      </p:sp>
      <p:sp>
        <p:nvSpPr>
          <p:cNvPr id="63491" name="Rectangle 4"/>
          <p:cNvSpPr>
            <a:spLocks noChangeArrowheads="1"/>
          </p:cNvSpPr>
          <p:nvPr/>
        </p:nvSpPr>
        <p:spPr bwMode="auto">
          <a:xfrm>
            <a:off x="1524000" y="752476"/>
            <a:ext cx="8343900" cy="581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30000"/>
              </a:lnSpc>
            </a:pPr>
            <a:r>
              <a:rPr lang="en-GB" altLang="en-US" sz="2000">
                <a:latin typeface="Comic Sans MS" panose="030F0702030302020204" pitchFamily="66" charset="0"/>
              </a:rPr>
              <a:t>Concepts</a:t>
            </a:r>
          </a:p>
          <a:p>
            <a:pPr lvl="1">
              <a:lnSpc>
                <a:spcPct val="130000"/>
              </a:lnSpc>
            </a:pPr>
            <a:r>
              <a:rPr lang="en-GB" altLang="en-US" sz="2000" b="1">
                <a:solidFill>
                  <a:schemeClr val="accent2"/>
                </a:solidFill>
                <a:latin typeface="Comic Sans MS" panose="030F0702030302020204" pitchFamily="66" charset="0"/>
              </a:rPr>
              <a:t>deadlock</a:t>
            </a:r>
            <a:r>
              <a:rPr lang="en-GB" altLang="en-US" sz="2000" b="1">
                <a:latin typeface="Comic Sans MS" panose="030F0702030302020204" pitchFamily="66" charset="0"/>
              </a:rPr>
              <a:t>: no further progress</a:t>
            </a:r>
          </a:p>
          <a:p>
            <a:pPr lvl="1">
              <a:lnSpc>
                <a:spcPct val="130000"/>
              </a:lnSpc>
            </a:pPr>
            <a:r>
              <a:rPr lang="en-GB" altLang="en-US" sz="2000" b="1">
                <a:latin typeface="Comic Sans MS" panose="030F0702030302020204" pitchFamily="66" charset="0"/>
              </a:rPr>
              <a:t>four necessary and sufficient conditions:</a:t>
            </a:r>
          </a:p>
          <a:p>
            <a:pPr lvl="2">
              <a:lnSpc>
                <a:spcPct val="130000"/>
              </a:lnSpc>
            </a:pPr>
            <a:r>
              <a:rPr lang="en-GB" altLang="en-US" sz="2000" b="1">
                <a:latin typeface="Comic Sans MS" panose="030F0702030302020204" pitchFamily="66" charset="0"/>
              </a:rPr>
              <a:t> serially reusable resources</a:t>
            </a:r>
          </a:p>
          <a:p>
            <a:pPr lvl="2">
              <a:lnSpc>
                <a:spcPct val="130000"/>
              </a:lnSpc>
            </a:pPr>
            <a:r>
              <a:rPr lang="en-GB" altLang="en-US" sz="2000" b="1">
                <a:latin typeface="Comic Sans MS" panose="030F0702030302020204" pitchFamily="66" charset="0"/>
              </a:rPr>
              <a:t> incremental acquisition</a:t>
            </a:r>
          </a:p>
          <a:p>
            <a:pPr lvl="2">
              <a:lnSpc>
                <a:spcPct val="130000"/>
              </a:lnSpc>
            </a:pPr>
            <a:r>
              <a:rPr lang="en-GB" altLang="en-US" sz="2000" b="1">
                <a:latin typeface="Comic Sans MS" panose="030F0702030302020204" pitchFamily="66" charset="0"/>
              </a:rPr>
              <a:t> no pre-emption</a:t>
            </a:r>
          </a:p>
          <a:p>
            <a:pPr lvl="2">
              <a:lnSpc>
                <a:spcPct val="130000"/>
              </a:lnSpc>
            </a:pPr>
            <a:r>
              <a:rPr lang="en-GB" altLang="en-US" sz="2000" b="1">
                <a:latin typeface="Comic Sans MS" panose="030F0702030302020204" pitchFamily="66" charset="0"/>
              </a:rPr>
              <a:t> wait-for cycle</a:t>
            </a:r>
          </a:p>
          <a:p>
            <a:pPr>
              <a:lnSpc>
                <a:spcPct val="130000"/>
              </a:lnSpc>
            </a:pPr>
            <a:r>
              <a:rPr lang="en-GB" altLang="en-US" sz="2000">
                <a:latin typeface="Comic Sans MS" panose="030F0702030302020204" pitchFamily="66" charset="0"/>
              </a:rPr>
              <a:t>Practice</a:t>
            </a:r>
            <a:endParaRPr lang="en-GB" altLang="en-US" sz="2000" b="1">
              <a:latin typeface="Comic Sans MS" panose="030F0702030302020204" pitchFamily="66" charset="0"/>
            </a:endParaRPr>
          </a:p>
          <a:p>
            <a:pPr lvl="1">
              <a:lnSpc>
                <a:spcPct val="110000"/>
              </a:lnSpc>
            </a:pPr>
            <a:r>
              <a:rPr lang="en-GB" altLang="en-US" sz="2000" b="1">
                <a:latin typeface="Comic Sans MS" panose="030F0702030302020204" pitchFamily="66" charset="0"/>
              </a:rPr>
              <a:t>blocked threads</a:t>
            </a:r>
          </a:p>
        </p:txBody>
      </p:sp>
    </p:spTree>
    <p:extLst>
      <p:ext uri="{BB962C8B-B14F-4D97-AF65-F5344CB8AC3E}">
        <p14:creationId xmlns:p14="http://schemas.microsoft.com/office/powerpoint/2010/main" val="21176009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3"/>
          <p:cNvSpPr txBox="1">
            <a:spLocks noChangeArrowheads="1"/>
          </p:cNvSpPr>
          <p:nvPr/>
        </p:nvSpPr>
        <p:spPr bwMode="auto">
          <a:xfrm>
            <a:off x="4659314" y="236539"/>
            <a:ext cx="29241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4000" b="1">
                <a:solidFill>
                  <a:srgbClr val="003366"/>
                </a:solidFill>
              </a:rPr>
              <a:t>References</a:t>
            </a:r>
            <a:endParaRPr lang="en-US" altLang="en-US" sz="4000">
              <a:solidFill>
                <a:srgbClr val="003366"/>
              </a:solidFill>
            </a:endParaRPr>
          </a:p>
        </p:txBody>
      </p:sp>
      <p:sp>
        <p:nvSpPr>
          <p:cNvPr id="65539" name="Rectangle 4"/>
          <p:cNvSpPr>
            <a:spLocks noChangeArrowheads="1"/>
          </p:cNvSpPr>
          <p:nvPr/>
        </p:nvSpPr>
        <p:spPr bwMode="auto">
          <a:xfrm>
            <a:off x="1774825" y="2262189"/>
            <a:ext cx="81661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3600" b="1"/>
              <a:t>   Jeff M &amp; Jeff K, Concurrency – State Models &amp; Java Programming</a:t>
            </a:r>
            <a:r>
              <a:rPr lang="en-US" altLang="en-US" sz="3600"/>
              <a:t> </a:t>
            </a:r>
          </a:p>
        </p:txBody>
      </p:sp>
    </p:spTree>
    <p:extLst>
      <p:ext uri="{BB962C8B-B14F-4D97-AF65-F5344CB8AC3E}">
        <p14:creationId xmlns:p14="http://schemas.microsoft.com/office/powerpoint/2010/main" val="25781322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a:spLocks noChangeArrowheads="1"/>
          </p:cNvSpPr>
          <p:nvPr/>
        </p:nvSpPr>
        <p:spPr bwMode="auto">
          <a:xfrm>
            <a:off x="3892551" y="2882900"/>
            <a:ext cx="4568825"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9600"/>
              <a:t>Q &amp; A</a:t>
            </a:r>
          </a:p>
        </p:txBody>
      </p:sp>
    </p:spTree>
    <p:extLst>
      <p:ext uri="{BB962C8B-B14F-4D97-AF65-F5344CB8AC3E}">
        <p14:creationId xmlns:p14="http://schemas.microsoft.com/office/powerpoint/2010/main" val="30490617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3"/>
          <p:cNvSpPr>
            <a:spLocks noGrp="1" noChangeArrowheads="1"/>
          </p:cNvSpPr>
          <p:nvPr>
            <p:ph type="title"/>
          </p:nvPr>
        </p:nvSpPr>
        <p:spPr>
          <a:xfrm>
            <a:off x="2847975" y="569139"/>
            <a:ext cx="5069016" cy="553998"/>
          </a:xfrm>
        </p:spPr>
        <p:txBody>
          <a:bodyPr wrap="none">
            <a:spAutoFit/>
          </a:bodyPr>
          <a:lstStyle/>
          <a:p>
            <a:r>
              <a:rPr lang="en-US" altLang="en-US" b="1" u="sng">
                <a:solidFill>
                  <a:srgbClr val="003366"/>
                </a:solidFill>
              </a:rPr>
              <a:t>What we will cover next</a:t>
            </a:r>
            <a:endParaRPr lang="en-US" altLang="en-US" u="sng">
              <a:solidFill>
                <a:srgbClr val="003366"/>
              </a:solidFill>
            </a:endParaRPr>
          </a:p>
        </p:txBody>
      </p:sp>
      <p:sp>
        <p:nvSpPr>
          <p:cNvPr id="69635" name="Content Placeholder 2"/>
          <p:cNvSpPr>
            <a:spLocks noGrp="1" noChangeArrowheads="1"/>
          </p:cNvSpPr>
          <p:nvPr>
            <p:ph idx="1"/>
          </p:nvPr>
        </p:nvSpPr>
        <p:spPr/>
        <p:txBody>
          <a:bodyPr/>
          <a:lstStyle/>
          <a:p>
            <a:pPr eaLnBrk="1" hangingPunct="1"/>
            <a:r>
              <a:rPr lang="en-US" altLang="en-US"/>
              <a:t>Safety</a:t>
            </a:r>
          </a:p>
        </p:txBody>
      </p:sp>
    </p:spTree>
    <p:extLst>
      <p:ext uri="{BB962C8B-B14F-4D97-AF65-F5344CB8AC3E}">
        <p14:creationId xmlns:p14="http://schemas.microsoft.com/office/powerpoint/2010/main" val="2939516953"/>
      </p:ext>
    </p:extLst>
  </p:cSld>
  <p:clrMapOvr>
    <a:masterClrMapping/>
  </p:clrMapOvr>
</p:sld>
</file>

<file path=ppt/theme/theme1.xml><?xml version="1.0" encoding="utf-8"?>
<a:theme xmlns:a="http://schemas.openxmlformats.org/drawingml/2006/main" name="UCTI-Template-foundation-level">
  <a:themeElements>
    <a:clrScheme name="APU-2023">
      <a:dk1>
        <a:srgbClr val="082F50"/>
      </a:dk1>
      <a:lt1>
        <a:srgbClr val="FFFFFF"/>
      </a:lt1>
      <a:dk2>
        <a:srgbClr val="0070C0"/>
      </a:dk2>
      <a:lt2>
        <a:srgbClr val="C0F9FC"/>
      </a:lt2>
      <a:accent1>
        <a:srgbClr val="00B0F0"/>
      </a:accent1>
      <a:accent2>
        <a:srgbClr val="079244"/>
      </a:accent2>
      <a:accent3>
        <a:srgbClr val="E02C32"/>
      </a:accent3>
      <a:accent4>
        <a:srgbClr val="45D7EA"/>
      </a:accent4>
      <a:accent5>
        <a:srgbClr val="FAC41B"/>
      </a:accent5>
      <a:accent6>
        <a:srgbClr val="082F50"/>
      </a:accent6>
      <a:hlink>
        <a:srgbClr val="9AB1D0"/>
      </a:hlink>
      <a:folHlink>
        <a:srgbClr val="0D3358"/>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APU-2023">
      <a:dk1>
        <a:srgbClr val="081929"/>
      </a:dk1>
      <a:lt1>
        <a:srgbClr val="FFFFFF"/>
      </a:lt1>
      <a:dk2>
        <a:srgbClr val="0070C0"/>
      </a:dk2>
      <a:lt2>
        <a:srgbClr val="FFFFFF"/>
      </a:lt2>
      <a:accent1>
        <a:srgbClr val="00B0F0"/>
      </a:accent1>
      <a:accent2>
        <a:srgbClr val="99CC00"/>
      </a:accent2>
      <a:accent3>
        <a:srgbClr val="FF9966"/>
      </a:accent3>
      <a:accent4>
        <a:srgbClr val="45D7EA"/>
      </a:accent4>
      <a:accent5>
        <a:srgbClr val="CC66FF"/>
      </a:accent5>
      <a:accent6>
        <a:srgbClr val="FCE456"/>
      </a:accent6>
      <a:hlink>
        <a:srgbClr val="B7C6FE"/>
      </a:hlink>
      <a:folHlink>
        <a:srgbClr val="00B0F0"/>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0C09830CF6CB84B8D12D02B69700FAF" ma:contentTypeVersion="14" ma:contentTypeDescription="Create a new document." ma:contentTypeScope="" ma:versionID="91bb3fc2fda44f6dca498e4986d3c34f">
  <xsd:schema xmlns:xsd="http://www.w3.org/2001/XMLSchema" xmlns:xs="http://www.w3.org/2001/XMLSchema" xmlns:p="http://schemas.microsoft.com/office/2006/metadata/properties" xmlns:ns3="c0f90a4e-2534-4174-991f-0eb794d5b859" xmlns:ns4="d2981e9c-0c44-4237-a41f-50944ddb2e5d" targetNamespace="http://schemas.microsoft.com/office/2006/metadata/properties" ma:root="true" ma:fieldsID="d346f1bbf5bc0d23fe733b73729b7857" ns3:_="" ns4:_="">
    <xsd:import namespace="c0f90a4e-2534-4174-991f-0eb794d5b859"/>
    <xsd:import namespace="d2981e9c-0c44-4237-a41f-50944ddb2e5d"/>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element ref="ns3:MediaServiceOCR" minOccurs="0"/>
                <xsd:element ref="ns3:MediaServiceLocation"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f90a4e-2534-4174-991f-0eb794d5b8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2981e9c-0c44-4237-a41f-50944ddb2e5d"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374C82B-844E-4C6D-B41E-036AD4E59A6E}">
  <ds:schemaRefs>
    <ds:schemaRef ds:uri="http://schemas.microsoft.com/sharepoint/v3/contenttype/forms"/>
  </ds:schemaRefs>
</ds:datastoreItem>
</file>

<file path=customXml/itemProps2.xml><?xml version="1.0" encoding="utf-8"?>
<ds:datastoreItem xmlns:ds="http://schemas.openxmlformats.org/officeDocument/2006/customXml" ds:itemID="{6ED3909F-E191-4C23-B23C-BA46B5ADDDA2}">
  <ds:schemaRefs>
    <ds:schemaRef ds:uri="http://purl.org/dc/terms/"/>
    <ds:schemaRef ds:uri="http://schemas.microsoft.com/office/2006/documentManagement/types"/>
    <ds:schemaRef ds:uri="d2981e9c-0c44-4237-a41f-50944ddb2e5d"/>
    <ds:schemaRef ds:uri="http://schemas.microsoft.com/office/infopath/2007/PartnerControls"/>
    <ds:schemaRef ds:uri="http://purl.org/dc/elements/1.1/"/>
    <ds:schemaRef ds:uri="http://schemas.microsoft.com/office/2006/metadata/properties"/>
    <ds:schemaRef ds:uri="c0f90a4e-2534-4174-991f-0eb794d5b859"/>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AB6039F5-814C-4C5B-A6B0-438D9C48FD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f90a4e-2534-4174-991f-0eb794d5b859"/>
    <ds:schemaRef ds:uri="d2981e9c-0c44-4237-a41f-50944ddb2e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1421</TotalTime>
  <Pages>11</Pages>
  <Words>3235</Words>
  <Application>Microsoft Office PowerPoint</Application>
  <PresentationFormat>Widescreen</PresentationFormat>
  <Paragraphs>398</Paragraphs>
  <Slides>64</Slides>
  <Notes>44</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64</vt:i4>
      </vt:variant>
    </vt:vector>
  </HeadingPairs>
  <TitlesOfParts>
    <vt:vector size="77" baseType="lpstr">
      <vt:lpstr>Arial</vt:lpstr>
      <vt:lpstr>Book Antiqua</vt:lpstr>
      <vt:lpstr>Calibri</vt:lpstr>
      <vt:lpstr>Century Gothic</vt:lpstr>
      <vt:lpstr>Comic Sans MS</vt:lpstr>
      <vt:lpstr>Courier New</vt:lpstr>
      <vt:lpstr>Impact</vt:lpstr>
      <vt:lpstr>Montserrat</vt:lpstr>
      <vt:lpstr>PT Sans</vt:lpstr>
      <vt:lpstr>Symbol</vt:lpstr>
      <vt:lpstr>Times New Roman</vt:lpstr>
      <vt:lpstr>UCTI-Template-foundation-level</vt:lpstr>
      <vt:lpstr>Drawing</vt:lpstr>
      <vt:lpstr>Classical Problems</vt:lpstr>
      <vt:lpstr>Topic &amp; Structure of The Lesson</vt:lpstr>
      <vt:lpstr>Learning Outcomes</vt:lpstr>
      <vt:lpstr>Key Terms You Must Be Able To Use</vt:lpstr>
      <vt:lpstr>PowerPoint Presentation</vt:lpstr>
      <vt:lpstr>PowerPoint Presentation</vt:lpstr>
      <vt:lpstr>Classical Problems</vt:lpstr>
      <vt:lpstr>Bounded Buffer</vt:lpstr>
      <vt:lpstr>bounded buffer program - buffer monitor</vt:lpstr>
      <vt:lpstr>Bounded buffer program - producer process</vt:lpstr>
      <vt:lpstr>Semaphores</vt:lpstr>
      <vt:lpstr>Semaphores</vt:lpstr>
      <vt:lpstr>Semaphores in Java</vt:lpstr>
      <vt:lpstr>Semaphores in Java</vt:lpstr>
      <vt:lpstr>Nested Monitors</vt:lpstr>
      <vt:lpstr>Nested Monitors</vt:lpstr>
      <vt:lpstr>Pause</vt:lpstr>
      <vt:lpstr>nested monitors -  bounded buffer program </vt:lpstr>
      <vt:lpstr>nested monitors -  bounded buffer model</vt:lpstr>
      <vt:lpstr>Nested Monitor Problem</vt:lpstr>
      <vt:lpstr>nested monitors -  bounded buffer model</vt:lpstr>
      <vt:lpstr>Nested monitors - revised bounded buffer program</vt:lpstr>
      <vt:lpstr>synchronized method</vt:lpstr>
      <vt:lpstr>synchronized blocks</vt:lpstr>
      <vt:lpstr>PowerPoint Presentation</vt:lpstr>
      <vt:lpstr>Clarification!</vt:lpstr>
      <vt:lpstr>Summary</vt:lpstr>
      <vt:lpstr>Summary</vt:lpstr>
      <vt:lpstr>PowerPoint Presentation</vt:lpstr>
      <vt:lpstr>PowerPoint Presentation</vt:lpstr>
      <vt:lpstr>PowerPoint Presentation</vt:lpstr>
      <vt:lpstr>Do it yourself!</vt:lpstr>
      <vt:lpstr>What we will cover next</vt:lpstr>
      <vt:lpstr>Deadlock</vt:lpstr>
      <vt:lpstr>BlockingQueue</vt:lpstr>
      <vt:lpstr>Topic &amp; Structure of The Lesson</vt:lpstr>
      <vt:lpstr>PowerPoint Presentation</vt:lpstr>
      <vt:lpstr>Key Terms You Must Be Able To Use</vt:lpstr>
      <vt:lpstr>Deadlock</vt:lpstr>
      <vt:lpstr>Starvation-freedom</vt:lpstr>
      <vt:lpstr>Deadlock-freedom</vt:lpstr>
      <vt:lpstr>Deadlock: four necessary and sufficient conditions</vt:lpstr>
      <vt:lpstr>Deadlock: four necessary and sufficient conditions</vt:lpstr>
      <vt:lpstr>Wait-for cycle</vt:lpstr>
      <vt:lpstr>In Class Discussion</vt:lpstr>
      <vt:lpstr>Deadlock analysis – Case Study (Printer-Scanner Problem)</vt:lpstr>
      <vt:lpstr>Deadlock analysis – Case Study</vt:lpstr>
      <vt:lpstr>Dining Philosophers Problem</vt:lpstr>
      <vt:lpstr>PowerPoint Presentation</vt:lpstr>
      <vt:lpstr>Dining Philosophers - model analysis</vt:lpstr>
      <vt:lpstr>Dining Philosophers</vt:lpstr>
      <vt:lpstr>Dining Philosophers - implementation in Java</vt:lpstr>
      <vt:lpstr>Dining Philosophers - implementation in Java</vt:lpstr>
      <vt:lpstr>Dining Philosophers - Fork monitor</vt:lpstr>
      <vt:lpstr>Dining Philosophers - Philosopher implementation</vt:lpstr>
      <vt:lpstr>Dining Philosophers - implementation in Java</vt:lpstr>
      <vt:lpstr>Dining Philosophers</vt:lpstr>
      <vt:lpstr>Deadlock-free Philosophers</vt:lpstr>
      <vt:lpstr>Other strategies</vt:lpstr>
      <vt:lpstr>Other strategies</vt:lpstr>
      <vt:lpstr>Summary</vt:lpstr>
      <vt:lpstr>PowerPoint Presentation</vt:lpstr>
      <vt:lpstr>PowerPoint Presentation</vt:lpstr>
      <vt:lpstr>What we will cover next</vt:lpstr>
    </vt:vector>
  </TitlesOfParts>
  <Company>APU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Teaching Slides</dc:subject>
  <dc:creator>DBB</dc:creator>
  <cp:keywords>2023</cp:keywords>
  <cp:lastModifiedBy>Zailan Arabee Abdul Salam</cp:lastModifiedBy>
  <cp:revision>330</cp:revision>
  <cp:lastPrinted>2023-02-03T03:07:34Z</cp:lastPrinted>
  <dcterms:created xsi:type="dcterms:W3CDTF">2005-08-02T10:18:20Z</dcterms:created>
  <dcterms:modified xsi:type="dcterms:W3CDTF">2023-11-06T04:59:17Z</dcterms:modified>
  <cp:category>Teaching Slides</cp:category>
  <cp:contentStatus>2023 Version</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0x01010050C09830CF6CB84B8D12D02B69700FAF</vt:lpwstr>
  </property>
</Properties>
</file>