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47"/>
  </p:notesMasterIdLst>
  <p:handoutMasterIdLst>
    <p:handoutMasterId r:id="rId48"/>
  </p:handoutMasterIdLst>
  <p:sldIdLst>
    <p:sldId id="318" r:id="rId5"/>
    <p:sldId id="471" r:id="rId6"/>
    <p:sldId id="472" r:id="rId7"/>
    <p:sldId id="473" r:id="rId8"/>
    <p:sldId id="409" r:id="rId9"/>
    <p:sldId id="410" r:id="rId10"/>
    <p:sldId id="411" r:id="rId11"/>
    <p:sldId id="412" r:id="rId12"/>
    <p:sldId id="413" r:id="rId13"/>
    <p:sldId id="414" r:id="rId14"/>
    <p:sldId id="415" r:id="rId15"/>
    <p:sldId id="416" r:id="rId16"/>
    <p:sldId id="417" r:id="rId17"/>
    <p:sldId id="418" r:id="rId18"/>
    <p:sldId id="419" r:id="rId19"/>
    <p:sldId id="420" r:id="rId20"/>
    <p:sldId id="421" r:id="rId21"/>
    <p:sldId id="422" r:id="rId22"/>
    <p:sldId id="423" r:id="rId23"/>
    <p:sldId id="474" r:id="rId24"/>
    <p:sldId id="424" r:id="rId25"/>
    <p:sldId id="425" r:id="rId26"/>
    <p:sldId id="475" r:id="rId27"/>
    <p:sldId id="427" r:id="rId28"/>
    <p:sldId id="428" r:id="rId29"/>
    <p:sldId id="476" r:id="rId30"/>
    <p:sldId id="429" r:id="rId31"/>
    <p:sldId id="477" r:id="rId32"/>
    <p:sldId id="478" r:id="rId33"/>
    <p:sldId id="479" r:id="rId34"/>
    <p:sldId id="480" r:id="rId35"/>
    <p:sldId id="481" r:id="rId36"/>
    <p:sldId id="482" r:id="rId37"/>
    <p:sldId id="483" r:id="rId38"/>
    <p:sldId id="484" r:id="rId39"/>
    <p:sldId id="485" r:id="rId40"/>
    <p:sldId id="486" r:id="rId41"/>
    <p:sldId id="488" r:id="rId42"/>
    <p:sldId id="489" r:id="rId43"/>
    <p:sldId id="431" r:id="rId44"/>
    <p:sldId id="490" r:id="rId45"/>
    <p:sldId id="491" r:id="rId46"/>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318"/>
            <p14:sldId id="471"/>
            <p14:sldId id="472"/>
            <p14:sldId id="473"/>
            <p14:sldId id="409"/>
            <p14:sldId id="410"/>
            <p14:sldId id="411"/>
            <p14:sldId id="412"/>
            <p14:sldId id="413"/>
            <p14:sldId id="414"/>
            <p14:sldId id="415"/>
            <p14:sldId id="416"/>
            <p14:sldId id="417"/>
            <p14:sldId id="418"/>
            <p14:sldId id="419"/>
            <p14:sldId id="420"/>
            <p14:sldId id="421"/>
            <p14:sldId id="422"/>
            <p14:sldId id="423"/>
            <p14:sldId id="474"/>
            <p14:sldId id="424"/>
            <p14:sldId id="425"/>
            <p14:sldId id="475"/>
            <p14:sldId id="427"/>
            <p14:sldId id="428"/>
            <p14:sldId id="476"/>
            <p14:sldId id="429"/>
            <p14:sldId id="477"/>
            <p14:sldId id="478"/>
            <p14:sldId id="479"/>
            <p14:sldId id="480"/>
            <p14:sldId id="481"/>
            <p14:sldId id="482"/>
            <p14:sldId id="483"/>
            <p14:sldId id="484"/>
            <p14:sldId id="485"/>
            <p14:sldId id="486"/>
            <p14:sldId id="488"/>
            <p14:sldId id="489"/>
            <p14:sldId id="431"/>
            <p14:sldId id="490"/>
            <p14:sldId id="4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403CD1-FF15-4DF0-8479-C4E0F0908469}" v="1" dt="2023-11-06T04:58:14.6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279" autoAdjust="0"/>
    <p:restoredTop sz="94249" autoAdjust="0"/>
  </p:normalViewPr>
  <p:slideViewPr>
    <p:cSldViewPr snapToGrid="0">
      <p:cViewPr varScale="1">
        <p:scale>
          <a:sx n="109" d="100"/>
          <a:sy n="109" d="100"/>
        </p:scale>
        <p:origin x="654" y="96"/>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6288"/>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lan Arabee Abdul Salam" userId="5bc04053-34d1-46af-a9d4-ff754460ad4b" providerId="ADAL" clId="{BB403CD1-FF15-4DF0-8479-C4E0F0908469}"/>
    <pc:docChg chg="addSld delSld modSld modSection">
      <pc:chgData name="Zailan Arabee Abdul Salam" userId="5bc04053-34d1-46af-a9d4-ff754460ad4b" providerId="ADAL" clId="{BB403CD1-FF15-4DF0-8479-C4E0F0908469}" dt="2023-11-06T04:58:36.112" v="4" actId="47"/>
      <pc:docMkLst>
        <pc:docMk/>
      </pc:docMkLst>
      <pc:sldChg chg="modSp add mod">
        <pc:chgData name="Zailan Arabee Abdul Salam" userId="5bc04053-34d1-46af-a9d4-ff754460ad4b" providerId="ADAL" clId="{BB403CD1-FF15-4DF0-8479-C4E0F0908469}" dt="2023-11-06T04:58:22.679" v="2" actId="207"/>
        <pc:sldMkLst>
          <pc:docMk/>
          <pc:sldMk cId="0" sldId="318"/>
        </pc:sldMkLst>
        <pc:spChg chg="mod">
          <ac:chgData name="Zailan Arabee Abdul Salam" userId="5bc04053-34d1-46af-a9d4-ff754460ad4b" providerId="ADAL" clId="{BB403CD1-FF15-4DF0-8479-C4E0F0908469}" dt="2023-11-06T04:58:22.679" v="2" actId="207"/>
          <ac:spMkLst>
            <pc:docMk/>
            <pc:sldMk cId="0" sldId="318"/>
            <ac:spMk id="4" creationId="{39ED8E1E-1AAD-0FD5-A405-9B5BF3413A96}"/>
          </ac:spMkLst>
        </pc:spChg>
      </pc:sldChg>
      <pc:sldChg chg="del">
        <pc:chgData name="Zailan Arabee Abdul Salam" userId="5bc04053-34d1-46af-a9d4-ff754460ad4b" providerId="ADAL" clId="{BB403CD1-FF15-4DF0-8479-C4E0F0908469}" dt="2023-11-06T04:58:32.688" v="3" actId="47"/>
        <pc:sldMkLst>
          <pc:docMk/>
          <pc:sldMk cId="0" sldId="342"/>
        </pc:sldMkLst>
      </pc:sldChg>
      <pc:sldChg chg="del">
        <pc:chgData name="Zailan Arabee Abdul Salam" userId="5bc04053-34d1-46af-a9d4-ff754460ad4b" providerId="ADAL" clId="{BB403CD1-FF15-4DF0-8479-C4E0F0908469}" dt="2023-11-06T04:58:32.688" v="3" actId="47"/>
        <pc:sldMkLst>
          <pc:docMk/>
          <pc:sldMk cId="0" sldId="364"/>
        </pc:sldMkLst>
      </pc:sldChg>
      <pc:sldChg chg="del">
        <pc:chgData name="Zailan Arabee Abdul Salam" userId="5bc04053-34d1-46af-a9d4-ff754460ad4b" providerId="ADAL" clId="{BB403CD1-FF15-4DF0-8479-C4E0F0908469}" dt="2023-11-06T04:58:18.415" v="1" actId="47"/>
        <pc:sldMkLst>
          <pc:docMk/>
          <pc:sldMk cId="0" sldId="367"/>
        </pc:sldMkLst>
      </pc:sldChg>
      <pc:sldChg chg="del">
        <pc:chgData name="Zailan Arabee Abdul Salam" userId="5bc04053-34d1-46af-a9d4-ff754460ad4b" providerId="ADAL" clId="{BB403CD1-FF15-4DF0-8479-C4E0F0908469}" dt="2023-11-06T04:58:32.688" v="3" actId="47"/>
        <pc:sldMkLst>
          <pc:docMk/>
          <pc:sldMk cId="0" sldId="368"/>
        </pc:sldMkLst>
      </pc:sldChg>
      <pc:sldChg chg="del">
        <pc:chgData name="Zailan Arabee Abdul Salam" userId="5bc04053-34d1-46af-a9d4-ff754460ad4b" providerId="ADAL" clId="{BB403CD1-FF15-4DF0-8479-C4E0F0908469}" dt="2023-11-06T04:58:32.688" v="3" actId="47"/>
        <pc:sldMkLst>
          <pc:docMk/>
          <pc:sldMk cId="0" sldId="373"/>
        </pc:sldMkLst>
      </pc:sldChg>
      <pc:sldChg chg="del">
        <pc:chgData name="Zailan Arabee Abdul Salam" userId="5bc04053-34d1-46af-a9d4-ff754460ad4b" providerId="ADAL" clId="{BB403CD1-FF15-4DF0-8479-C4E0F0908469}" dt="2023-11-06T04:58:32.688" v="3" actId="47"/>
        <pc:sldMkLst>
          <pc:docMk/>
          <pc:sldMk cId="0" sldId="377"/>
        </pc:sldMkLst>
      </pc:sldChg>
      <pc:sldChg chg="del">
        <pc:chgData name="Zailan Arabee Abdul Salam" userId="5bc04053-34d1-46af-a9d4-ff754460ad4b" providerId="ADAL" clId="{BB403CD1-FF15-4DF0-8479-C4E0F0908469}" dt="2023-11-06T04:58:32.688" v="3" actId="47"/>
        <pc:sldMkLst>
          <pc:docMk/>
          <pc:sldMk cId="0" sldId="379"/>
        </pc:sldMkLst>
      </pc:sldChg>
      <pc:sldChg chg="del">
        <pc:chgData name="Zailan Arabee Abdul Salam" userId="5bc04053-34d1-46af-a9d4-ff754460ad4b" providerId="ADAL" clId="{BB403CD1-FF15-4DF0-8479-C4E0F0908469}" dt="2023-11-06T04:58:32.688" v="3" actId="47"/>
        <pc:sldMkLst>
          <pc:docMk/>
          <pc:sldMk cId="0" sldId="382"/>
        </pc:sldMkLst>
      </pc:sldChg>
      <pc:sldChg chg="del">
        <pc:chgData name="Zailan Arabee Abdul Salam" userId="5bc04053-34d1-46af-a9d4-ff754460ad4b" providerId="ADAL" clId="{BB403CD1-FF15-4DF0-8479-C4E0F0908469}" dt="2023-11-06T04:58:32.688" v="3" actId="47"/>
        <pc:sldMkLst>
          <pc:docMk/>
          <pc:sldMk cId="0" sldId="384"/>
        </pc:sldMkLst>
      </pc:sldChg>
      <pc:sldChg chg="del">
        <pc:chgData name="Zailan Arabee Abdul Salam" userId="5bc04053-34d1-46af-a9d4-ff754460ad4b" providerId="ADAL" clId="{BB403CD1-FF15-4DF0-8479-C4E0F0908469}" dt="2023-11-06T04:58:32.688" v="3" actId="47"/>
        <pc:sldMkLst>
          <pc:docMk/>
          <pc:sldMk cId="0" sldId="385"/>
        </pc:sldMkLst>
      </pc:sldChg>
      <pc:sldChg chg="del">
        <pc:chgData name="Zailan Arabee Abdul Salam" userId="5bc04053-34d1-46af-a9d4-ff754460ad4b" providerId="ADAL" clId="{BB403CD1-FF15-4DF0-8479-C4E0F0908469}" dt="2023-11-06T04:58:32.688" v="3" actId="47"/>
        <pc:sldMkLst>
          <pc:docMk/>
          <pc:sldMk cId="0" sldId="386"/>
        </pc:sldMkLst>
      </pc:sldChg>
      <pc:sldChg chg="del">
        <pc:chgData name="Zailan Arabee Abdul Salam" userId="5bc04053-34d1-46af-a9d4-ff754460ad4b" providerId="ADAL" clId="{BB403CD1-FF15-4DF0-8479-C4E0F0908469}" dt="2023-11-06T04:58:32.688" v="3" actId="47"/>
        <pc:sldMkLst>
          <pc:docMk/>
          <pc:sldMk cId="0" sldId="387"/>
        </pc:sldMkLst>
      </pc:sldChg>
      <pc:sldChg chg="del">
        <pc:chgData name="Zailan Arabee Abdul Salam" userId="5bc04053-34d1-46af-a9d4-ff754460ad4b" providerId="ADAL" clId="{BB403CD1-FF15-4DF0-8479-C4E0F0908469}" dt="2023-11-06T04:58:32.688" v="3" actId="47"/>
        <pc:sldMkLst>
          <pc:docMk/>
          <pc:sldMk cId="0" sldId="388"/>
        </pc:sldMkLst>
      </pc:sldChg>
      <pc:sldChg chg="del">
        <pc:chgData name="Zailan Arabee Abdul Salam" userId="5bc04053-34d1-46af-a9d4-ff754460ad4b" providerId="ADAL" clId="{BB403CD1-FF15-4DF0-8479-C4E0F0908469}" dt="2023-11-06T04:58:32.688" v="3" actId="47"/>
        <pc:sldMkLst>
          <pc:docMk/>
          <pc:sldMk cId="0" sldId="389"/>
        </pc:sldMkLst>
      </pc:sldChg>
      <pc:sldChg chg="del">
        <pc:chgData name="Zailan Arabee Abdul Salam" userId="5bc04053-34d1-46af-a9d4-ff754460ad4b" providerId="ADAL" clId="{BB403CD1-FF15-4DF0-8479-C4E0F0908469}" dt="2023-11-06T04:58:32.688" v="3" actId="47"/>
        <pc:sldMkLst>
          <pc:docMk/>
          <pc:sldMk cId="0" sldId="390"/>
        </pc:sldMkLst>
      </pc:sldChg>
      <pc:sldChg chg="del">
        <pc:chgData name="Zailan Arabee Abdul Salam" userId="5bc04053-34d1-46af-a9d4-ff754460ad4b" providerId="ADAL" clId="{BB403CD1-FF15-4DF0-8479-C4E0F0908469}" dt="2023-11-06T04:58:32.688" v="3" actId="47"/>
        <pc:sldMkLst>
          <pc:docMk/>
          <pc:sldMk cId="0" sldId="395"/>
        </pc:sldMkLst>
      </pc:sldChg>
      <pc:sldChg chg="del">
        <pc:chgData name="Zailan Arabee Abdul Salam" userId="5bc04053-34d1-46af-a9d4-ff754460ad4b" providerId="ADAL" clId="{BB403CD1-FF15-4DF0-8479-C4E0F0908469}" dt="2023-11-06T04:58:32.688" v="3" actId="47"/>
        <pc:sldMkLst>
          <pc:docMk/>
          <pc:sldMk cId="0" sldId="396"/>
        </pc:sldMkLst>
      </pc:sldChg>
      <pc:sldChg chg="del">
        <pc:chgData name="Zailan Arabee Abdul Salam" userId="5bc04053-34d1-46af-a9d4-ff754460ad4b" providerId="ADAL" clId="{BB403CD1-FF15-4DF0-8479-C4E0F0908469}" dt="2023-11-06T04:58:32.688" v="3" actId="47"/>
        <pc:sldMkLst>
          <pc:docMk/>
          <pc:sldMk cId="0" sldId="397"/>
        </pc:sldMkLst>
      </pc:sldChg>
      <pc:sldChg chg="del">
        <pc:chgData name="Zailan Arabee Abdul Salam" userId="5bc04053-34d1-46af-a9d4-ff754460ad4b" providerId="ADAL" clId="{BB403CD1-FF15-4DF0-8479-C4E0F0908469}" dt="2023-11-06T04:58:32.688" v="3" actId="47"/>
        <pc:sldMkLst>
          <pc:docMk/>
          <pc:sldMk cId="0" sldId="398"/>
        </pc:sldMkLst>
      </pc:sldChg>
      <pc:sldChg chg="del">
        <pc:chgData name="Zailan Arabee Abdul Salam" userId="5bc04053-34d1-46af-a9d4-ff754460ad4b" providerId="ADAL" clId="{BB403CD1-FF15-4DF0-8479-C4E0F0908469}" dt="2023-11-06T04:58:32.688" v="3" actId="47"/>
        <pc:sldMkLst>
          <pc:docMk/>
          <pc:sldMk cId="0" sldId="399"/>
        </pc:sldMkLst>
      </pc:sldChg>
      <pc:sldChg chg="del">
        <pc:chgData name="Zailan Arabee Abdul Salam" userId="5bc04053-34d1-46af-a9d4-ff754460ad4b" providerId="ADAL" clId="{BB403CD1-FF15-4DF0-8479-C4E0F0908469}" dt="2023-11-06T04:58:32.688" v="3" actId="47"/>
        <pc:sldMkLst>
          <pc:docMk/>
          <pc:sldMk cId="0" sldId="400"/>
        </pc:sldMkLst>
      </pc:sldChg>
      <pc:sldChg chg="del">
        <pc:chgData name="Zailan Arabee Abdul Salam" userId="5bc04053-34d1-46af-a9d4-ff754460ad4b" providerId="ADAL" clId="{BB403CD1-FF15-4DF0-8479-C4E0F0908469}" dt="2023-11-06T04:58:32.688" v="3" actId="47"/>
        <pc:sldMkLst>
          <pc:docMk/>
          <pc:sldMk cId="0" sldId="401"/>
        </pc:sldMkLst>
      </pc:sldChg>
      <pc:sldChg chg="del">
        <pc:chgData name="Zailan Arabee Abdul Salam" userId="5bc04053-34d1-46af-a9d4-ff754460ad4b" providerId="ADAL" clId="{BB403CD1-FF15-4DF0-8479-C4E0F0908469}" dt="2023-11-06T04:58:32.688" v="3" actId="47"/>
        <pc:sldMkLst>
          <pc:docMk/>
          <pc:sldMk cId="0" sldId="402"/>
        </pc:sldMkLst>
      </pc:sldChg>
      <pc:sldChg chg="del">
        <pc:chgData name="Zailan Arabee Abdul Salam" userId="5bc04053-34d1-46af-a9d4-ff754460ad4b" providerId="ADAL" clId="{BB403CD1-FF15-4DF0-8479-C4E0F0908469}" dt="2023-11-06T04:58:32.688" v="3" actId="47"/>
        <pc:sldMkLst>
          <pc:docMk/>
          <pc:sldMk cId="0" sldId="403"/>
        </pc:sldMkLst>
      </pc:sldChg>
      <pc:sldChg chg="del">
        <pc:chgData name="Zailan Arabee Abdul Salam" userId="5bc04053-34d1-46af-a9d4-ff754460ad4b" providerId="ADAL" clId="{BB403CD1-FF15-4DF0-8479-C4E0F0908469}" dt="2023-11-06T04:58:32.688" v="3" actId="47"/>
        <pc:sldMkLst>
          <pc:docMk/>
          <pc:sldMk cId="0" sldId="404"/>
        </pc:sldMkLst>
      </pc:sldChg>
      <pc:sldChg chg="add">
        <pc:chgData name="Zailan Arabee Abdul Salam" userId="5bc04053-34d1-46af-a9d4-ff754460ad4b" providerId="ADAL" clId="{BB403CD1-FF15-4DF0-8479-C4E0F0908469}" dt="2023-11-06T04:58:14.633" v="0"/>
        <pc:sldMkLst>
          <pc:docMk/>
          <pc:sldMk cId="0" sldId="409"/>
        </pc:sldMkLst>
      </pc:sldChg>
      <pc:sldChg chg="add">
        <pc:chgData name="Zailan Arabee Abdul Salam" userId="5bc04053-34d1-46af-a9d4-ff754460ad4b" providerId="ADAL" clId="{BB403CD1-FF15-4DF0-8479-C4E0F0908469}" dt="2023-11-06T04:58:14.633" v="0"/>
        <pc:sldMkLst>
          <pc:docMk/>
          <pc:sldMk cId="0" sldId="410"/>
        </pc:sldMkLst>
      </pc:sldChg>
      <pc:sldChg chg="add">
        <pc:chgData name="Zailan Arabee Abdul Salam" userId="5bc04053-34d1-46af-a9d4-ff754460ad4b" providerId="ADAL" clId="{BB403CD1-FF15-4DF0-8479-C4E0F0908469}" dt="2023-11-06T04:58:14.633" v="0"/>
        <pc:sldMkLst>
          <pc:docMk/>
          <pc:sldMk cId="0" sldId="411"/>
        </pc:sldMkLst>
      </pc:sldChg>
      <pc:sldChg chg="add">
        <pc:chgData name="Zailan Arabee Abdul Salam" userId="5bc04053-34d1-46af-a9d4-ff754460ad4b" providerId="ADAL" clId="{BB403CD1-FF15-4DF0-8479-C4E0F0908469}" dt="2023-11-06T04:58:14.633" v="0"/>
        <pc:sldMkLst>
          <pc:docMk/>
          <pc:sldMk cId="0" sldId="412"/>
        </pc:sldMkLst>
      </pc:sldChg>
      <pc:sldChg chg="add">
        <pc:chgData name="Zailan Arabee Abdul Salam" userId="5bc04053-34d1-46af-a9d4-ff754460ad4b" providerId="ADAL" clId="{BB403CD1-FF15-4DF0-8479-C4E0F0908469}" dt="2023-11-06T04:58:14.633" v="0"/>
        <pc:sldMkLst>
          <pc:docMk/>
          <pc:sldMk cId="0" sldId="413"/>
        </pc:sldMkLst>
      </pc:sldChg>
      <pc:sldChg chg="add">
        <pc:chgData name="Zailan Arabee Abdul Salam" userId="5bc04053-34d1-46af-a9d4-ff754460ad4b" providerId="ADAL" clId="{BB403CD1-FF15-4DF0-8479-C4E0F0908469}" dt="2023-11-06T04:58:14.633" v="0"/>
        <pc:sldMkLst>
          <pc:docMk/>
          <pc:sldMk cId="0" sldId="414"/>
        </pc:sldMkLst>
      </pc:sldChg>
      <pc:sldChg chg="add">
        <pc:chgData name="Zailan Arabee Abdul Salam" userId="5bc04053-34d1-46af-a9d4-ff754460ad4b" providerId="ADAL" clId="{BB403CD1-FF15-4DF0-8479-C4E0F0908469}" dt="2023-11-06T04:58:14.633" v="0"/>
        <pc:sldMkLst>
          <pc:docMk/>
          <pc:sldMk cId="0" sldId="415"/>
        </pc:sldMkLst>
      </pc:sldChg>
      <pc:sldChg chg="add">
        <pc:chgData name="Zailan Arabee Abdul Salam" userId="5bc04053-34d1-46af-a9d4-ff754460ad4b" providerId="ADAL" clId="{BB403CD1-FF15-4DF0-8479-C4E0F0908469}" dt="2023-11-06T04:58:14.633" v="0"/>
        <pc:sldMkLst>
          <pc:docMk/>
          <pc:sldMk cId="0" sldId="416"/>
        </pc:sldMkLst>
      </pc:sldChg>
      <pc:sldChg chg="add">
        <pc:chgData name="Zailan Arabee Abdul Salam" userId="5bc04053-34d1-46af-a9d4-ff754460ad4b" providerId="ADAL" clId="{BB403CD1-FF15-4DF0-8479-C4E0F0908469}" dt="2023-11-06T04:58:14.633" v="0"/>
        <pc:sldMkLst>
          <pc:docMk/>
          <pc:sldMk cId="0" sldId="417"/>
        </pc:sldMkLst>
      </pc:sldChg>
      <pc:sldChg chg="add">
        <pc:chgData name="Zailan Arabee Abdul Salam" userId="5bc04053-34d1-46af-a9d4-ff754460ad4b" providerId="ADAL" clId="{BB403CD1-FF15-4DF0-8479-C4E0F0908469}" dt="2023-11-06T04:58:14.633" v="0"/>
        <pc:sldMkLst>
          <pc:docMk/>
          <pc:sldMk cId="0" sldId="418"/>
        </pc:sldMkLst>
      </pc:sldChg>
      <pc:sldChg chg="add">
        <pc:chgData name="Zailan Arabee Abdul Salam" userId="5bc04053-34d1-46af-a9d4-ff754460ad4b" providerId="ADAL" clId="{BB403CD1-FF15-4DF0-8479-C4E0F0908469}" dt="2023-11-06T04:58:14.633" v="0"/>
        <pc:sldMkLst>
          <pc:docMk/>
          <pc:sldMk cId="0" sldId="419"/>
        </pc:sldMkLst>
      </pc:sldChg>
      <pc:sldChg chg="add">
        <pc:chgData name="Zailan Arabee Abdul Salam" userId="5bc04053-34d1-46af-a9d4-ff754460ad4b" providerId="ADAL" clId="{BB403CD1-FF15-4DF0-8479-C4E0F0908469}" dt="2023-11-06T04:58:14.633" v="0"/>
        <pc:sldMkLst>
          <pc:docMk/>
          <pc:sldMk cId="0" sldId="420"/>
        </pc:sldMkLst>
      </pc:sldChg>
      <pc:sldChg chg="add">
        <pc:chgData name="Zailan Arabee Abdul Salam" userId="5bc04053-34d1-46af-a9d4-ff754460ad4b" providerId="ADAL" clId="{BB403CD1-FF15-4DF0-8479-C4E0F0908469}" dt="2023-11-06T04:58:14.633" v="0"/>
        <pc:sldMkLst>
          <pc:docMk/>
          <pc:sldMk cId="0" sldId="421"/>
        </pc:sldMkLst>
      </pc:sldChg>
      <pc:sldChg chg="add">
        <pc:chgData name="Zailan Arabee Abdul Salam" userId="5bc04053-34d1-46af-a9d4-ff754460ad4b" providerId="ADAL" clId="{BB403CD1-FF15-4DF0-8479-C4E0F0908469}" dt="2023-11-06T04:58:14.633" v="0"/>
        <pc:sldMkLst>
          <pc:docMk/>
          <pc:sldMk cId="0" sldId="422"/>
        </pc:sldMkLst>
      </pc:sldChg>
      <pc:sldChg chg="add">
        <pc:chgData name="Zailan Arabee Abdul Salam" userId="5bc04053-34d1-46af-a9d4-ff754460ad4b" providerId="ADAL" clId="{BB403CD1-FF15-4DF0-8479-C4E0F0908469}" dt="2023-11-06T04:58:14.633" v="0"/>
        <pc:sldMkLst>
          <pc:docMk/>
          <pc:sldMk cId="0" sldId="423"/>
        </pc:sldMkLst>
      </pc:sldChg>
      <pc:sldChg chg="add">
        <pc:chgData name="Zailan Arabee Abdul Salam" userId="5bc04053-34d1-46af-a9d4-ff754460ad4b" providerId="ADAL" clId="{BB403CD1-FF15-4DF0-8479-C4E0F0908469}" dt="2023-11-06T04:58:14.633" v="0"/>
        <pc:sldMkLst>
          <pc:docMk/>
          <pc:sldMk cId="0" sldId="424"/>
        </pc:sldMkLst>
      </pc:sldChg>
      <pc:sldChg chg="add">
        <pc:chgData name="Zailan Arabee Abdul Salam" userId="5bc04053-34d1-46af-a9d4-ff754460ad4b" providerId="ADAL" clId="{BB403CD1-FF15-4DF0-8479-C4E0F0908469}" dt="2023-11-06T04:58:14.633" v="0"/>
        <pc:sldMkLst>
          <pc:docMk/>
          <pc:sldMk cId="0" sldId="425"/>
        </pc:sldMkLst>
      </pc:sldChg>
      <pc:sldChg chg="del">
        <pc:chgData name="Zailan Arabee Abdul Salam" userId="5bc04053-34d1-46af-a9d4-ff754460ad4b" providerId="ADAL" clId="{BB403CD1-FF15-4DF0-8479-C4E0F0908469}" dt="2023-11-06T04:58:32.688" v="3" actId="47"/>
        <pc:sldMkLst>
          <pc:docMk/>
          <pc:sldMk cId="0" sldId="426"/>
        </pc:sldMkLst>
      </pc:sldChg>
      <pc:sldChg chg="add">
        <pc:chgData name="Zailan Arabee Abdul Salam" userId="5bc04053-34d1-46af-a9d4-ff754460ad4b" providerId="ADAL" clId="{BB403CD1-FF15-4DF0-8479-C4E0F0908469}" dt="2023-11-06T04:58:14.633" v="0"/>
        <pc:sldMkLst>
          <pc:docMk/>
          <pc:sldMk cId="0" sldId="427"/>
        </pc:sldMkLst>
      </pc:sldChg>
      <pc:sldChg chg="add">
        <pc:chgData name="Zailan Arabee Abdul Salam" userId="5bc04053-34d1-46af-a9d4-ff754460ad4b" providerId="ADAL" clId="{BB403CD1-FF15-4DF0-8479-C4E0F0908469}" dt="2023-11-06T04:58:14.633" v="0"/>
        <pc:sldMkLst>
          <pc:docMk/>
          <pc:sldMk cId="0" sldId="428"/>
        </pc:sldMkLst>
      </pc:sldChg>
      <pc:sldChg chg="add">
        <pc:chgData name="Zailan Arabee Abdul Salam" userId="5bc04053-34d1-46af-a9d4-ff754460ad4b" providerId="ADAL" clId="{BB403CD1-FF15-4DF0-8479-C4E0F0908469}" dt="2023-11-06T04:58:14.633" v="0"/>
        <pc:sldMkLst>
          <pc:docMk/>
          <pc:sldMk cId="0" sldId="429"/>
        </pc:sldMkLst>
      </pc:sldChg>
      <pc:sldChg chg="del">
        <pc:chgData name="Zailan Arabee Abdul Salam" userId="5bc04053-34d1-46af-a9d4-ff754460ad4b" providerId="ADAL" clId="{BB403CD1-FF15-4DF0-8479-C4E0F0908469}" dt="2023-11-06T04:58:32.688" v="3" actId="47"/>
        <pc:sldMkLst>
          <pc:docMk/>
          <pc:sldMk cId="0" sldId="430"/>
        </pc:sldMkLst>
      </pc:sldChg>
      <pc:sldChg chg="modSp add">
        <pc:chgData name="Zailan Arabee Abdul Salam" userId="5bc04053-34d1-46af-a9d4-ff754460ad4b" providerId="ADAL" clId="{BB403CD1-FF15-4DF0-8479-C4E0F0908469}" dt="2023-11-06T04:58:14.633" v="0"/>
        <pc:sldMkLst>
          <pc:docMk/>
          <pc:sldMk cId="0" sldId="431"/>
        </pc:sldMkLst>
        <pc:spChg chg="mod">
          <ac:chgData name="Zailan Arabee Abdul Salam" userId="5bc04053-34d1-46af-a9d4-ff754460ad4b" providerId="ADAL" clId="{BB403CD1-FF15-4DF0-8479-C4E0F0908469}" dt="2023-11-06T04:58:14.633" v="0"/>
          <ac:spMkLst>
            <pc:docMk/>
            <pc:sldMk cId="0" sldId="431"/>
            <ac:spMk id="76802" creationId="{58502208-9794-03F7-0485-5E8CB8D98308}"/>
          </ac:spMkLst>
        </pc:spChg>
      </pc:sldChg>
      <pc:sldChg chg="del">
        <pc:chgData name="Zailan Arabee Abdul Salam" userId="5bc04053-34d1-46af-a9d4-ff754460ad4b" providerId="ADAL" clId="{BB403CD1-FF15-4DF0-8479-C4E0F0908469}" dt="2023-11-06T04:58:32.688" v="3" actId="47"/>
        <pc:sldMkLst>
          <pc:docMk/>
          <pc:sldMk cId="0" sldId="432"/>
        </pc:sldMkLst>
      </pc:sldChg>
      <pc:sldChg chg="del">
        <pc:chgData name="Zailan Arabee Abdul Salam" userId="5bc04053-34d1-46af-a9d4-ff754460ad4b" providerId="ADAL" clId="{BB403CD1-FF15-4DF0-8479-C4E0F0908469}" dt="2023-11-06T04:58:32.688" v="3" actId="47"/>
        <pc:sldMkLst>
          <pc:docMk/>
          <pc:sldMk cId="0" sldId="433"/>
        </pc:sldMkLst>
      </pc:sldChg>
      <pc:sldChg chg="del">
        <pc:chgData name="Zailan Arabee Abdul Salam" userId="5bc04053-34d1-46af-a9d4-ff754460ad4b" providerId="ADAL" clId="{BB403CD1-FF15-4DF0-8479-C4E0F0908469}" dt="2023-11-06T04:58:32.688" v="3" actId="47"/>
        <pc:sldMkLst>
          <pc:docMk/>
          <pc:sldMk cId="0" sldId="434"/>
        </pc:sldMkLst>
      </pc:sldChg>
      <pc:sldChg chg="del">
        <pc:chgData name="Zailan Arabee Abdul Salam" userId="5bc04053-34d1-46af-a9d4-ff754460ad4b" providerId="ADAL" clId="{BB403CD1-FF15-4DF0-8479-C4E0F0908469}" dt="2023-11-06T04:58:32.688" v="3" actId="47"/>
        <pc:sldMkLst>
          <pc:docMk/>
          <pc:sldMk cId="0" sldId="435"/>
        </pc:sldMkLst>
      </pc:sldChg>
      <pc:sldChg chg="del">
        <pc:chgData name="Zailan Arabee Abdul Salam" userId="5bc04053-34d1-46af-a9d4-ff754460ad4b" providerId="ADAL" clId="{BB403CD1-FF15-4DF0-8479-C4E0F0908469}" dt="2023-11-06T04:58:32.688" v="3" actId="47"/>
        <pc:sldMkLst>
          <pc:docMk/>
          <pc:sldMk cId="0" sldId="436"/>
        </pc:sldMkLst>
      </pc:sldChg>
      <pc:sldChg chg="del">
        <pc:chgData name="Zailan Arabee Abdul Salam" userId="5bc04053-34d1-46af-a9d4-ff754460ad4b" providerId="ADAL" clId="{BB403CD1-FF15-4DF0-8479-C4E0F0908469}" dt="2023-11-06T04:58:32.688" v="3" actId="47"/>
        <pc:sldMkLst>
          <pc:docMk/>
          <pc:sldMk cId="0" sldId="437"/>
        </pc:sldMkLst>
      </pc:sldChg>
      <pc:sldChg chg="del">
        <pc:chgData name="Zailan Arabee Abdul Salam" userId="5bc04053-34d1-46af-a9d4-ff754460ad4b" providerId="ADAL" clId="{BB403CD1-FF15-4DF0-8479-C4E0F0908469}" dt="2023-11-06T04:58:32.688" v="3" actId="47"/>
        <pc:sldMkLst>
          <pc:docMk/>
          <pc:sldMk cId="0" sldId="438"/>
        </pc:sldMkLst>
      </pc:sldChg>
      <pc:sldChg chg="del">
        <pc:chgData name="Zailan Arabee Abdul Salam" userId="5bc04053-34d1-46af-a9d4-ff754460ad4b" providerId="ADAL" clId="{BB403CD1-FF15-4DF0-8479-C4E0F0908469}" dt="2023-11-06T04:58:32.688" v="3" actId="47"/>
        <pc:sldMkLst>
          <pc:docMk/>
          <pc:sldMk cId="0" sldId="439"/>
        </pc:sldMkLst>
      </pc:sldChg>
      <pc:sldChg chg="del">
        <pc:chgData name="Zailan Arabee Abdul Salam" userId="5bc04053-34d1-46af-a9d4-ff754460ad4b" providerId="ADAL" clId="{BB403CD1-FF15-4DF0-8479-C4E0F0908469}" dt="2023-11-06T04:58:32.688" v="3" actId="47"/>
        <pc:sldMkLst>
          <pc:docMk/>
          <pc:sldMk cId="0" sldId="440"/>
        </pc:sldMkLst>
      </pc:sldChg>
      <pc:sldChg chg="del">
        <pc:chgData name="Zailan Arabee Abdul Salam" userId="5bc04053-34d1-46af-a9d4-ff754460ad4b" providerId="ADAL" clId="{BB403CD1-FF15-4DF0-8479-C4E0F0908469}" dt="2023-11-06T04:58:32.688" v="3" actId="47"/>
        <pc:sldMkLst>
          <pc:docMk/>
          <pc:sldMk cId="0" sldId="441"/>
        </pc:sldMkLst>
      </pc:sldChg>
      <pc:sldChg chg="del">
        <pc:chgData name="Zailan Arabee Abdul Salam" userId="5bc04053-34d1-46af-a9d4-ff754460ad4b" providerId="ADAL" clId="{BB403CD1-FF15-4DF0-8479-C4E0F0908469}" dt="2023-11-06T04:58:32.688" v="3" actId="47"/>
        <pc:sldMkLst>
          <pc:docMk/>
          <pc:sldMk cId="0" sldId="442"/>
        </pc:sldMkLst>
      </pc:sldChg>
      <pc:sldChg chg="del">
        <pc:chgData name="Zailan Arabee Abdul Salam" userId="5bc04053-34d1-46af-a9d4-ff754460ad4b" providerId="ADAL" clId="{BB403CD1-FF15-4DF0-8479-C4E0F0908469}" dt="2023-11-06T04:58:32.688" v="3" actId="47"/>
        <pc:sldMkLst>
          <pc:docMk/>
          <pc:sldMk cId="0" sldId="443"/>
        </pc:sldMkLst>
      </pc:sldChg>
      <pc:sldChg chg="del">
        <pc:chgData name="Zailan Arabee Abdul Salam" userId="5bc04053-34d1-46af-a9d4-ff754460ad4b" providerId="ADAL" clId="{BB403CD1-FF15-4DF0-8479-C4E0F0908469}" dt="2023-11-06T04:58:32.688" v="3" actId="47"/>
        <pc:sldMkLst>
          <pc:docMk/>
          <pc:sldMk cId="0" sldId="444"/>
        </pc:sldMkLst>
      </pc:sldChg>
      <pc:sldChg chg="del">
        <pc:chgData name="Zailan Arabee Abdul Salam" userId="5bc04053-34d1-46af-a9d4-ff754460ad4b" providerId="ADAL" clId="{BB403CD1-FF15-4DF0-8479-C4E0F0908469}" dt="2023-11-06T04:58:32.688" v="3" actId="47"/>
        <pc:sldMkLst>
          <pc:docMk/>
          <pc:sldMk cId="0" sldId="445"/>
        </pc:sldMkLst>
      </pc:sldChg>
      <pc:sldChg chg="del">
        <pc:chgData name="Zailan Arabee Abdul Salam" userId="5bc04053-34d1-46af-a9d4-ff754460ad4b" providerId="ADAL" clId="{BB403CD1-FF15-4DF0-8479-C4E0F0908469}" dt="2023-11-06T04:58:32.688" v="3" actId="47"/>
        <pc:sldMkLst>
          <pc:docMk/>
          <pc:sldMk cId="0" sldId="446"/>
        </pc:sldMkLst>
      </pc:sldChg>
      <pc:sldChg chg="del">
        <pc:chgData name="Zailan Arabee Abdul Salam" userId="5bc04053-34d1-46af-a9d4-ff754460ad4b" providerId="ADAL" clId="{BB403CD1-FF15-4DF0-8479-C4E0F0908469}" dt="2023-11-06T04:58:32.688" v="3" actId="47"/>
        <pc:sldMkLst>
          <pc:docMk/>
          <pc:sldMk cId="0" sldId="447"/>
        </pc:sldMkLst>
      </pc:sldChg>
      <pc:sldChg chg="del">
        <pc:chgData name="Zailan Arabee Abdul Salam" userId="5bc04053-34d1-46af-a9d4-ff754460ad4b" providerId="ADAL" clId="{BB403CD1-FF15-4DF0-8479-C4E0F0908469}" dt="2023-11-06T04:58:32.688" v="3" actId="47"/>
        <pc:sldMkLst>
          <pc:docMk/>
          <pc:sldMk cId="0" sldId="448"/>
        </pc:sldMkLst>
      </pc:sldChg>
      <pc:sldChg chg="del">
        <pc:chgData name="Zailan Arabee Abdul Salam" userId="5bc04053-34d1-46af-a9d4-ff754460ad4b" providerId="ADAL" clId="{BB403CD1-FF15-4DF0-8479-C4E0F0908469}" dt="2023-11-06T04:58:32.688" v="3" actId="47"/>
        <pc:sldMkLst>
          <pc:docMk/>
          <pc:sldMk cId="0" sldId="449"/>
        </pc:sldMkLst>
      </pc:sldChg>
      <pc:sldChg chg="del">
        <pc:chgData name="Zailan Arabee Abdul Salam" userId="5bc04053-34d1-46af-a9d4-ff754460ad4b" providerId="ADAL" clId="{BB403CD1-FF15-4DF0-8479-C4E0F0908469}" dt="2023-11-06T04:58:32.688" v="3" actId="47"/>
        <pc:sldMkLst>
          <pc:docMk/>
          <pc:sldMk cId="0" sldId="450"/>
        </pc:sldMkLst>
      </pc:sldChg>
      <pc:sldChg chg="del">
        <pc:chgData name="Zailan Arabee Abdul Salam" userId="5bc04053-34d1-46af-a9d4-ff754460ad4b" providerId="ADAL" clId="{BB403CD1-FF15-4DF0-8479-C4E0F0908469}" dt="2023-11-06T04:58:32.688" v="3" actId="47"/>
        <pc:sldMkLst>
          <pc:docMk/>
          <pc:sldMk cId="0" sldId="451"/>
        </pc:sldMkLst>
      </pc:sldChg>
      <pc:sldChg chg="del">
        <pc:chgData name="Zailan Arabee Abdul Salam" userId="5bc04053-34d1-46af-a9d4-ff754460ad4b" providerId="ADAL" clId="{BB403CD1-FF15-4DF0-8479-C4E0F0908469}" dt="2023-11-06T04:58:32.688" v="3" actId="47"/>
        <pc:sldMkLst>
          <pc:docMk/>
          <pc:sldMk cId="0" sldId="452"/>
        </pc:sldMkLst>
      </pc:sldChg>
      <pc:sldChg chg="del">
        <pc:chgData name="Zailan Arabee Abdul Salam" userId="5bc04053-34d1-46af-a9d4-ff754460ad4b" providerId="ADAL" clId="{BB403CD1-FF15-4DF0-8479-C4E0F0908469}" dt="2023-11-06T04:58:32.688" v="3" actId="47"/>
        <pc:sldMkLst>
          <pc:docMk/>
          <pc:sldMk cId="0" sldId="453"/>
        </pc:sldMkLst>
      </pc:sldChg>
      <pc:sldChg chg="del">
        <pc:chgData name="Zailan Arabee Abdul Salam" userId="5bc04053-34d1-46af-a9d4-ff754460ad4b" providerId="ADAL" clId="{BB403CD1-FF15-4DF0-8479-C4E0F0908469}" dt="2023-11-06T04:58:32.688" v="3" actId="47"/>
        <pc:sldMkLst>
          <pc:docMk/>
          <pc:sldMk cId="0" sldId="454"/>
        </pc:sldMkLst>
      </pc:sldChg>
      <pc:sldChg chg="del">
        <pc:chgData name="Zailan Arabee Abdul Salam" userId="5bc04053-34d1-46af-a9d4-ff754460ad4b" providerId="ADAL" clId="{BB403CD1-FF15-4DF0-8479-C4E0F0908469}" dt="2023-11-06T04:58:32.688" v="3" actId="47"/>
        <pc:sldMkLst>
          <pc:docMk/>
          <pc:sldMk cId="0" sldId="455"/>
        </pc:sldMkLst>
      </pc:sldChg>
      <pc:sldChg chg="del">
        <pc:chgData name="Zailan Arabee Abdul Salam" userId="5bc04053-34d1-46af-a9d4-ff754460ad4b" providerId="ADAL" clId="{BB403CD1-FF15-4DF0-8479-C4E0F0908469}" dt="2023-11-06T04:58:32.688" v="3" actId="47"/>
        <pc:sldMkLst>
          <pc:docMk/>
          <pc:sldMk cId="0" sldId="456"/>
        </pc:sldMkLst>
      </pc:sldChg>
      <pc:sldChg chg="del">
        <pc:chgData name="Zailan Arabee Abdul Salam" userId="5bc04053-34d1-46af-a9d4-ff754460ad4b" providerId="ADAL" clId="{BB403CD1-FF15-4DF0-8479-C4E0F0908469}" dt="2023-11-06T04:58:32.688" v="3" actId="47"/>
        <pc:sldMkLst>
          <pc:docMk/>
          <pc:sldMk cId="0" sldId="457"/>
        </pc:sldMkLst>
      </pc:sldChg>
      <pc:sldChg chg="del">
        <pc:chgData name="Zailan Arabee Abdul Salam" userId="5bc04053-34d1-46af-a9d4-ff754460ad4b" providerId="ADAL" clId="{BB403CD1-FF15-4DF0-8479-C4E0F0908469}" dt="2023-11-06T04:58:32.688" v="3" actId="47"/>
        <pc:sldMkLst>
          <pc:docMk/>
          <pc:sldMk cId="0" sldId="458"/>
        </pc:sldMkLst>
      </pc:sldChg>
      <pc:sldChg chg="del">
        <pc:chgData name="Zailan Arabee Abdul Salam" userId="5bc04053-34d1-46af-a9d4-ff754460ad4b" providerId="ADAL" clId="{BB403CD1-FF15-4DF0-8479-C4E0F0908469}" dt="2023-11-06T04:58:32.688" v="3" actId="47"/>
        <pc:sldMkLst>
          <pc:docMk/>
          <pc:sldMk cId="0" sldId="459"/>
        </pc:sldMkLst>
      </pc:sldChg>
      <pc:sldChg chg="del">
        <pc:chgData name="Zailan Arabee Abdul Salam" userId="5bc04053-34d1-46af-a9d4-ff754460ad4b" providerId="ADAL" clId="{BB403CD1-FF15-4DF0-8479-C4E0F0908469}" dt="2023-11-06T04:58:32.688" v="3" actId="47"/>
        <pc:sldMkLst>
          <pc:docMk/>
          <pc:sldMk cId="0" sldId="460"/>
        </pc:sldMkLst>
      </pc:sldChg>
      <pc:sldChg chg="del">
        <pc:chgData name="Zailan Arabee Abdul Salam" userId="5bc04053-34d1-46af-a9d4-ff754460ad4b" providerId="ADAL" clId="{BB403CD1-FF15-4DF0-8479-C4E0F0908469}" dt="2023-11-06T04:58:32.688" v="3" actId="47"/>
        <pc:sldMkLst>
          <pc:docMk/>
          <pc:sldMk cId="0" sldId="461"/>
        </pc:sldMkLst>
      </pc:sldChg>
      <pc:sldChg chg="del">
        <pc:chgData name="Zailan Arabee Abdul Salam" userId="5bc04053-34d1-46af-a9d4-ff754460ad4b" providerId="ADAL" clId="{BB403CD1-FF15-4DF0-8479-C4E0F0908469}" dt="2023-11-06T04:58:32.688" v="3" actId="47"/>
        <pc:sldMkLst>
          <pc:docMk/>
          <pc:sldMk cId="0" sldId="462"/>
        </pc:sldMkLst>
      </pc:sldChg>
      <pc:sldChg chg="del">
        <pc:chgData name="Zailan Arabee Abdul Salam" userId="5bc04053-34d1-46af-a9d4-ff754460ad4b" providerId="ADAL" clId="{BB403CD1-FF15-4DF0-8479-C4E0F0908469}" dt="2023-11-06T04:58:32.688" v="3" actId="47"/>
        <pc:sldMkLst>
          <pc:docMk/>
          <pc:sldMk cId="0" sldId="463"/>
        </pc:sldMkLst>
      </pc:sldChg>
      <pc:sldChg chg="del">
        <pc:chgData name="Zailan Arabee Abdul Salam" userId="5bc04053-34d1-46af-a9d4-ff754460ad4b" providerId="ADAL" clId="{BB403CD1-FF15-4DF0-8479-C4E0F0908469}" dt="2023-11-06T04:58:32.688" v="3" actId="47"/>
        <pc:sldMkLst>
          <pc:docMk/>
          <pc:sldMk cId="0" sldId="464"/>
        </pc:sldMkLst>
      </pc:sldChg>
      <pc:sldChg chg="del">
        <pc:chgData name="Zailan Arabee Abdul Salam" userId="5bc04053-34d1-46af-a9d4-ff754460ad4b" providerId="ADAL" clId="{BB403CD1-FF15-4DF0-8479-C4E0F0908469}" dt="2023-11-06T04:58:32.688" v="3" actId="47"/>
        <pc:sldMkLst>
          <pc:docMk/>
          <pc:sldMk cId="0" sldId="465"/>
        </pc:sldMkLst>
      </pc:sldChg>
      <pc:sldChg chg="del">
        <pc:chgData name="Zailan Arabee Abdul Salam" userId="5bc04053-34d1-46af-a9d4-ff754460ad4b" providerId="ADAL" clId="{BB403CD1-FF15-4DF0-8479-C4E0F0908469}" dt="2023-11-06T04:58:32.688" v="3" actId="47"/>
        <pc:sldMkLst>
          <pc:docMk/>
          <pc:sldMk cId="0" sldId="466"/>
        </pc:sldMkLst>
      </pc:sldChg>
      <pc:sldChg chg="del">
        <pc:chgData name="Zailan Arabee Abdul Salam" userId="5bc04053-34d1-46af-a9d4-ff754460ad4b" providerId="ADAL" clId="{BB403CD1-FF15-4DF0-8479-C4E0F0908469}" dt="2023-11-06T04:58:32.688" v="3" actId="47"/>
        <pc:sldMkLst>
          <pc:docMk/>
          <pc:sldMk cId="0" sldId="467"/>
        </pc:sldMkLst>
      </pc:sldChg>
      <pc:sldChg chg="del">
        <pc:chgData name="Zailan Arabee Abdul Salam" userId="5bc04053-34d1-46af-a9d4-ff754460ad4b" providerId="ADAL" clId="{BB403CD1-FF15-4DF0-8479-C4E0F0908469}" dt="2023-11-06T04:58:32.688" v="3" actId="47"/>
        <pc:sldMkLst>
          <pc:docMk/>
          <pc:sldMk cId="0" sldId="468"/>
        </pc:sldMkLst>
      </pc:sldChg>
      <pc:sldChg chg="del">
        <pc:chgData name="Zailan Arabee Abdul Salam" userId="5bc04053-34d1-46af-a9d4-ff754460ad4b" providerId="ADAL" clId="{BB403CD1-FF15-4DF0-8479-C4E0F0908469}" dt="2023-11-06T04:58:32.688" v="3" actId="47"/>
        <pc:sldMkLst>
          <pc:docMk/>
          <pc:sldMk cId="0" sldId="469"/>
        </pc:sldMkLst>
      </pc:sldChg>
      <pc:sldChg chg="del">
        <pc:chgData name="Zailan Arabee Abdul Salam" userId="5bc04053-34d1-46af-a9d4-ff754460ad4b" providerId="ADAL" clId="{BB403CD1-FF15-4DF0-8479-C4E0F0908469}" dt="2023-11-06T04:58:32.688" v="3" actId="47"/>
        <pc:sldMkLst>
          <pc:docMk/>
          <pc:sldMk cId="0" sldId="470"/>
        </pc:sldMkLst>
      </pc:sldChg>
      <pc:sldChg chg="add">
        <pc:chgData name="Zailan Arabee Abdul Salam" userId="5bc04053-34d1-46af-a9d4-ff754460ad4b" providerId="ADAL" clId="{BB403CD1-FF15-4DF0-8479-C4E0F0908469}" dt="2023-11-06T04:58:14.633" v="0"/>
        <pc:sldMkLst>
          <pc:docMk/>
          <pc:sldMk cId="0" sldId="471"/>
        </pc:sldMkLst>
      </pc:sldChg>
      <pc:sldChg chg="add">
        <pc:chgData name="Zailan Arabee Abdul Salam" userId="5bc04053-34d1-46af-a9d4-ff754460ad4b" providerId="ADAL" clId="{BB403CD1-FF15-4DF0-8479-C4E0F0908469}" dt="2023-11-06T04:58:14.633" v="0"/>
        <pc:sldMkLst>
          <pc:docMk/>
          <pc:sldMk cId="0" sldId="472"/>
        </pc:sldMkLst>
      </pc:sldChg>
      <pc:sldChg chg="add">
        <pc:chgData name="Zailan Arabee Abdul Salam" userId="5bc04053-34d1-46af-a9d4-ff754460ad4b" providerId="ADAL" clId="{BB403CD1-FF15-4DF0-8479-C4E0F0908469}" dt="2023-11-06T04:58:14.633" v="0"/>
        <pc:sldMkLst>
          <pc:docMk/>
          <pc:sldMk cId="0" sldId="473"/>
        </pc:sldMkLst>
      </pc:sldChg>
      <pc:sldChg chg="add">
        <pc:chgData name="Zailan Arabee Abdul Salam" userId="5bc04053-34d1-46af-a9d4-ff754460ad4b" providerId="ADAL" clId="{BB403CD1-FF15-4DF0-8479-C4E0F0908469}" dt="2023-11-06T04:58:14.633" v="0"/>
        <pc:sldMkLst>
          <pc:docMk/>
          <pc:sldMk cId="0" sldId="474"/>
        </pc:sldMkLst>
      </pc:sldChg>
      <pc:sldChg chg="add">
        <pc:chgData name="Zailan Arabee Abdul Salam" userId="5bc04053-34d1-46af-a9d4-ff754460ad4b" providerId="ADAL" clId="{BB403CD1-FF15-4DF0-8479-C4E0F0908469}" dt="2023-11-06T04:58:14.633" v="0"/>
        <pc:sldMkLst>
          <pc:docMk/>
          <pc:sldMk cId="0" sldId="475"/>
        </pc:sldMkLst>
      </pc:sldChg>
      <pc:sldChg chg="add">
        <pc:chgData name="Zailan Arabee Abdul Salam" userId="5bc04053-34d1-46af-a9d4-ff754460ad4b" providerId="ADAL" clId="{BB403CD1-FF15-4DF0-8479-C4E0F0908469}" dt="2023-11-06T04:58:14.633" v="0"/>
        <pc:sldMkLst>
          <pc:docMk/>
          <pc:sldMk cId="0" sldId="476"/>
        </pc:sldMkLst>
      </pc:sldChg>
      <pc:sldChg chg="modSp add">
        <pc:chgData name="Zailan Arabee Abdul Salam" userId="5bc04053-34d1-46af-a9d4-ff754460ad4b" providerId="ADAL" clId="{BB403CD1-FF15-4DF0-8479-C4E0F0908469}" dt="2023-11-06T04:58:14.633" v="0"/>
        <pc:sldMkLst>
          <pc:docMk/>
          <pc:sldMk cId="0" sldId="477"/>
        </pc:sldMkLst>
        <pc:spChg chg="mod">
          <ac:chgData name="Zailan Arabee Abdul Salam" userId="5bc04053-34d1-46af-a9d4-ff754460ad4b" providerId="ADAL" clId="{BB403CD1-FF15-4DF0-8479-C4E0F0908469}" dt="2023-11-06T04:58:14.633" v="0"/>
          <ac:spMkLst>
            <pc:docMk/>
            <pc:sldMk cId="0" sldId="477"/>
            <ac:spMk id="62467" creationId="{443B0F00-BA82-FF73-49BC-F61B7D1B2A56}"/>
          </ac:spMkLst>
        </pc:spChg>
      </pc:sldChg>
      <pc:sldChg chg="add">
        <pc:chgData name="Zailan Arabee Abdul Salam" userId="5bc04053-34d1-46af-a9d4-ff754460ad4b" providerId="ADAL" clId="{BB403CD1-FF15-4DF0-8479-C4E0F0908469}" dt="2023-11-06T04:58:14.633" v="0"/>
        <pc:sldMkLst>
          <pc:docMk/>
          <pc:sldMk cId="0" sldId="478"/>
        </pc:sldMkLst>
      </pc:sldChg>
      <pc:sldChg chg="add">
        <pc:chgData name="Zailan Arabee Abdul Salam" userId="5bc04053-34d1-46af-a9d4-ff754460ad4b" providerId="ADAL" clId="{BB403CD1-FF15-4DF0-8479-C4E0F0908469}" dt="2023-11-06T04:58:14.633" v="0"/>
        <pc:sldMkLst>
          <pc:docMk/>
          <pc:sldMk cId="0" sldId="479"/>
        </pc:sldMkLst>
      </pc:sldChg>
      <pc:sldChg chg="add">
        <pc:chgData name="Zailan Arabee Abdul Salam" userId="5bc04053-34d1-46af-a9d4-ff754460ad4b" providerId="ADAL" clId="{BB403CD1-FF15-4DF0-8479-C4E0F0908469}" dt="2023-11-06T04:58:14.633" v="0"/>
        <pc:sldMkLst>
          <pc:docMk/>
          <pc:sldMk cId="0" sldId="480"/>
        </pc:sldMkLst>
      </pc:sldChg>
      <pc:sldChg chg="add">
        <pc:chgData name="Zailan Arabee Abdul Salam" userId="5bc04053-34d1-46af-a9d4-ff754460ad4b" providerId="ADAL" clId="{BB403CD1-FF15-4DF0-8479-C4E0F0908469}" dt="2023-11-06T04:58:14.633" v="0"/>
        <pc:sldMkLst>
          <pc:docMk/>
          <pc:sldMk cId="0" sldId="481"/>
        </pc:sldMkLst>
      </pc:sldChg>
      <pc:sldChg chg="add">
        <pc:chgData name="Zailan Arabee Abdul Salam" userId="5bc04053-34d1-46af-a9d4-ff754460ad4b" providerId="ADAL" clId="{BB403CD1-FF15-4DF0-8479-C4E0F0908469}" dt="2023-11-06T04:58:14.633" v="0"/>
        <pc:sldMkLst>
          <pc:docMk/>
          <pc:sldMk cId="0" sldId="482"/>
        </pc:sldMkLst>
      </pc:sldChg>
      <pc:sldChg chg="add">
        <pc:chgData name="Zailan Arabee Abdul Salam" userId="5bc04053-34d1-46af-a9d4-ff754460ad4b" providerId="ADAL" clId="{BB403CD1-FF15-4DF0-8479-C4E0F0908469}" dt="2023-11-06T04:58:14.633" v="0"/>
        <pc:sldMkLst>
          <pc:docMk/>
          <pc:sldMk cId="0" sldId="483"/>
        </pc:sldMkLst>
      </pc:sldChg>
      <pc:sldChg chg="add">
        <pc:chgData name="Zailan Arabee Abdul Salam" userId="5bc04053-34d1-46af-a9d4-ff754460ad4b" providerId="ADAL" clId="{BB403CD1-FF15-4DF0-8479-C4E0F0908469}" dt="2023-11-06T04:58:14.633" v="0"/>
        <pc:sldMkLst>
          <pc:docMk/>
          <pc:sldMk cId="0" sldId="484"/>
        </pc:sldMkLst>
      </pc:sldChg>
      <pc:sldChg chg="add">
        <pc:chgData name="Zailan Arabee Abdul Salam" userId="5bc04053-34d1-46af-a9d4-ff754460ad4b" providerId="ADAL" clId="{BB403CD1-FF15-4DF0-8479-C4E0F0908469}" dt="2023-11-06T04:58:14.633" v="0"/>
        <pc:sldMkLst>
          <pc:docMk/>
          <pc:sldMk cId="0" sldId="485"/>
        </pc:sldMkLst>
      </pc:sldChg>
      <pc:sldChg chg="add">
        <pc:chgData name="Zailan Arabee Abdul Salam" userId="5bc04053-34d1-46af-a9d4-ff754460ad4b" providerId="ADAL" clId="{BB403CD1-FF15-4DF0-8479-C4E0F0908469}" dt="2023-11-06T04:58:14.633" v="0"/>
        <pc:sldMkLst>
          <pc:docMk/>
          <pc:sldMk cId="0" sldId="486"/>
        </pc:sldMkLst>
      </pc:sldChg>
      <pc:sldChg chg="add del">
        <pc:chgData name="Zailan Arabee Abdul Salam" userId="5bc04053-34d1-46af-a9d4-ff754460ad4b" providerId="ADAL" clId="{BB403CD1-FF15-4DF0-8479-C4E0F0908469}" dt="2023-11-06T04:58:36.112" v="4" actId="47"/>
        <pc:sldMkLst>
          <pc:docMk/>
          <pc:sldMk cId="0" sldId="487"/>
        </pc:sldMkLst>
      </pc:sldChg>
      <pc:sldChg chg="add">
        <pc:chgData name="Zailan Arabee Abdul Salam" userId="5bc04053-34d1-46af-a9d4-ff754460ad4b" providerId="ADAL" clId="{BB403CD1-FF15-4DF0-8479-C4E0F0908469}" dt="2023-11-06T04:58:14.633" v="0"/>
        <pc:sldMkLst>
          <pc:docMk/>
          <pc:sldMk cId="0" sldId="488"/>
        </pc:sldMkLst>
      </pc:sldChg>
      <pc:sldChg chg="add">
        <pc:chgData name="Zailan Arabee Abdul Salam" userId="5bc04053-34d1-46af-a9d4-ff754460ad4b" providerId="ADAL" clId="{BB403CD1-FF15-4DF0-8479-C4E0F0908469}" dt="2023-11-06T04:58:14.633" v="0"/>
        <pc:sldMkLst>
          <pc:docMk/>
          <pc:sldMk cId="0" sldId="489"/>
        </pc:sldMkLst>
      </pc:sldChg>
      <pc:sldChg chg="modSp add">
        <pc:chgData name="Zailan Arabee Abdul Salam" userId="5bc04053-34d1-46af-a9d4-ff754460ad4b" providerId="ADAL" clId="{BB403CD1-FF15-4DF0-8479-C4E0F0908469}" dt="2023-11-06T04:58:14.633" v="0"/>
        <pc:sldMkLst>
          <pc:docMk/>
          <pc:sldMk cId="0" sldId="490"/>
        </pc:sldMkLst>
        <pc:spChg chg="mod">
          <ac:chgData name="Zailan Arabee Abdul Salam" userId="5bc04053-34d1-46af-a9d4-ff754460ad4b" providerId="ADAL" clId="{BB403CD1-FF15-4DF0-8479-C4E0F0908469}" dt="2023-11-06T04:58:14.633" v="0"/>
          <ac:spMkLst>
            <pc:docMk/>
            <pc:sldMk cId="0" sldId="490"/>
            <ac:spMk id="78850" creationId="{BF25FBBA-B2F2-104D-B252-36424B51E40C}"/>
          </ac:spMkLst>
        </pc:spChg>
      </pc:sldChg>
      <pc:sldChg chg="add">
        <pc:chgData name="Zailan Arabee Abdul Salam" userId="5bc04053-34d1-46af-a9d4-ff754460ad4b" providerId="ADAL" clId="{BB403CD1-FF15-4DF0-8479-C4E0F0908469}" dt="2023-11-06T04:58:14.633" v="0"/>
        <pc:sldMkLst>
          <pc:docMk/>
          <pc:sldMk cId="0" sldId="491"/>
        </pc:sldMkLst>
      </pc:sldChg>
    </pc:docChg>
  </pc:docChgLst>
  <pc:docChgLst>
    <pc:chgData name="Zailan Arabee Abdul Salam" userId="5bc04053-34d1-46af-a9d4-ff754460ad4b" providerId="ADAL" clId="{76D53FD3-137B-42A7-8814-A5128FB68CB9}"/>
    <pc:docChg chg="addSld delSld modSld modSection">
      <pc:chgData name="Zailan Arabee Abdul Salam" userId="5bc04053-34d1-46af-a9d4-ff754460ad4b" providerId="ADAL" clId="{76D53FD3-137B-42A7-8814-A5128FB68CB9}" dt="2023-10-30T03:24:22.666" v="2" actId="47"/>
      <pc:docMkLst>
        <pc:docMk/>
      </pc:docMkLst>
      <pc:sldChg chg="add">
        <pc:chgData name="Zailan Arabee Abdul Salam" userId="5bc04053-34d1-46af-a9d4-ff754460ad4b" providerId="ADAL" clId="{76D53FD3-137B-42A7-8814-A5128FB68CB9}" dt="2023-10-30T03:23:50.545" v="0"/>
        <pc:sldMkLst>
          <pc:docMk/>
          <pc:sldMk cId="0" sldId="257"/>
        </pc:sldMkLst>
      </pc:sldChg>
      <pc:sldChg chg="del">
        <pc:chgData name="Zailan Arabee Abdul Salam" userId="5bc04053-34d1-46af-a9d4-ff754460ad4b" providerId="ADAL" clId="{76D53FD3-137B-42A7-8814-A5128FB68CB9}" dt="2023-10-30T03:24:22.666" v="2" actId="47"/>
        <pc:sldMkLst>
          <pc:docMk/>
          <pc:sldMk cId="0" sldId="264"/>
        </pc:sldMkLst>
      </pc:sldChg>
      <pc:sldChg chg="del">
        <pc:chgData name="Zailan Arabee Abdul Salam" userId="5bc04053-34d1-46af-a9d4-ff754460ad4b" providerId="ADAL" clId="{76D53FD3-137B-42A7-8814-A5128FB68CB9}" dt="2023-10-30T03:24:22.666" v="2" actId="47"/>
        <pc:sldMkLst>
          <pc:docMk/>
          <pc:sldMk cId="0" sldId="265"/>
        </pc:sldMkLst>
      </pc:sldChg>
      <pc:sldChg chg="del">
        <pc:chgData name="Zailan Arabee Abdul Salam" userId="5bc04053-34d1-46af-a9d4-ff754460ad4b" providerId="ADAL" clId="{76D53FD3-137B-42A7-8814-A5128FB68CB9}" dt="2023-10-30T03:24:22.666" v="2" actId="47"/>
        <pc:sldMkLst>
          <pc:docMk/>
          <pc:sldMk cId="0" sldId="266"/>
        </pc:sldMkLst>
      </pc:sldChg>
      <pc:sldChg chg="del">
        <pc:chgData name="Zailan Arabee Abdul Salam" userId="5bc04053-34d1-46af-a9d4-ff754460ad4b" providerId="ADAL" clId="{76D53FD3-137B-42A7-8814-A5128FB68CB9}" dt="2023-10-30T03:24:22.666" v="2" actId="47"/>
        <pc:sldMkLst>
          <pc:docMk/>
          <pc:sldMk cId="0" sldId="267"/>
        </pc:sldMkLst>
      </pc:sldChg>
      <pc:sldChg chg="del">
        <pc:chgData name="Zailan Arabee Abdul Salam" userId="5bc04053-34d1-46af-a9d4-ff754460ad4b" providerId="ADAL" clId="{76D53FD3-137B-42A7-8814-A5128FB68CB9}" dt="2023-10-30T03:24:22.666" v="2" actId="47"/>
        <pc:sldMkLst>
          <pc:docMk/>
          <pc:sldMk cId="0" sldId="268"/>
        </pc:sldMkLst>
      </pc:sldChg>
      <pc:sldChg chg="del">
        <pc:chgData name="Zailan Arabee Abdul Salam" userId="5bc04053-34d1-46af-a9d4-ff754460ad4b" providerId="ADAL" clId="{76D53FD3-137B-42A7-8814-A5128FB68CB9}" dt="2023-10-30T03:24:22.666" v="2" actId="47"/>
        <pc:sldMkLst>
          <pc:docMk/>
          <pc:sldMk cId="0" sldId="269"/>
        </pc:sldMkLst>
      </pc:sldChg>
      <pc:sldChg chg="del">
        <pc:chgData name="Zailan Arabee Abdul Salam" userId="5bc04053-34d1-46af-a9d4-ff754460ad4b" providerId="ADAL" clId="{76D53FD3-137B-42A7-8814-A5128FB68CB9}" dt="2023-10-30T03:24:22.666" v="2" actId="47"/>
        <pc:sldMkLst>
          <pc:docMk/>
          <pc:sldMk cId="0" sldId="270"/>
        </pc:sldMkLst>
      </pc:sldChg>
      <pc:sldChg chg="del">
        <pc:chgData name="Zailan Arabee Abdul Salam" userId="5bc04053-34d1-46af-a9d4-ff754460ad4b" providerId="ADAL" clId="{76D53FD3-137B-42A7-8814-A5128FB68CB9}" dt="2023-10-30T03:24:22.666" v="2" actId="47"/>
        <pc:sldMkLst>
          <pc:docMk/>
          <pc:sldMk cId="4027869332" sldId="271"/>
        </pc:sldMkLst>
      </pc:sldChg>
      <pc:sldChg chg="del">
        <pc:chgData name="Zailan Arabee Abdul Salam" userId="5bc04053-34d1-46af-a9d4-ff754460ad4b" providerId="ADAL" clId="{76D53FD3-137B-42A7-8814-A5128FB68CB9}" dt="2023-10-30T03:24:22.666" v="2" actId="47"/>
        <pc:sldMkLst>
          <pc:docMk/>
          <pc:sldMk cId="0" sldId="272"/>
        </pc:sldMkLst>
      </pc:sldChg>
      <pc:sldChg chg="del">
        <pc:chgData name="Zailan Arabee Abdul Salam" userId="5bc04053-34d1-46af-a9d4-ff754460ad4b" providerId="ADAL" clId="{76D53FD3-137B-42A7-8814-A5128FB68CB9}" dt="2023-10-30T03:24:22.666" v="2" actId="47"/>
        <pc:sldMkLst>
          <pc:docMk/>
          <pc:sldMk cId="0" sldId="273"/>
        </pc:sldMkLst>
      </pc:sldChg>
      <pc:sldChg chg="del">
        <pc:chgData name="Zailan Arabee Abdul Salam" userId="5bc04053-34d1-46af-a9d4-ff754460ad4b" providerId="ADAL" clId="{76D53FD3-137B-42A7-8814-A5128FB68CB9}" dt="2023-10-30T03:24:22.666" v="2" actId="47"/>
        <pc:sldMkLst>
          <pc:docMk/>
          <pc:sldMk cId="0" sldId="274"/>
        </pc:sldMkLst>
      </pc:sldChg>
      <pc:sldChg chg="del">
        <pc:chgData name="Zailan Arabee Abdul Salam" userId="5bc04053-34d1-46af-a9d4-ff754460ad4b" providerId="ADAL" clId="{76D53FD3-137B-42A7-8814-A5128FB68CB9}" dt="2023-10-30T03:24:22.666" v="2" actId="47"/>
        <pc:sldMkLst>
          <pc:docMk/>
          <pc:sldMk cId="0" sldId="275"/>
        </pc:sldMkLst>
      </pc:sldChg>
      <pc:sldChg chg="del">
        <pc:chgData name="Zailan Arabee Abdul Salam" userId="5bc04053-34d1-46af-a9d4-ff754460ad4b" providerId="ADAL" clId="{76D53FD3-137B-42A7-8814-A5128FB68CB9}" dt="2023-10-30T03:24:22.666" v="2" actId="47"/>
        <pc:sldMkLst>
          <pc:docMk/>
          <pc:sldMk cId="0" sldId="276"/>
        </pc:sldMkLst>
      </pc:sldChg>
      <pc:sldChg chg="del">
        <pc:chgData name="Zailan Arabee Abdul Salam" userId="5bc04053-34d1-46af-a9d4-ff754460ad4b" providerId="ADAL" clId="{76D53FD3-137B-42A7-8814-A5128FB68CB9}" dt="2023-10-30T03:24:22.666" v="2" actId="47"/>
        <pc:sldMkLst>
          <pc:docMk/>
          <pc:sldMk cId="0" sldId="277"/>
        </pc:sldMkLst>
      </pc:sldChg>
      <pc:sldChg chg="del">
        <pc:chgData name="Zailan Arabee Abdul Salam" userId="5bc04053-34d1-46af-a9d4-ff754460ad4b" providerId="ADAL" clId="{76D53FD3-137B-42A7-8814-A5128FB68CB9}" dt="2023-10-30T03:24:22.666" v="2" actId="47"/>
        <pc:sldMkLst>
          <pc:docMk/>
          <pc:sldMk cId="0" sldId="278"/>
        </pc:sldMkLst>
      </pc:sldChg>
      <pc:sldChg chg="del">
        <pc:chgData name="Zailan Arabee Abdul Salam" userId="5bc04053-34d1-46af-a9d4-ff754460ad4b" providerId="ADAL" clId="{76D53FD3-137B-42A7-8814-A5128FB68CB9}" dt="2023-10-30T03:24:22.666" v="2" actId="47"/>
        <pc:sldMkLst>
          <pc:docMk/>
          <pc:sldMk cId="0" sldId="279"/>
        </pc:sldMkLst>
      </pc:sldChg>
      <pc:sldChg chg="del">
        <pc:chgData name="Zailan Arabee Abdul Salam" userId="5bc04053-34d1-46af-a9d4-ff754460ad4b" providerId="ADAL" clId="{76D53FD3-137B-42A7-8814-A5128FB68CB9}" dt="2023-10-30T03:24:22.666" v="2" actId="47"/>
        <pc:sldMkLst>
          <pc:docMk/>
          <pc:sldMk cId="3225035349" sldId="280"/>
        </pc:sldMkLst>
      </pc:sldChg>
      <pc:sldChg chg="del">
        <pc:chgData name="Zailan Arabee Abdul Salam" userId="5bc04053-34d1-46af-a9d4-ff754460ad4b" providerId="ADAL" clId="{76D53FD3-137B-42A7-8814-A5128FB68CB9}" dt="2023-10-30T03:24:22.666" v="2" actId="47"/>
        <pc:sldMkLst>
          <pc:docMk/>
          <pc:sldMk cId="2979819931" sldId="281"/>
        </pc:sldMkLst>
      </pc:sldChg>
      <pc:sldChg chg="del">
        <pc:chgData name="Zailan Arabee Abdul Salam" userId="5bc04053-34d1-46af-a9d4-ff754460ad4b" providerId="ADAL" clId="{76D53FD3-137B-42A7-8814-A5128FB68CB9}" dt="2023-10-30T03:24:22.666" v="2" actId="47"/>
        <pc:sldMkLst>
          <pc:docMk/>
          <pc:sldMk cId="0" sldId="282"/>
        </pc:sldMkLst>
      </pc:sldChg>
      <pc:sldChg chg="del">
        <pc:chgData name="Zailan Arabee Abdul Salam" userId="5bc04053-34d1-46af-a9d4-ff754460ad4b" providerId="ADAL" clId="{76D53FD3-137B-42A7-8814-A5128FB68CB9}" dt="2023-10-30T03:24:22.666" v="2" actId="47"/>
        <pc:sldMkLst>
          <pc:docMk/>
          <pc:sldMk cId="0" sldId="283"/>
        </pc:sldMkLst>
      </pc:sldChg>
      <pc:sldChg chg="del">
        <pc:chgData name="Zailan Arabee Abdul Salam" userId="5bc04053-34d1-46af-a9d4-ff754460ad4b" providerId="ADAL" clId="{76D53FD3-137B-42A7-8814-A5128FB68CB9}" dt="2023-10-30T03:24:22.666" v="2" actId="47"/>
        <pc:sldMkLst>
          <pc:docMk/>
          <pc:sldMk cId="2994277211" sldId="284"/>
        </pc:sldMkLst>
      </pc:sldChg>
      <pc:sldChg chg="del">
        <pc:chgData name="Zailan Arabee Abdul Salam" userId="5bc04053-34d1-46af-a9d4-ff754460ad4b" providerId="ADAL" clId="{76D53FD3-137B-42A7-8814-A5128FB68CB9}" dt="2023-10-30T03:24:22.666" v="2" actId="47"/>
        <pc:sldMkLst>
          <pc:docMk/>
          <pc:sldMk cId="894897432" sldId="285"/>
        </pc:sldMkLst>
      </pc:sldChg>
      <pc:sldChg chg="del">
        <pc:chgData name="Zailan Arabee Abdul Salam" userId="5bc04053-34d1-46af-a9d4-ff754460ad4b" providerId="ADAL" clId="{76D53FD3-137B-42A7-8814-A5128FB68CB9}" dt="2023-10-30T03:24:22.666" v="2" actId="47"/>
        <pc:sldMkLst>
          <pc:docMk/>
          <pc:sldMk cId="2083618775" sldId="286"/>
        </pc:sldMkLst>
      </pc:sldChg>
      <pc:sldChg chg="del">
        <pc:chgData name="Zailan Arabee Abdul Salam" userId="5bc04053-34d1-46af-a9d4-ff754460ad4b" providerId="ADAL" clId="{76D53FD3-137B-42A7-8814-A5128FB68CB9}" dt="2023-10-30T03:24:22.666" v="2" actId="47"/>
        <pc:sldMkLst>
          <pc:docMk/>
          <pc:sldMk cId="3831505793" sldId="287"/>
        </pc:sldMkLst>
      </pc:sldChg>
      <pc:sldChg chg="del">
        <pc:chgData name="Zailan Arabee Abdul Salam" userId="5bc04053-34d1-46af-a9d4-ff754460ad4b" providerId="ADAL" clId="{76D53FD3-137B-42A7-8814-A5128FB68CB9}" dt="2023-10-30T03:24:22.666" v="2" actId="47"/>
        <pc:sldMkLst>
          <pc:docMk/>
          <pc:sldMk cId="0" sldId="288"/>
        </pc:sldMkLst>
      </pc:sldChg>
      <pc:sldChg chg="del">
        <pc:chgData name="Zailan Arabee Abdul Salam" userId="5bc04053-34d1-46af-a9d4-ff754460ad4b" providerId="ADAL" clId="{76D53FD3-137B-42A7-8814-A5128FB68CB9}" dt="2023-10-30T03:24:22.666" v="2" actId="47"/>
        <pc:sldMkLst>
          <pc:docMk/>
          <pc:sldMk cId="1147883940" sldId="289"/>
        </pc:sldMkLst>
      </pc:sldChg>
      <pc:sldChg chg="del">
        <pc:chgData name="Zailan Arabee Abdul Salam" userId="5bc04053-34d1-46af-a9d4-ff754460ad4b" providerId="ADAL" clId="{76D53FD3-137B-42A7-8814-A5128FB68CB9}" dt="2023-10-30T03:24:22.666" v="2" actId="47"/>
        <pc:sldMkLst>
          <pc:docMk/>
          <pc:sldMk cId="1929223683" sldId="290"/>
        </pc:sldMkLst>
      </pc:sldChg>
      <pc:sldChg chg="del">
        <pc:chgData name="Zailan Arabee Abdul Salam" userId="5bc04053-34d1-46af-a9d4-ff754460ad4b" providerId="ADAL" clId="{76D53FD3-137B-42A7-8814-A5128FB68CB9}" dt="2023-10-30T03:24:22.666" v="2" actId="47"/>
        <pc:sldMkLst>
          <pc:docMk/>
          <pc:sldMk cId="0" sldId="291"/>
        </pc:sldMkLst>
      </pc:sldChg>
      <pc:sldChg chg="del">
        <pc:chgData name="Zailan Arabee Abdul Salam" userId="5bc04053-34d1-46af-a9d4-ff754460ad4b" providerId="ADAL" clId="{76D53FD3-137B-42A7-8814-A5128FB68CB9}" dt="2023-10-30T03:24:22.666" v="2" actId="47"/>
        <pc:sldMkLst>
          <pc:docMk/>
          <pc:sldMk cId="0" sldId="293"/>
        </pc:sldMkLst>
      </pc:sldChg>
      <pc:sldChg chg="del">
        <pc:chgData name="Zailan Arabee Abdul Salam" userId="5bc04053-34d1-46af-a9d4-ff754460ad4b" providerId="ADAL" clId="{76D53FD3-137B-42A7-8814-A5128FB68CB9}" dt="2023-10-30T03:24:22.666" v="2" actId="47"/>
        <pc:sldMkLst>
          <pc:docMk/>
          <pc:sldMk cId="14364869" sldId="294"/>
        </pc:sldMkLst>
      </pc:sldChg>
      <pc:sldChg chg="del">
        <pc:chgData name="Zailan Arabee Abdul Salam" userId="5bc04053-34d1-46af-a9d4-ff754460ad4b" providerId="ADAL" clId="{76D53FD3-137B-42A7-8814-A5128FB68CB9}" dt="2023-10-30T03:24:22.666" v="2" actId="47"/>
        <pc:sldMkLst>
          <pc:docMk/>
          <pc:sldMk cId="393804965" sldId="295"/>
        </pc:sldMkLst>
      </pc:sldChg>
      <pc:sldChg chg="del">
        <pc:chgData name="Zailan Arabee Abdul Salam" userId="5bc04053-34d1-46af-a9d4-ff754460ad4b" providerId="ADAL" clId="{76D53FD3-137B-42A7-8814-A5128FB68CB9}" dt="2023-10-30T03:24:22.666" v="2" actId="47"/>
        <pc:sldMkLst>
          <pc:docMk/>
          <pc:sldMk cId="4053078876" sldId="296"/>
        </pc:sldMkLst>
      </pc:sldChg>
      <pc:sldChg chg="del">
        <pc:chgData name="Zailan Arabee Abdul Salam" userId="5bc04053-34d1-46af-a9d4-ff754460ad4b" providerId="ADAL" clId="{76D53FD3-137B-42A7-8814-A5128FB68CB9}" dt="2023-10-30T03:24:22.666" v="2" actId="47"/>
        <pc:sldMkLst>
          <pc:docMk/>
          <pc:sldMk cId="3067589673" sldId="297"/>
        </pc:sldMkLst>
      </pc:sldChg>
      <pc:sldChg chg="del">
        <pc:chgData name="Zailan Arabee Abdul Salam" userId="5bc04053-34d1-46af-a9d4-ff754460ad4b" providerId="ADAL" clId="{76D53FD3-137B-42A7-8814-A5128FB68CB9}" dt="2023-10-30T03:24:22.666" v="2" actId="47"/>
        <pc:sldMkLst>
          <pc:docMk/>
          <pc:sldMk cId="0" sldId="298"/>
        </pc:sldMkLst>
      </pc:sldChg>
      <pc:sldChg chg="del">
        <pc:chgData name="Zailan Arabee Abdul Salam" userId="5bc04053-34d1-46af-a9d4-ff754460ad4b" providerId="ADAL" clId="{76D53FD3-137B-42A7-8814-A5128FB68CB9}" dt="2023-10-30T03:24:22.666" v="2" actId="47"/>
        <pc:sldMkLst>
          <pc:docMk/>
          <pc:sldMk cId="0" sldId="299"/>
        </pc:sldMkLst>
      </pc:sldChg>
      <pc:sldChg chg="del">
        <pc:chgData name="Zailan Arabee Abdul Salam" userId="5bc04053-34d1-46af-a9d4-ff754460ad4b" providerId="ADAL" clId="{76D53FD3-137B-42A7-8814-A5128FB68CB9}" dt="2023-10-30T03:24:22.666" v="2" actId="47"/>
        <pc:sldMkLst>
          <pc:docMk/>
          <pc:sldMk cId="0" sldId="300"/>
        </pc:sldMkLst>
      </pc:sldChg>
      <pc:sldChg chg="del">
        <pc:chgData name="Zailan Arabee Abdul Salam" userId="5bc04053-34d1-46af-a9d4-ff754460ad4b" providerId="ADAL" clId="{76D53FD3-137B-42A7-8814-A5128FB68CB9}" dt="2023-10-30T03:24:22.666" v="2" actId="47"/>
        <pc:sldMkLst>
          <pc:docMk/>
          <pc:sldMk cId="0" sldId="301"/>
        </pc:sldMkLst>
      </pc:sldChg>
      <pc:sldChg chg="del">
        <pc:chgData name="Zailan Arabee Abdul Salam" userId="5bc04053-34d1-46af-a9d4-ff754460ad4b" providerId="ADAL" clId="{76D53FD3-137B-42A7-8814-A5128FB68CB9}" dt="2023-10-30T03:24:22.666" v="2" actId="47"/>
        <pc:sldMkLst>
          <pc:docMk/>
          <pc:sldMk cId="0" sldId="302"/>
        </pc:sldMkLst>
      </pc:sldChg>
      <pc:sldChg chg="del">
        <pc:chgData name="Zailan Arabee Abdul Salam" userId="5bc04053-34d1-46af-a9d4-ff754460ad4b" providerId="ADAL" clId="{76D53FD3-137B-42A7-8814-A5128FB68CB9}" dt="2023-10-30T03:24:22.666" v="2" actId="47"/>
        <pc:sldMkLst>
          <pc:docMk/>
          <pc:sldMk cId="0" sldId="303"/>
        </pc:sldMkLst>
      </pc:sldChg>
      <pc:sldChg chg="add">
        <pc:chgData name="Zailan Arabee Abdul Salam" userId="5bc04053-34d1-46af-a9d4-ff754460ad4b" providerId="ADAL" clId="{76D53FD3-137B-42A7-8814-A5128FB68CB9}" dt="2023-10-30T03:23:50.545" v="0"/>
        <pc:sldMkLst>
          <pc:docMk/>
          <pc:sldMk cId="0" sldId="310"/>
        </pc:sldMkLst>
      </pc:sldChg>
      <pc:sldChg chg="del">
        <pc:chgData name="Zailan Arabee Abdul Salam" userId="5bc04053-34d1-46af-a9d4-ff754460ad4b" providerId="ADAL" clId="{76D53FD3-137B-42A7-8814-A5128FB68CB9}" dt="2023-10-30T03:24:22.666" v="2" actId="47"/>
        <pc:sldMkLst>
          <pc:docMk/>
          <pc:sldMk cId="0" sldId="311"/>
        </pc:sldMkLst>
      </pc:sldChg>
      <pc:sldChg chg="del">
        <pc:chgData name="Zailan Arabee Abdul Salam" userId="5bc04053-34d1-46af-a9d4-ff754460ad4b" providerId="ADAL" clId="{76D53FD3-137B-42A7-8814-A5128FB68CB9}" dt="2023-10-30T03:24:22.666" v="2" actId="47"/>
        <pc:sldMkLst>
          <pc:docMk/>
          <pc:sldMk cId="0" sldId="312"/>
        </pc:sldMkLst>
      </pc:sldChg>
      <pc:sldChg chg="add">
        <pc:chgData name="Zailan Arabee Abdul Salam" userId="5bc04053-34d1-46af-a9d4-ff754460ad4b" providerId="ADAL" clId="{76D53FD3-137B-42A7-8814-A5128FB68CB9}" dt="2023-10-30T03:23:50.545" v="0"/>
        <pc:sldMkLst>
          <pc:docMk/>
          <pc:sldMk cId="0" sldId="313"/>
        </pc:sldMkLst>
      </pc:sldChg>
      <pc:sldChg chg="add">
        <pc:chgData name="Zailan Arabee Abdul Salam" userId="5bc04053-34d1-46af-a9d4-ff754460ad4b" providerId="ADAL" clId="{76D53FD3-137B-42A7-8814-A5128FB68CB9}" dt="2023-10-30T03:23:50.545" v="0"/>
        <pc:sldMkLst>
          <pc:docMk/>
          <pc:sldMk cId="0" sldId="314"/>
        </pc:sldMkLst>
      </pc:sldChg>
      <pc:sldChg chg="del">
        <pc:chgData name="Zailan Arabee Abdul Salam" userId="5bc04053-34d1-46af-a9d4-ff754460ad4b" providerId="ADAL" clId="{76D53FD3-137B-42A7-8814-A5128FB68CB9}" dt="2023-10-30T03:24:22.666" v="2" actId="47"/>
        <pc:sldMkLst>
          <pc:docMk/>
          <pc:sldMk cId="0" sldId="315"/>
        </pc:sldMkLst>
      </pc:sldChg>
      <pc:sldChg chg="add">
        <pc:chgData name="Zailan Arabee Abdul Salam" userId="5bc04053-34d1-46af-a9d4-ff754460ad4b" providerId="ADAL" clId="{76D53FD3-137B-42A7-8814-A5128FB68CB9}" dt="2023-10-30T03:23:50.545" v="0"/>
        <pc:sldMkLst>
          <pc:docMk/>
          <pc:sldMk cId="0" sldId="316"/>
        </pc:sldMkLst>
      </pc:sldChg>
      <pc:sldChg chg="add">
        <pc:chgData name="Zailan Arabee Abdul Salam" userId="5bc04053-34d1-46af-a9d4-ff754460ad4b" providerId="ADAL" clId="{76D53FD3-137B-42A7-8814-A5128FB68CB9}" dt="2023-10-30T03:23:50.545" v="0"/>
        <pc:sldMkLst>
          <pc:docMk/>
          <pc:sldMk cId="0" sldId="317"/>
        </pc:sldMkLst>
      </pc:sldChg>
      <pc:sldChg chg="del">
        <pc:chgData name="Zailan Arabee Abdul Salam" userId="5bc04053-34d1-46af-a9d4-ff754460ad4b" providerId="ADAL" clId="{76D53FD3-137B-42A7-8814-A5128FB68CB9}" dt="2023-10-30T03:24:22.666" v="2" actId="47"/>
        <pc:sldMkLst>
          <pc:docMk/>
          <pc:sldMk cId="0" sldId="318"/>
        </pc:sldMkLst>
      </pc:sldChg>
      <pc:sldChg chg="del">
        <pc:chgData name="Zailan Arabee Abdul Salam" userId="5bc04053-34d1-46af-a9d4-ff754460ad4b" providerId="ADAL" clId="{76D53FD3-137B-42A7-8814-A5128FB68CB9}" dt="2023-10-30T03:24:22.666" v="2" actId="47"/>
        <pc:sldMkLst>
          <pc:docMk/>
          <pc:sldMk cId="0" sldId="319"/>
        </pc:sldMkLst>
      </pc:sldChg>
      <pc:sldChg chg="del">
        <pc:chgData name="Zailan Arabee Abdul Salam" userId="5bc04053-34d1-46af-a9d4-ff754460ad4b" providerId="ADAL" clId="{76D53FD3-137B-42A7-8814-A5128FB68CB9}" dt="2023-10-30T03:24:22.666" v="2" actId="47"/>
        <pc:sldMkLst>
          <pc:docMk/>
          <pc:sldMk cId="0" sldId="320"/>
        </pc:sldMkLst>
      </pc:sldChg>
      <pc:sldChg chg="del">
        <pc:chgData name="Zailan Arabee Abdul Salam" userId="5bc04053-34d1-46af-a9d4-ff754460ad4b" providerId="ADAL" clId="{76D53FD3-137B-42A7-8814-A5128FB68CB9}" dt="2023-10-30T03:24:22.666" v="2" actId="47"/>
        <pc:sldMkLst>
          <pc:docMk/>
          <pc:sldMk cId="0" sldId="321"/>
        </pc:sldMkLst>
      </pc:sldChg>
      <pc:sldChg chg="del">
        <pc:chgData name="Zailan Arabee Abdul Salam" userId="5bc04053-34d1-46af-a9d4-ff754460ad4b" providerId="ADAL" clId="{76D53FD3-137B-42A7-8814-A5128FB68CB9}" dt="2023-10-30T03:24:00.858" v="1" actId="47"/>
        <pc:sldMkLst>
          <pc:docMk/>
          <pc:sldMk cId="66905897" sldId="322"/>
        </pc:sldMkLst>
      </pc:sldChg>
      <pc:sldChg chg="del">
        <pc:chgData name="Zailan Arabee Abdul Salam" userId="5bc04053-34d1-46af-a9d4-ff754460ad4b" providerId="ADAL" clId="{76D53FD3-137B-42A7-8814-A5128FB68CB9}" dt="2023-10-30T03:24:22.666" v="2" actId="47"/>
        <pc:sldMkLst>
          <pc:docMk/>
          <pc:sldMk cId="2528312682" sldId="323"/>
        </pc:sldMkLst>
      </pc:sldChg>
      <pc:sldChg chg="del">
        <pc:chgData name="Zailan Arabee Abdul Salam" userId="5bc04053-34d1-46af-a9d4-ff754460ad4b" providerId="ADAL" clId="{76D53FD3-137B-42A7-8814-A5128FB68CB9}" dt="2023-10-30T03:24:22.666" v="2" actId="47"/>
        <pc:sldMkLst>
          <pc:docMk/>
          <pc:sldMk cId="0" sldId="324"/>
        </pc:sldMkLst>
      </pc:sldChg>
      <pc:sldChg chg="del">
        <pc:chgData name="Zailan Arabee Abdul Salam" userId="5bc04053-34d1-46af-a9d4-ff754460ad4b" providerId="ADAL" clId="{76D53FD3-137B-42A7-8814-A5128FB68CB9}" dt="2023-10-30T03:24:22.666" v="2" actId="47"/>
        <pc:sldMkLst>
          <pc:docMk/>
          <pc:sldMk cId="0" sldId="325"/>
        </pc:sldMkLst>
      </pc:sldChg>
      <pc:sldChg chg="del">
        <pc:chgData name="Zailan Arabee Abdul Salam" userId="5bc04053-34d1-46af-a9d4-ff754460ad4b" providerId="ADAL" clId="{76D53FD3-137B-42A7-8814-A5128FB68CB9}" dt="2023-10-30T03:24:22.666" v="2" actId="47"/>
        <pc:sldMkLst>
          <pc:docMk/>
          <pc:sldMk cId="0" sldId="326"/>
        </pc:sldMkLst>
      </pc:sldChg>
      <pc:sldChg chg="add">
        <pc:chgData name="Zailan Arabee Abdul Salam" userId="5bc04053-34d1-46af-a9d4-ff754460ad4b" providerId="ADAL" clId="{76D53FD3-137B-42A7-8814-A5128FB68CB9}" dt="2023-10-30T03:23:50.545" v="0"/>
        <pc:sldMkLst>
          <pc:docMk/>
          <pc:sldMk cId="2847682019" sldId="327"/>
        </pc:sldMkLst>
      </pc:sldChg>
      <pc:sldChg chg="add">
        <pc:chgData name="Zailan Arabee Abdul Salam" userId="5bc04053-34d1-46af-a9d4-ff754460ad4b" providerId="ADAL" clId="{76D53FD3-137B-42A7-8814-A5128FB68CB9}" dt="2023-10-30T03:23:50.545" v="0"/>
        <pc:sldMkLst>
          <pc:docMk/>
          <pc:sldMk cId="0" sldId="328"/>
        </pc:sldMkLst>
      </pc:sldChg>
      <pc:sldChg chg="del">
        <pc:chgData name="Zailan Arabee Abdul Salam" userId="5bc04053-34d1-46af-a9d4-ff754460ad4b" providerId="ADAL" clId="{76D53FD3-137B-42A7-8814-A5128FB68CB9}" dt="2023-10-30T03:24:22.666" v="2" actId="47"/>
        <pc:sldMkLst>
          <pc:docMk/>
          <pc:sldMk cId="0" sldId="329"/>
        </pc:sldMkLst>
      </pc:sldChg>
      <pc:sldChg chg="del">
        <pc:chgData name="Zailan Arabee Abdul Salam" userId="5bc04053-34d1-46af-a9d4-ff754460ad4b" providerId="ADAL" clId="{76D53FD3-137B-42A7-8814-A5128FB68CB9}" dt="2023-10-30T03:24:22.666" v="2" actId="47"/>
        <pc:sldMkLst>
          <pc:docMk/>
          <pc:sldMk cId="0" sldId="330"/>
        </pc:sldMkLst>
      </pc:sldChg>
      <pc:sldChg chg="del">
        <pc:chgData name="Zailan Arabee Abdul Salam" userId="5bc04053-34d1-46af-a9d4-ff754460ad4b" providerId="ADAL" clId="{76D53FD3-137B-42A7-8814-A5128FB68CB9}" dt="2023-10-30T03:24:22.666" v="2" actId="47"/>
        <pc:sldMkLst>
          <pc:docMk/>
          <pc:sldMk cId="0" sldId="331"/>
        </pc:sldMkLst>
      </pc:sldChg>
      <pc:sldChg chg="del">
        <pc:chgData name="Zailan Arabee Abdul Salam" userId="5bc04053-34d1-46af-a9d4-ff754460ad4b" providerId="ADAL" clId="{76D53FD3-137B-42A7-8814-A5128FB68CB9}" dt="2023-10-30T03:24:22.666" v="2" actId="47"/>
        <pc:sldMkLst>
          <pc:docMk/>
          <pc:sldMk cId="764497266" sldId="332"/>
        </pc:sldMkLst>
      </pc:sldChg>
      <pc:sldChg chg="del">
        <pc:chgData name="Zailan Arabee Abdul Salam" userId="5bc04053-34d1-46af-a9d4-ff754460ad4b" providerId="ADAL" clId="{76D53FD3-137B-42A7-8814-A5128FB68CB9}" dt="2023-10-30T03:24:22.666" v="2" actId="47"/>
        <pc:sldMkLst>
          <pc:docMk/>
          <pc:sldMk cId="0" sldId="333"/>
        </pc:sldMkLst>
      </pc:sldChg>
      <pc:sldChg chg="del">
        <pc:chgData name="Zailan Arabee Abdul Salam" userId="5bc04053-34d1-46af-a9d4-ff754460ad4b" providerId="ADAL" clId="{76D53FD3-137B-42A7-8814-A5128FB68CB9}" dt="2023-10-30T03:24:22.666" v="2" actId="47"/>
        <pc:sldMkLst>
          <pc:docMk/>
          <pc:sldMk cId="63747284" sldId="334"/>
        </pc:sldMkLst>
      </pc:sldChg>
      <pc:sldChg chg="add">
        <pc:chgData name="Zailan Arabee Abdul Salam" userId="5bc04053-34d1-46af-a9d4-ff754460ad4b" providerId="ADAL" clId="{76D53FD3-137B-42A7-8814-A5128FB68CB9}" dt="2023-10-30T03:23:50.545" v="0"/>
        <pc:sldMkLst>
          <pc:docMk/>
          <pc:sldMk cId="0" sldId="335"/>
        </pc:sldMkLst>
      </pc:sldChg>
      <pc:sldChg chg="add">
        <pc:chgData name="Zailan Arabee Abdul Salam" userId="5bc04053-34d1-46af-a9d4-ff754460ad4b" providerId="ADAL" clId="{76D53FD3-137B-42A7-8814-A5128FB68CB9}" dt="2023-10-30T03:23:50.545" v="0"/>
        <pc:sldMkLst>
          <pc:docMk/>
          <pc:sldMk cId="0" sldId="336"/>
        </pc:sldMkLst>
      </pc:sldChg>
      <pc:sldChg chg="add">
        <pc:chgData name="Zailan Arabee Abdul Salam" userId="5bc04053-34d1-46af-a9d4-ff754460ad4b" providerId="ADAL" clId="{76D53FD3-137B-42A7-8814-A5128FB68CB9}" dt="2023-10-30T03:23:50.545" v="0"/>
        <pc:sldMkLst>
          <pc:docMk/>
          <pc:sldMk cId="0" sldId="337"/>
        </pc:sldMkLst>
      </pc:sldChg>
      <pc:sldChg chg="add">
        <pc:chgData name="Zailan Arabee Abdul Salam" userId="5bc04053-34d1-46af-a9d4-ff754460ad4b" providerId="ADAL" clId="{76D53FD3-137B-42A7-8814-A5128FB68CB9}" dt="2023-10-30T03:23:50.545" v="0"/>
        <pc:sldMkLst>
          <pc:docMk/>
          <pc:sldMk cId="0" sldId="338"/>
        </pc:sldMkLst>
      </pc:sldChg>
      <pc:sldChg chg="add">
        <pc:chgData name="Zailan Arabee Abdul Salam" userId="5bc04053-34d1-46af-a9d4-ff754460ad4b" providerId="ADAL" clId="{76D53FD3-137B-42A7-8814-A5128FB68CB9}" dt="2023-10-30T03:23:50.545" v="0"/>
        <pc:sldMkLst>
          <pc:docMk/>
          <pc:sldMk cId="0" sldId="339"/>
        </pc:sldMkLst>
      </pc:sldChg>
      <pc:sldChg chg="add">
        <pc:chgData name="Zailan Arabee Abdul Salam" userId="5bc04053-34d1-46af-a9d4-ff754460ad4b" providerId="ADAL" clId="{76D53FD3-137B-42A7-8814-A5128FB68CB9}" dt="2023-10-30T03:23:50.545" v="0"/>
        <pc:sldMkLst>
          <pc:docMk/>
          <pc:sldMk cId="0" sldId="341"/>
        </pc:sldMkLst>
      </pc:sldChg>
      <pc:sldChg chg="add">
        <pc:chgData name="Zailan Arabee Abdul Salam" userId="5bc04053-34d1-46af-a9d4-ff754460ad4b" providerId="ADAL" clId="{76D53FD3-137B-42A7-8814-A5128FB68CB9}" dt="2023-10-30T03:23:50.545" v="0"/>
        <pc:sldMkLst>
          <pc:docMk/>
          <pc:sldMk cId="0" sldId="342"/>
        </pc:sldMkLst>
      </pc:sldChg>
      <pc:sldChg chg="add">
        <pc:chgData name="Zailan Arabee Abdul Salam" userId="5bc04053-34d1-46af-a9d4-ff754460ad4b" providerId="ADAL" clId="{76D53FD3-137B-42A7-8814-A5128FB68CB9}" dt="2023-10-30T03:23:50.545" v="0"/>
        <pc:sldMkLst>
          <pc:docMk/>
          <pc:sldMk cId="0" sldId="344"/>
        </pc:sldMkLst>
      </pc:sldChg>
      <pc:sldChg chg="add">
        <pc:chgData name="Zailan Arabee Abdul Salam" userId="5bc04053-34d1-46af-a9d4-ff754460ad4b" providerId="ADAL" clId="{76D53FD3-137B-42A7-8814-A5128FB68CB9}" dt="2023-10-30T03:23:50.545" v="0"/>
        <pc:sldMkLst>
          <pc:docMk/>
          <pc:sldMk cId="0" sldId="345"/>
        </pc:sldMkLst>
      </pc:sldChg>
      <pc:sldChg chg="add">
        <pc:chgData name="Zailan Arabee Abdul Salam" userId="5bc04053-34d1-46af-a9d4-ff754460ad4b" providerId="ADAL" clId="{76D53FD3-137B-42A7-8814-A5128FB68CB9}" dt="2023-10-30T03:23:50.545" v="0"/>
        <pc:sldMkLst>
          <pc:docMk/>
          <pc:sldMk cId="0" sldId="346"/>
        </pc:sldMkLst>
      </pc:sldChg>
      <pc:sldChg chg="del">
        <pc:chgData name="Zailan Arabee Abdul Salam" userId="5bc04053-34d1-46af-a9d4-ff754460ad4b" providerId="ADAL" clId="{76D53FD3-137B-42A7-8814-A5128FB68CB9}" dt="2023-10-30T03:24:22.666" v="2" actId="47"/>
        <pc:sldMkLst>
          <pc:docMk/>
          <pc:sldMk cId="2581059157" sldId="384"/>
        </pc:sldMkLst>
      </pc:sldChg>
      <pc:sldChg chg="del">
        <pc:chgData name="Zailan Arabee Abdul Salam" userId="5bc04053-34d1-46af-a9d4-ff754460ad4b" providerId="ADAL" clId="{76D53FD3-137B-42A7-8814-A5128FB68CB9}" dt="2023-10-30T03:24:22.666" v="2" actId="47"/>
        <pc:sldMkLst>
          <pc:docMk/>
          <pc:sldMk cId="1732822587" sldId="385"/>
        </pc:sldMkLst>
      </pc:sldChg>
      <pc:sldChg chg="del">
        <pc:chgData name="Zailan Arabee Abdul Salam" userId="5bc04053-34d1-46af-a9d4-ff754460ad4b" providerId="ADAL" clId="{76D53FD3-137B-42A7-8814-A5128FB68CB9}" dt="2023-10-30T03:24:22.666" v="2" actId="47"/>
        <pc:sldMkLst>
          <pc:docMk/>
          <pc:sldMk cId="1800784675" sldId="386"/>
        </pc:sldMkLst>
      </pc:sldChg>
      <pc:sldChg chg="del">
        <pc:chgData name="Zailan Arabee Abdul Salam" userId="5bc04053-34d1-46af-a9d4-ff754460ad4b" providerId="ADAL" clId="{76D53FD3-137B-42A7-8814-A5128FB68CB9}" dt="2023-10-30T03:24:22.666" v="2" actId="47"/>
        <pc:sldMkLst>
          <pc:docMk/>
          <pc:sldMk cId="509633848" sldId="387"/>
        </pc:sldMkLst>
      </pc:sldChg>
      <pc:sldChg chg="del">
        <pc:chgData name="Zailan Arabee Abdul Salam" userId="5bc04053-34d1-46af-a9d4-ff754460ad4b" providerId="ADAL" clId="{76D53FD3-137B-42A7-8814-A5128FB68CB9}" dt="2023-10-30T03:24:22.666" v="2" actId="47"/>
        <pc:sldMkLst>
          <pc:docMk/>
          <pc:sldMk cId="0" sldId="388"/>
        </pc:sldMkLst>
      </pc:sldChg>
      <pc:sldChg chg="del">
        <pc:chgData name="Zailan Arabee Abdul Salam" userId="5bc04053-34d1-46af-a9d4-ff754460ad4b" providerId="ADAL" clId="{76D53FD3-137B-42A7-8814-A5128FB68CB9}" dt="2023-10-30T03:24:22.666" v="2" actId="47"/>
        <pc:sldMkLst>
          <pc:docMk/>
          <pc:sldMk cId="728493372" sldId="389"/>
        </pc:sldMkLst>
      </pc:sldChg>
      <pc:sldChg chg="del">
        <pc:chgData name="Zailan Arabee Abdul Salam" userId="5bc04053-34d1-46af-a9d4-ff754460ad4b" providerId="ADAL" clId="{76D53FD3-137B-42A7-8814-A5128FB68CB9}" dt="2023-10-30T03:24:22.666" v="2" actId="47"/>
        <pc:sldMkLst>
          <pc:docMk/>
          <pc:sldMk cId="2543501658" sldId="390"/>
        </pc:sldMkLst>
      </pc:sldChg>
      <pc:sldChg chg="del">
        <pc:chgData name="Zailan Arabee Abdul Salam" userId="5bc04053-34d1-46af-a9d4-ff754460ad4b" providerId="ADAL" clId="{76D53FD3-137B-42A7-8814-A5128FB68CB9}" dt="2023-10-30T03:24:22.666" v="2" actId="47"/>
        <pc:sldMkLst>
          <pc:docMk/>
          <pc:sldMk cId="4253409991" sldId="391"/>
        </pc:sldMkLst>
      </pc:sldChg>
      <pc:sldChg chg="del">
        <pc:chgData name="Zailan Arabee Abdul Salam" userId="5bc04053-34d1-46af-a9d4-ff754460ad4b" providerId="ADAL" clId="{76D53FD3-137B-42A7-8814-A5128FB68CB9}" dt="2023-10-30T03:24:22.666" v="2" actId="47"/>
        <pc:sldMkLst>
          <pc:docMk/>
          <pc:sldMk cId="0" sldId="392"/>
        </pc:sldMkLst>
      </pc:sldChg>
      <pc:sldChg chg="del">
        <pc:chgData name="Zailan Arabee Abdul Salam" userId="5bc04053-34d1-46af-a9d4-ff754460ad4b" providerId="ADAL" clId="{76D53FD3-137B-42A7-8814-A5128FB68CB9}" dt="2023-10-30T03:24:22.666" v="2" actId="47"/>
        <pc:sldMkLst>
          <pc:docMk/>
          <pc:sldMk cId="0" sldId="393"/>
        </pc:sldMkLst>
      </pc:sldChg>
      <pc:sldChg chg="del">
        <pc:chgData name="Zailan Arabee Abdul Salam" userId="5bc04053-34d1-46af-a9d4-ff754460ad4b" providerId="ADAL" clId="{76D53FD3-137B-42A7-8814-A5128FB68CB9}" dt="2023-10-30T03:24:22.666" v="2" actId="47"/>
        <pc:sldMkLst>
          <pc:docMk/>
          <pc:sldMk cId="0" sldId="394"/>
        </pc:sldMkLst>
      </pc:sldChg>
      <pc:sldChg chg="del">
        <pc:chgData name="Zailan Arabee Abdul Salam" userId="5bc04053-34d1-46af-a9d4-ff754460ad4b" providerId="ADAL" clId="{76D53FD3-137B-42A7-8814-A5128FB68CB9}" dt="2023-10-30T03:24:22.666" v="2" actId="47"/>
        <pc:sldMkLst>
          <pc:docMk/>
          <pc:sldMk cId="0" sldId="395"/>
        </pc:sldMkLst>
      </pc:sldChg>
      <pc:sldChg chg="del">
        <pc:chgData name="Zailan Arabee Abdul Salam" userId="5bc04053-34d1-46af-a9d4-ff754460ad4b" providerId="ADAL" clId="{76D53FD3-137B-42A7-8814-A5128FB68CB9}" dt="2023-10-30T03:24:22.666" v="2" actId="47"/>
        <pc:sldMkLst>
          <pc:docMk/>
          <pc:sldMk cId="0" sldId="396"/>
        </pc:sldMkLst>
      </pc:sldChg>
      <pc:sldChg chg="add">
        <pc:chgData name="Zailan Arabee Abdul Salam" userId="5bc04053-34d1-46af-a9d4-ff754460ad4b" providerId="ADAL" clId="{76D53FD3-137B-42A7-8814-A5128FB68CB9}" dt="2023-10-30T03:23:50.545" v="0"/>
        <pc:sldMkLst>
          <pc:docMk/>
          <pc:sldMk cId="0" sldId="453"/>
        </pc:sldMkLst>
      </pc:sldChg>
      <pc:sldChg chg="add">
        <pc:chgData name="Zailan Arabee Abdul Salam" userId="5bc04053-34d1-46af-a9d4-ff754460ad4b" providerId="ADAL" clId="{76D53FD3-137B-42A7-8814-A5128FB68CB9}" dt="2023-10-30T03:23:50.545" v="0"/>
        <pc:sldMkLst>
          <pc:docMk/>
          <pc:sldMk cId="0" sldId="454"/>
        </pc:sldMkLst>
      </pc:sldChg>
      <pc:sldChg chg="add">
        <pc:chgData name="Zailan Arabee Abdul Salam" userId="5bc04053-34d1-46af-a9d4-ff754460ad4b" providerId="ADAL" clId="{76D53FD3-137B-42A7-8814-A5128FB68CB9}" dt="2023-10-30T03:23:50.545" v="0"/>
        <pc:sldMkLst>
          <pc:docMk/>
          <pc:sldMk cId="0" sldId="455"/>
        </pc:sldMkLst>
      </pc:sldChg>
      <pc:sldChg chg="add">
        <pc:chgData name="Zailan Arabee Abdul Salam" userId="5bc04053-34d1-46af-a9d4-ff754460ad4b" providerId="ADAL" clId="{76D53FD3-137B-42A7-8814-A5128FB68CB9}" dt="2023-10-30T03:23:50.545" v="0"/>
        <pc:sldMkLst>
          <pc:docMk/>
          <pc:sldMk cId="0" sldId="456"/>
        </pc:sldMkLst>
      </pc:sldChg>
      <pc:sldChg chg="add">
        <pc:chgData name="Zailan Arabee Abdul Salam" userId="5bc04053-34d1-46af-a9d4-ff754460ad4b" providerId="ADAL" clId="{76D53FD3-137B-42A7-8814-A5128FB68CB9}" dt="2023-10-30T03:23:50.545" v="0"/>
        <pc:sldMkLst>
          <pc:docMk/>
          <pc:sldMk cId="0" sldId="457"/>
        </pc:sldMkLst>
      </pc:sldChg>
      <pc:sldChg chg="add">
        <pc:chgData name="Zailan Arabee Abdul Salam" userId="5bc04053-34d1-46af-a9d4-ff754460ad4b" providerId="ADAL" clId="{76D53FD3-137B-42A7-8814-A5128FB68CB9}" dt="2023-10-30T03:23:50.545" v="0"/>
        <pc:sldMkLst>
          <pc:docMk/>
          <pc:sldMk cId="0" sldId="458"/>
        </pc:sldMkLst>
      </pc:sldChg>
      <pc:sldChg chg="add">
        <pc:chgData name="Zailan Arabee Abdul Salam" userId="5bc04053-34d1-46af-a9d4-ff754460ad4b" providerId="ADAL" clId="{76D53FD3-137B-42A7-8814-A5128FB68CB9}" dt="2023-10-30T03:23:50.545" v="0"/>
        <pc:sldMkLst>
          <pc:docMk/>
          <pc:sldMk cId="0" sldId="459"/>
        </pc:sldMkLst>
      </pc:sldChg>
      <pc:sldChg chg="add">
        <pc:chgData name="Zailan Arabee Abdul Salam" userId="5bc04053-34d1-46af-a9d4-ff754460ad4b" providerId="ADAL" clId="{76D53FD3-137B-42A7-8814-A5128FB68CB9}" dt="2023-10-30T03:23:50.545" v="0"/>
        <pc:sldMkLst>
          <pc:docMk/>
          <pc:sldMk cId="0" sldId="460"/>
        </pc:sldMkLst>
      </pc:sldChg>
      <pc:sldChg chg="add">
        <pc:chgData name="Zailan Arabee Abdul Salam" userId="5bc04053-34d1-46af-a9d4-ff754460ad4b" providerId="ADAL" clId="{76D53FD3-137B-42A7-8814-A5128FB68CB9}" dt="2023-10-30T03:23:50.545" v="0"/>
        <pc:sldMkLst>
          <pc:docMk/>
          <pc:sldMk cId="0" sldId="461"/>
        </pc:sldMkLst>
      </pc:sldChg>
      <pc:sldChg chg="add">
        <pc:chgData name="Zailan Arabee Abdul Salam" userId="5bc04053-34d1-46af-a9d4-ff754460ad4b" providerId="ADAL" clId="{76D53FD3-137B-42A7-8814-A5128FB68CB9}" dt="2023-10-30T03:23:50.545" v="0"/>
        <pc:sldMkLst>
          <pc:docMk/>
          <pc:sldMk cId="0" sldId="462"/>
        </pc:sldMkLst>
      </pc:sldChg>
      <pc:sldChg chg="add">
        <pc:chgData name="Zailan Arabee Abdul Salam" userId="5bc04053-34d1-46af-a9d4-ff754460ad4b" providerId="ADAL" clId="{76D53FD3-137B-42A7-8814-A5128FB68CB9}" dt="2023-10-30T03:23:50.545" v="0"/>
        <pc:sldMkLst>
          <pc:docMk/>
          <pc:sldMk cId="0" sldId="463"/>
        </pc:sldMkLst>
      </pc:sldChg>
      <pc:sldChg chg="add">
        <pc:chgData name="Zailan Arabee Abdul Salam" userId="5bc04053-34d1-46af-a9d4-ff754460ad4b" providerId="ADAL" clId="{76D53FD3-137B-42A7-8814-A5128FB68CB9}" dt="2023-10-30T03:23:50.545" v="0"/>
        <pc:sldMkLst>
          <pc:docMk/>
          <pc:sldMk cId="0" sldId="464"/>
        </pc:sldMkLst>
      </pc:sldChg>
      <pc:sldChg chg="add">
        <pc:chgData name="Zailan Arabee Abdul Salam" userId="5bc04053-34d1-46af-a9d4-ff754460ad4b" providerId="ADAL" clId="{76D53FD3-137B-42A7-8814-A5128FB68CB9}" dt="2023-10-30T03:23:50.545" v="0"/>
        <pc:sldMkLst>
          <pc:docMk/>
          <pc:sldMk cId="1184319698" sldId="465"/>
        </pc:sldMkLst>
      </pc:sldChg>
      <pc:sldChg chg="add">
        <pc:chgData name="Zailan Arabee Abdul Salam" userId="5bc04053-34d1-46af-a9d4-ff754460ad4b" providerId="ADAL" clId="{76D53FD3-137B-42A7-8814-A5128FB68CB9}" dt="2023-10-30T03:23:50.545" v="0"/>
        <pc:sldMkLst>
          <pc:docMk/>
          <pc:sldMk cId="3912884228" sldId="466"/>
        </pc:sldMkLst>
      </pc:sldChg>
      <pc:sldChg chg="add">
        <pc:chgData name="Zailan Arabee Abdul Salam" userId="5bc04053-34d1-46af-a9d4-ff754460ad4b" providerId="ADAL" clId="{76D53FD3-137B-42A7-8814-A5128FB68CB9}" dt="2023-10-30T03:23:50.545" v="0"/>
        <pc:sldMkLst>
          <pc:docMk/>
          <pc:sldMk cId="0" sldId="467"/>
        </pc:sldMkLst>
      </pc:sldChg>
      <pc:sldChg chg="add">
        <pc:chgData name="Zailan Arabee Abdul Salam" userId="5bc04053-34d1-46af-a9d4-ff754460ad4b" providerId="ADAL" clId="{76D53FD3-137B-42A7-8814-A5128FB68CB9}" dt="2023-10-30T03:23:50.545" v="0"/>
        <pc:sldMkLst>
          <pc:docMk/>
          <pc:sldMk cId="0" sldId="468"/>
        </pc:sldMkLst>
      </pc:sldChg>
      <pc:sldChg chg="add">
        <pc:chgData name="Zailan Arabee Abdul Salam" userId="5bc04053-34d1-46af-a9d4-ff754460ad4b" providerId="ADAL" clId="{76D53FD3-137B-42A7-8814-A5128FB68CB9}" dt="2023-10-30T03:23:50.545" v="0"/>
        <pc:sldMkLst>
          <pc:docMk/>
          <pc:sldMk cId="0" sldId="469"/>
        </pc:sldMkLst>
      </pc:sldChg>
      <pc:sldChg chg="add">
        <pc:chgData name="Zailan Arabee Abdul Salam" userId="5bc04053-34d1-46af-a9d4-ff754460ad4b" providerId="ADAL" clId="{76D53FD3-137B-42A7-8814-A5128FB68CB9}" dt="2023-10-30T03:23:50.545" v="0"/>
        <pc:sldMkLst>
          <pc:docMk/>
          <pc:sldMk cId="0" sldId="470"/>
        </pc:sldMkLst>
      </pc:sldChg>
      <pc:sldChg chg="add">
        <pc:chgData name="Zailan Arabee Abdul Salam" userId="5bc04053-34d1-46af-a9d4-ff754460ad4b" providerId="ADAL" clId="{76D53FD3-137B-42A7-8814-A5128FB68CB9}" dt="2023-10-30T03:23:50.545" v="0"/>
        <pc:sldMkLst>
          <pc:docMk/>
          <pc:sldMk cId="0" sldId="471"/>
        </pc:sldMkLst>
      </pc:sldChg>
      <pc:sldChg chg="add">
        <pc:chgData name="Zailan Arabee Abdul Salam" userId="5bc04053-34d1-46af-a9d4-ff754460ad4b" providerId="ADAL" clId="{76D53FD3-137B-42A7-8814-A5128FB68CB9}" dt="2023-10-30T03:23:50.545" v="0"/>
        <pc:sldMkLst>
          <pc:docMk/>
          <pc:sldMk cId="0" sldId="472"/>
        </pc:sldMkLst>
      </pc:sldChg>
      <pc:sldChg chg="add">
        <pc:chgData name="Zailan Arabee Abdul Salam" userId="5bc04053-34d1-46af-a9d4-ff754460ad4b" providerId="ADAL" clId="{76D53FD3-137B-42A7-8814-A5128FB68CB9}" dt="2023-10-30T03:23:50.545" v="0"/>
        <pc:sldMkLst>
          <pc:docMk/>
          <pc:sldMk cId="0" sldId="473"/>
        </pc:sldMkLst>
      </pc:sldChg>
      <pc:sldChg chg="add">
        <pc:chgData name="Zailan Arabee Abdul Salam" userId="5bc04053-34d1-46af-a9d4-ff754460ad4b" providerId="ADAL" clId="{76D53FD3-137B-42A7-8814-A5128FB68CB9}" dt="2023-10-30T03:23:50.545" v="0"/>
        <pc:sldMkLst>
          <pc:docMk/>
          <pc:sldMk cId="0" sldId="474"/>
        </pc:sldMkLst>
      </pc:sldChg>
      <pc:sldChg chg="add">
        <pc:chgData name="Zailan Arabee Abdul Salam" userId="5bc04053-34d1-46af-a9d4-ff754460ad4b" providerId="ADAL" clId="{76D53FD3-137B-42A7-8814-A5128FB68CB9}" dt="2023-10-30T03:23:50.545" v="0"/>
        <pc:sldMkLst>
          <pc:docMk/>
          <pc:sldMk cId="0" sldId="475"/>
        </pc:sldMkLst>
      </pc:sldChg>
      <pc:sldChg chg="add">
        <pc:chgData name="Zailan Arabee Abdul Salam" userId="5bc04053-34d1-46af-a9d4-ff754460ad4b" providerId="ADAL" clId="{76D53FD3-137B-42A7-8814-A5128FB68CB9}" dt="2023-10-30T03:23:50.545" v="0"/>
        <pc:sldMkLst>
          <pc:docMk/>
          <pc:sldMk cId="0" sldId="476"/>
        </pc:sldMkLst>
      </pc:sldChg>
      <pc:sldChg chg="add">
        <pc:chgData name="Zailan Arabee Abdul Salam" userId="5bc04053-34d1-46af-a9d4-ff754460ad4b" providerId="ADAL" clId="{76D53FD3-137B-42A7-8814-A5128FB68CB9}" dt="2023-10-30T03:23:50.545" v="0"/>
        <pc:sldMkLst>
          <pc:docMk/>
          <pc:sldMk cId="0" sldId="477"/>
        </pc:sldMkLst>
      </pc:sldChg>
      <pc:sldChg chg="add">
        <pc:chgData name="Zailan Arabee Abdul Salam" userId="5bc04053-34d1-46af-a9d4-ff754460ad4b" providerId="ADAL" clId="{76D53FD3-137B-42A7-8814-A5128FB68CB9}" dt="2023-10-30T03:23:50.545" v="0"/>
        <pc:sldMkLst>
          <pc:docMk/>
          <pc:sldMk cId="0" sldId="478"/>
        </pc:sldMkLst>
      </pc:sldChg>
      <pc:sldChg chg="add">
        <pc:chgData name="Zailan Arabee Abdul Salam" userId="5bc04053-34d1-46af-a9d4-ff754460ad4b" providerId="ADAL" clId="{76D53FD3-137B-42A7-8814-A5128FB68CB9}" dt="2023-10-30T03:23:50.545" v="0"/>
        <pc:sldMkLst>
          <pc:docMk/>
          <pc:sldMk cId="0" sldId="480"/>
        </pc:sldMkLst>
      </pc:sldChg>
      <pc:sldChg chg="add">
        <pc:chgData name="Zailan Arabee Abdul Salam" userId="5bc04053-34d1-46af-a9d4-ff754460ad4b" providerId="ADAL" clId="{76D53FD3-137B-42A7-8814-A5128FB68CB9}" dt="2023-10-30T03:23:50.545" v="0"/>
        <pc:sldMkLst>
          <pc:docMk/>
          <pc:sldMk cId="0" sldId="481"/>
        </pc:sldMkLst>
      </pc:sldChg>
      <pc:sldChg chg="add">
        <pc:chgData name="Zailan Arabee Abdul Salam" userId="5bc04053-34d1-46af-a9d4-ff754460ad4b" providerId="ADAL" clId="{76D53FD3-137B-42A7-8814-A5128FB68CB9}" dt="2023-10-30T03:23:50.545" v="0"/>
        <pc:sldMkLst>
          <pc:docMk/>
          <pc:sldMk cId="0" sldId="482"/>
        </pc:sldMkLst>
      </pc:sldChg>
      <pc:sldChg chg="add">
        <pc:chgData name="Zailan Arabee Abdul Salam" userId="5bc04053-34d1-46af-a9d4-ff754460ad4b" providerId="ADAL" clId="{76D53FD3-137B-42A7-8814-A5128FB68CB9}" dt="2023-10-30T03:23:50.545" v="0"/>
        <pc:sldMkLst>
          <pc:docMk/>
          <pc:sldMk cId="3564082965" sldId="485"/>
        </pc:sldMkLst>
      </pc:sldChg>
      <pc:sldChg chg="add">
        <pc:chgData name="Zailan Arabee Abdul Salam" userId="5bc04053-34d1-46af-a9d4-ff754460ad4b" providerId="ADAL" clId="{76D53FD3-137B-42A7-8814-A5128FB68CB9}" dt="2023-10-30T03:23:50.545" v="0"/>
        <pc:sldMkLst>
          <pc:docMk/>
          <pc:sldMk cId="3254383725" sldId="486"/>
        </pc:sldMkLst>
      </pc:sldChg>
      <pc:sldChg chg="add">
        <pc:chgData name="Zailan Arabee Abdul Salam" userId="5bc04053-34d1-46af-a9d4-ff754460ad4b" providerId="ADAL" clId="{76D53FD3-137B-42A7-8814-A5128FB68CB9}" dt="2023-10-30T03:23:50.545" v="0"/>
        <pc:sldMkLst>
          <pc:docMk/>
          <pc:sldMk cId="1414928201" sldId="487"/>
        </pc:sldMkLst>
      </pc:sldChg>
      <pc:sldChg chg="add">
        <pc:chgData name="Zailan Arabee Abdul Salam" userId="5bc04053-34d1-46af-a9d4-ff754460ad4b" providerId="ADAL" clId="{76D53FD3-137B-42A7-8814-A5128FB68CB9}" dt="2023-10-30T03:23:50.545" v="0"/>
        <pc:sldMkLst>
          <pc:docMk/>
          <pc:sldMk cId="1439302342" sldId="488"/>
        </pc:sldMkLst>
      </pc:sldChg>
      <pc:sldChg chg="add">
        <pc:chgData name="Zailan Arabee Abdul Salam" userId="5bc04053-34d1-46af-a9d4-ff754460ad4b" providerId="ADAL" clId="{76D53FD3-137B-42A7-8814-A5128FB68CB9}" dt="2023-10-30T03:23:50.545" v="0"/>
        <pc:sldMkLst>
          <pc:docMk/>
          <pc:sldMk cId="3734300543" sldId="489"/>
        </pc:sldMkLst>
      </pc:sldChg>
      <pc:sldChg chg="add">
        <pc:chgData name="Zailan Arabee Abdul Salam" userId="5bc04053-34d1-46af-a9d4-ff754460ad4b" providerId="ADAL" clId="{76D53FD3-137B-42A7-8814-A5128FB68CB9}" dt="2023-10-30T03:23:50.545" v="0"/>
        <pc:sldMkLst>
          <pc:docMk/>
          <pc:sldMk cId="1332866878" sldId="490"/>
        </pc:sldMkLst>
      </pc:sldChg>
      <pc:sldChg chg="add">
        <pc:chgData name="Zailan Arabee Abdul Salam" userId="5bc04053-34d1-46af-a9d4-ff754460ad4b" providerId="ADAL" clId="{76D53FD3-137B-42A7-8814-A5128FB68CB9}" dt="2023-10-30T03:23:50.545" v="0"/>
        <pc:sldMkLst>
          <pc:docMk/>
          <pc:sldMk cId="51422715" sldId="491"/>
        </pc:sldMkLst>
      </pc:sldChg>
      <pc:sldChg chg="add">
        <pc:chgData name="Zailan Arabee Abdul Salam" userId="5bc04053-34d1-46af-a9d4-ff754460ad4b" providerId="ADAL" clId="{76D53FD3-137B-42A7-8814-A5128FB68CB9}" dt="2023-10-30T03:23:50.545" v="0"/>
        <pc:sldMkLst>
          <pc:docMk/>
          <pc:sldMk cId="1500488050" sldId="498"/>
        </pc:sldMkLst>
      </pc:sldChg>
      <pc:sldChg chg="add">
        <pc:chgData name="Zailan Arabee Abdul Salam" userId="5bc04053-34d1-46af-a9d4-ff754460ad4b" providerId="ADAL" clId="{76D53FD3-137B-42A7-8814-A5128FB68CB9}" dt="2023-10-30T03:23:50.545" v="0"/>
        <pc:sldMkLst>
          <pc:docMk/>
          <pc:sldMk cId="2885538886" sldId="499"/>
        </pc:sldMkLst>
      </pc:sldChg>
      <pc:sldChg chg="add">
        <pc:chgData name="Zailan Arabee Abdul Salam" userId="5bc04053-34d1-46af-a9d4-ff754460ad4b" providerId="ADAL" clId="{76D53FD3-137B-42A7-8814-A5128FB68CB9}" dt="2023-10-30T03:23:50.545" v="0"/>
        <pc:sldMkLst>
          <pc:docMk/>
          <pc:sldMk cId="4062332636" sldId="500"/>
        </pc:sldMkLst>
      </pc:sldChg>
      <pc:sldChg chg="add">
        <pc:chgData name="Zailan Arabee Abdul Salam" userId="5bc04053-34d1-46af-a9d4-ff754460ad4b" providerId="ADAL" clId="{76D53FD3-137B-42A7-8814-A5128FB68CB9}" dt="2023-10-30T03:23:50.545" v="0"/>
        <pc:sldMkLst>
          <pc:docMk/>
          <pc:sldMk cId="3145781160" sldId="501"/>
        </pc:sldMkLst>
      </pc:sldChg>
      <pc:sldChg chg="add">
        <pc:chgData name="Zailan Arabee Abdul Salam" userId="5bc04053-34d1-46af-a9d4-ff754460ad4b" providerId="ADAL" clId="{76D53FD3-137B-42A7-8814-A5128FB68CB9}" dt="2023-10-30T03:23:50.545" v="0"/>
        <pc:sldMkLst>
          <pc:docMk/>
          <pc:sldMk cId="3824347951" sldId="502"/>
        </pc:sldMkLst>
      </pc:sldChg>
      <pc:sldChg chg="add">
        <pc:chgData name="Zailan Arabee Abdul Salam" userId="5bc04053-34d1-46af-a9d4-ff754460ad4b" providerId="ADAL" clId="{76D53FD3-137B-42A7-8814-A5128FB68CB9}" dt="2023-10-30T03:23:50.545" v="0"/>
        <pc:sldMkLst>
          <pc:docMk/>
          <pc:sldMk cId="3333830559" sldId="503"/>
        </pc:sldMkLst>
      </pc:sldChg>
      <pc:sldChg chg="add">
        <pc:chgData name="Zailan Arabee Abdul Salam" userId="5bc04053-34d1-46af-a9d4-ff754460ad4b" providerId="ADAL" clId="{76D53FD3-137B-42A7-8814-A5128FB68CB9}" dt="2023-10-30T03:23:50.545" v="0"/>
        <pc:sldMkLst>
          <pc:docMk/>
          <pc:sldMk cId="4126277076" sldId="504"/>
        </pc:sldMkLst>
      </pc:sldChg>
      <pc:sldChg chg="add">
        <pc:chgData name="Zailan Arabee Abdul Salam" userId="5bc04053-34d1-46af-a9d4-ff754460ad4b" providerId="ADAL" clId="{76D53FD3-137B-42A7-8814-A5128FB68CB9}" dt="2023-10-30T03:23:50.545" v="0"/>
        <pc:sldMkLst>
          <pc:docMk/>
          <pc:sldMk cId="235118991" sldId="505"/>
        </pc:sldMkLst>
      </pc:sldChg>
      <pc:sldChg chg="add">
        <pc:chgData name="Zailan Arabee Abdul Salam" userId="5bc04053-34d1-46af-a9d4-ff754460ad4b" providerId="ADAL" clId="{76D53FD3-137B-42A7-8814-A5128FB68CB9}" dt="2023-10-30T03:23:50.545" v="0"/>
        <pc:sldMkLst>
          <pc:docMk/>
          <pc:sldMk cId="4223502574" sldId="506"/>
        </pc:sldMkLst>
      </pc:sldChg>
      <pc:sldChg chg="add">
        <pc:chgData name="Zailan Arabee Abdul Salam" userId="5bc04053-34d1-46af-a9d4-ff754460ad4b" providerId="ADAL" clId="{76D53FD3-137B-42A7-8814-A5128FB68CB9}" dt="2023-10-30T03:23:50.545" v="0"/>
        <pc:sldMkLst>
          <pc:docMk/>
          <pc:sldMk cId="2370038255" sldId="507"/>
        </pc:sldMkLst>
      </pc:sldChg>
      <pc:sldChg chg="add">
        <pc:chgData name="Zailan Arabee Abdul Salam" userId="5bc04053-34d1-46af-a9d4-ff754460ad4b" providerId="ADAL" clId="{76D53FD3-137B-42A7-8814-A5128FB68CB9}" dt="2023-10-30T03:23:50.545" v="0"/>
        <pc:sldMkLst>
          <pc:docMk/>
          <pc:sldMk cId="1998009960" sldId="508"/>
        </pc:sldMkLst>
      </pc:sldChg>
      <pc:sldChg chg="add">
        <pc:chgData name="Zailan Arabee Abdul Salam" userId="5bc04053-34d1-46af-a9d4-ff754460ad4b" providerId="ADAL" clId="{76D53FD3-137B-42A7-8814-A5128FB68CB9}" dt="2023-10-30T03:23:50.545" v="0"/>
        <pc:sldMkLst>
          <pc:docMk/>
          <pc:sldMk cId="1140105713" sldId="509"/>
        </pc:sldMkLst>
      </pc:sldChg>
      <pc:sldChg chg="add">
        <pc:chgData name="Zailan Arabee Abdul Salam" userId="5bc04053-34d1-46af-a9d4-ff754460ad4b" providerId="ADAL" clId="{76D53FD3-137B-42A7-8814-A5128FB68CB9}" dt="2023-10-30T03:23:50.545" v="0"/>
        <pc:sldMkLst>
          <pc:docMk/>
          <pc:sldMk cId="3367596249" sldId="510"/>
        </pc:sldMkLst>
      </pc:sldChg>
      <pc:sldChg chg="add">
        <pc:chgData name="Zailan Arabee Abdul Salam" userId="5bc04053-34d1-46af-a9d4-ff754460ad4b" providerId="ADAL" clId="{76D53FD3-137B-42A7-8814-A5128FB68CB9}" dt="2023-10-30T03:23:50.545" v="0"/>
        <pc:sldMkLst>
          <pc:docMk/>
          <pc:sldMk cId="1715310179" sldId="512"/>
        </pc:sldMkLst>
      </pc:sldChg>
      <pc:sldChg chg="add">
        <pc:chgData name="Zailan Arabee Abdul Salam" userId="5bc04053-34d1-46af-a9d4-ff754460ad4b" providerId="ADAL" clId="{76D53FD3-137B-42A7-8814-A5128FB68CB9}" dt="2023-10-30T03:23:50.545" v="0"/>
        <pc:sldMkLst>
          <pc:docMk/>
          <pc:sldMk cId="2439912198" sldId="513"/>
        </pc:sldMkLst>
      </pc:sldChg>
      <pc:sldChg chg="add">
        <pc:chgData name="Zailan Arabee Abdul Salam" userId="5bc04053-34d1-46af-a9d4-ff754460ad4b" providerId="ADAL" clId="{76D53FD3-137B-42A7-8814-A5128FB68CB9}" dt="2023-10-30T03:23:50.545" v="0"/>
        <pc:sldMkLst>
          <pc:docMk/>
          <pc:sldMk cId="2911786166" sldId="514"/>
        </pc:sldMkLst>
      </pc:sldChg>
      <pc:sldChg chg="add">
        <pc:chgData name="Zailan Arabee Abdul Salam" userId="5bc04053-34d1-46af-a9d4-ff754460ad4b" providerId="ADAL" clId="{76D53FD3-137B-42A7-8814-A5128FB68CB9}" dt="2023-10-30T03:23:50.545" v="0"/>
        <pc:sldMkLst>
          <pc:docMk/>
          <pc:sldMk cId="2066858650" sldId="1891"/>
        </pc:sldMkLst>
      </pc:sldChg>
      <pc:sldChg chg="add">
        <pc:chgData name="Zailan Arabee Abdul Salam" userId="5bc04053-34d1-46af-a9d4-ff754460ad4b" providerId="ADAL" clId="{76D53FD3-137B-42A7-8814-A5128FB68CB9}" dt="2023-10-30T03:23:50.545" v="0"/>
        <pc:sldMkLst>
          <pc:docMk/>
          <pc:sldMk cId="2774009567" sldId="1892"/>
        </pc:sldMkLst>
      </pc:sldChg>
      <pc:sldChg chg="add">
        <pc:chgData name="Zailan Arabee Abdul Salam" userId="5bc04053-34d1-46af-a9d4-ff754460ad4b" providerId="ADAL" clId="{76D53FD3-137B-42A7-8814-A5128FB68CB9}" dt="2023-10-30T03:23:50.545" v="0"/>
        <pc:sldMkLst>
          <pc:docMk/>
          <pc:sldMk cId="3477102949" sldId="1893"/>
        </pc:sldMkLst>
      </pc:sldChg>
      <pc:sldChg chg="add">
        <pc:chgData name="Zailan Arabee Abdul Salam" userId="5bc04053-34d1-46af-a9d4-ff754460ad4b" providerId="ADAL" clId="{76D53FD3-137B-42A7-8814-A5128FB68CB9}" dt="2023-10-30T03:23:50.545" v="0"/>
        <pc:sldMkLst>
          <pc:docMk/>
          <pc:sldMk cId="1208853802" sldId="1898"/>
        </pc:sldMkLst>
      </pc:sldChg>
      <pc:sldChg chg="add">
        <pc:chgData name="Zailan Arabee Abdul Salam" userId="5bc04053-34d1-46af-a9d4-ff754460ad4b" providerId="ADAL" clId="{76D53FD3-137B-42A7-8814-A5128FB68CB9}" dt="2023-10-30T03:23:50.545" v="0"/>
        <pc:sldMkLst>
          <pc:docMk/>
          <pc:sldMk cId="2426269947" sldId="1899"/>
        </pc:sldMkLst>
      </pc:sldChg>
      <pc:sldChg chg="add">
        <pc:chgData name="Zailan Arabee Abdul Salam" userId="5bc04053-34d1-46af-a9d4-ff754460ad4b" providerId="ADAL" clId="{76D53FD3-137B-42A7-8814-A5128FB68CB9}" dt="2023-10-30T03:23:50.545" v="0"/>
        <pc:sldMkLst>
          <pc:docMk/>
          <pc:sldMk cId="2377559160" sldId="1901"/>
        </pc:sldMkLst>
      </pc:sldChg>
      <pc:sldChg chg="add">
        <pc:chgData name="Zailan Arabee Abdul Salam" userId="5bc04053-34d1-46af-a9d4-ff754460ad4b" providerId="ADAL" clId="{76D53FD3-137B-42A7-8814-A5128FB68CB9}" dt="2023-10-30T03:23:50.545" v="0"/>
        <pc:sldMkLst>
          <pc:docMk/>
          <pc:sldMk cId="1302651925" sldId="1902"/>
        </pc:sldMkLst>
      </pc:sldChg>
      <pc:sldChg chg="add">
        <pc:chgData name="Zailan Arabee Abdul Salam" userId="5bc04053-34d1-46af-a9d4-ff754460ad4b" providerId="ADAL" clId="{76D53FD3-137B-42A7-8814-A5128FB68CB9}" dt="2023-10-30T03:23:50.545" v="0"/>
        <pc:sldMkLst>
          <pc:docMk/>
          <pc:sldMk cId="1917068273" sldId="1903"/>
        </pc:sldMkLst>
      </pc:sldChg>
      <pc:sldChg chg="add">
        <pc:chgData name="Zailan Arabee Abdul Salam" userId="5bc04053-34d1-46af-a9d4-ff754460ad4b" providerId="ADAL" clId="{76D53FD3-137B-42A7-8814-A5128FB68CB9}" dt="2023-10-30T03:23:50.545" v="0"/>
        <pc:sldMkLst>
          <pc:docMk/>
          <pc:sldMk cId="3895380168" sldId="1905"/>
        </pc:sldMkLst>
      </pc:sldChg>
      <pc:sldChg chg="add">
        <pc:chgData name="Zailan Arabee Abdul Salam" userId="5bc04053-34d1-46af-a9d4-ff754460ad4b" providerId="ADAL" clId="{76D53FD3-137B-42A7-8814-A5128FB68CB9}" dt="2023-10-30T03:23:50.545" v="0"/>
        <pc:sldMkLst>
          <pc:docMk/>
          <pc:sldMk cId="4255597957" sldId="1908"/>
        </pc:sldMkLst>
      </pc:sldChg>
      <pc:sldChg chg="add">
        <pc:chgData name="Zailan Arabee Abdul Salam" userId="5bc04053-34d1-46af-a9d4-ff754460ad4b" providerId="ADAL" clId="{76D53FD3-137B-42A7-8814-A5128FB68CB9}" dt="2023-10-30T03:23:50.545" v="0"/>
        <pc:sldMkLst>
          <pc:docMk/>
          <pc:sldMk cId="3773843950" sldId="1910"/>
        </pc:sldMkLst>
      </pc:sldChg>
      <pc:sldChg chg="add">
        <pc:chgData name="Zailan Arabee Abdul Salam" userId="5bc04053-34d1-46af-a9d4-ff754460ad4b" providerId="ADAL" clId="{76D53FD3-137B-42A7-8814-A5128FB68CB9}" dt="2023-10-30T03:23:50.545" v="0"/>
        <pc:sldMkLst>
          <pc:docMk/>
          <pc:sldMk cId="4230886124" sldId="1911"/>
        </pc:sldMkLst>
      </pc:sldChg>
      <pc:sldChg chg="add">
        <pc:chgData name="Zailan Arabee Abdul Salam" userId="5bc04053-34d1-46af-a9d4-ff754460ad4b" providerId="ADAL" clId="{76D53FD3-137B-42A7-8814-A5128FB68CB9}" dt="2023-10-30T03:23:50.545" v="0"/>
        <pc:sldMkLst>
          <pc:docMk/>
          <pc:sldMk cId="4072523526" sldId="1913"/>
        </pc:sldMkLst>
      </pc:sldChg>
      <pc:sldChg chg="add">
        <pc:chgData name="Zailan Arabee Abdul Salam" userId="5bc04053-34d1-46af-a9d4-ff754460ad4b" providerId="ADAL" clId="{76D53FD3-137B-42A7-8814-A5128FB68CB9}" dt="2023-10-30T03:23:50.545" v="0"/>
        <pc:sldMkLst>
          <pc:docMk/>
          <pc:sldMk cId="851357154" sldId="1914"/>
        </pc:sldMkLst>
      </pc:sldChg>
      <pc:sldChg chg="add">
        <pc:chgData name="Zailan Arabee Abdul Salam" userId="5bc04053-34d1-46af-a9d4-ff754460ad4b" providerId="ADAL" clId="{76D53FD3-137B-42A7-8814-A5128FB68CB9}" dt="2023-10-30T03:23:50.545" v="0"/>
        <pc:sldMkLst>
          <pc:docMk/>
          <pc:sldMk cId="298809152" sldId="1915"/>
        </pc:sldMkLst>
      </pc:sldChg>
      <pc:sldChg chg="add">
        <pc:chgData name="Zailan Arabee Abdul Salam" userId="5bc04053-34d1-46af-a9d4-ff754460ad4b" providerId="ADAL" clId="{76D53FD3-137B-42A7-8814-A5128FB68CB9}" dt="2023-10-30T03:23:50.545" v="0"/>
        <pc:sldMkLst>
          <pc:docMk/>
          <pc:sldMk cId="0" sldId="1916"/>
        </pc:sldMkLst>
      </pc:sldChg>
      <pc:sldChg chg="add">
        <pc:chgData name="Zailan Arabee Abdul Salam" userId="5bc04053-34d1-46af-a9d4-ff754460ad4b" providerId="ADAL" clId="{76D53FD3-137B-42A7-8814-A5128FB68CB9}" dt="2023-10-30T03:23:50.545" v="0"/>
        <pc:sldMkLst>
          <pc:docMk/>
          <pc:sldMk cId="0" sldId="1917"/>
        </pc:sldMkLst>
      </pc:sldChg>
      <pc:sldChg chg="add">
        <pc:chgData name="Zailan Arabee Abdul Salam" userId="5bc04053-34d1-46af-a9d4-ff754460ad4b" providerId="ADAL" clId="{76D53FD3-137B-42A7-8814-A5128FB68CB9}" dt="2023-10-30T03:23:50.545" v="0"/>
        <pc:sldMkLst>
          <pc:docMk/>
          <pc:sldMk cId="0" sldId="1918"/>
        </pc:sldMkLst>
      </pc:sldChg>
      <pc:sldChg chg="add">
        <pc:chgData name="Zailan Arabee Abdul Salam" userId="5bc04053-34d1-46af-a9d4-ff754460ad4b" providerId="ADAL" clId="{76D53FD3-137B-42A7-8814-A5128FB68CB9}" dt="2023-10-30T03:23:50.545" v="0"/>
        <pc:sldMkLst>
          <pc:docMk/>
          <pc:sldMk cId="3106057987" sldId="1919"/>
        </pc:sldMkLst>
      </pc:sldChg>
      <pc:sldChg chg="add">
        <pc:chgData name="Zailan Arabee Abdul Salam" userId="5bc04053-34d1-46af-a9d4-ff754460ad4b" providerId="ADAL" clId="{76D53FD3-137B-42A7-8814-A5128FB68CB9}" dt="2023-10-30T03:23:50.545" v="0"/>
        <pc:sldMkLst>
          <pc:docMk/>
          <pc:sldMk cId="0" sldId="1920"/>
        </pc:sldMkLst>
      </pc:sldChg>
      <pc:sldChg chg="add">
        <pc:chgData name="Zailan Arabee Abdul Salam" userId="5bc04053-34d1-46af-a9d4-ff754460ad4b" providerId="ADAL" clId="{76D53FD3-137B-42A7-8814-A5128FB68CB9}" dt="2023-10-30T03:23:50.545" v="0"/>
        <pc:sldMkLst>
          <pc:docMk/>
          <pc:sldMk cId="0" sldId="1921"/>
        </pc:sldMkLst>
      </pc:sldChg>
      <pc:sldChg chg="add">
        <pc:chgData name="Zailan Arabee Abdul Salam" userId="5bc04053-34d1-46af-a9d4-ff754460ad4b" providerId="ADAL" clId="{76D53FD3-137B-42A7-8814-A5128FB68CB9}" dt="2023-10-30T03:23:50.545" v="0"/>
        <pc:sldMkLst>
          <pc:docMk/>
          <pc:sldMk cId="0" sldId="1922"/>
        </pc:sldMkLst>
      </pc:sldChg>
      <pc:sldChg chg="add">
        <pc:chgData name="Zailan Arabee Abdul Salam" userId="5bc04053-34d1-46af-a9d4-ff754460ad4b" providerId="ADAL" clId="{76D53FD3-137B-42A7-8814-A5128FB68CB9}" dt="2023-10-30T03:23:50.545" v="0"/>
        <pc:sldMkLst>
          <pc:docMk/>
          <pc:sldMk cId="0" sldId="1923"/>
        </pc:sldMkLst>
      </pc:sldChg>
      <pc:sldChg chg="add">
        <pc:chgData name="Zailan Arabee Abdul Salam" userId="5bc04053-34d1-46af-a9d4-ff754460ad4b" providerId="ADAL" clId="{76D53FD3-137B-42A7-8814-A5128FB68CB9}" dt="2023-10-30T03:23:50.545" v="0"/>
        <pc:sldMkLst>
          <pc:docMk/>
          <pc:sldMk cId="0" sldId="1924"/>
        </pc:sldMkLst>
      </pc:sldChg>
      <pc:sldChg chg="add">
        <pc:chgData name="Zailan Arabee Abdul Salam" userId="5bc04053-34d1-46af-a9d4-ff754460ad4b" providerId="ADAL" clId="{76D53FD3-137B-42A7-8814-A5128FB68CB9}" dt="2023-10-30T03:23:50.545" v="0"/>
        <pc:sldMkLst>
          <pc:docMk/>
          <pc:sldMk cId="0" sldId="1925"/>
        </pc:sldMkLst>
      </pc:sldChg>
      <pc:sldChg chg="add">
        <pc:chgData name="Zailan Arabee Abdul Salam" userId="5bc04053-34d1-46af-a9d4-ff754460ad4b" providerId="ADAL" clId="{76D53FD3-137B-42A7-8814-A5128FB68CB9}" dt="2023-10-30T03:23:50.545" v="0"/>
        <pc:sldMkLst>
          <pc:docMk/>
          <pc:sldMk cId="0" sldId="1926"/>
        </pc:sldMkLst>
      </pc:sldChg>
      <pc:sldChg chg="add">
        <pc:chgData name="Zailan Arabee Abdul Salam" userId="5bc04053-34d1-46af-a9d4-ff754460ad4b" providerId="ADAL" clId="{76D53FD3-137B-42A7-8814-A5128FB68CB9}" dt="2023-10-30T03:23:50.545" v="0"/>
        <pc:sldMkLst>
          <pc:docMk/>
          <pc:sldMk cId="0" sldId="1927"/>
        </pc:sldMkLst>
      </pc:sldChg>
      <pc:sldChg chg="add">
        <pc:chgData name="Zailan Arabee Abdul Salam" userId="5bc04053-34d1-46af-a9d4-ff754460ad4b" providerId="ADAL" clId="{76D53FD3-137B-42A7-8814-A5128FB68CB9}" dt="2023-10-30T03:23:50.545" v="0"/>
        <pc:sldMkLst>
          <pc:docMk/>
          <pc:sldMk cId="0" sldId="1928"/>
        </pc:sldMkLst>
      </pc:sldChg>
      <pc:sldChg chg="add">
        <pc:chgData name="Zailan Arabee Abdul Salam" userId="5bc04053-34d1-46af-a9d4-ff754460ad4b" providerId="ADAL" clId="{76D53FD3-137B-42A7-8814-A5128FB68CB9}" dt="2023-10-30T03:23:50.545" v="0"/>
        <pc:sldMkLst>
          <pc:docMk/>
          <pc:sldMk cId="0" sldId="1929"/>
        </pc:sldMkLst>
      </pc:sldChg>
      <pc:sldChg chg="add">
        <pc:chgData name="Zailan Arabee Abdul Salam" userId="5bc04053-34d1-46af-a9d4-ff754460ad4b" providerId="ADAL" clId="{76D53FD3-137B-42A7-8814-A5128FB68CB9}" dt="2023-10-30T03:23:50.545" v="0"/>
        <pc:sldMkLst>
          <pc:docMk/>
          <pc:sldMk cId="0" sldId="1930"/>
        </pc:sldMkLst>
      </pc:sldChg>
      <pc:sldChg chg="add">
        <pc:chgData name="Zailan Arabee Abdul Salam" userId="5bc04053-34d1-46af-a9d4-ff754460ad4b" providerId="ADAL" clId="{76D53FD3-137B-42A7-8814-A5128FB68CB9}" dt="2023-10-30T03:23:50.545" v="0"/>
        <pc:sldMkLst>
          <pc:docMk/>
          <pc:sldMk cId="0" sldId="1931"/>
        </pc:sldMkLst>
      </pc:sldChg>
      <pc:sldChg chg="add">
        <pc:chgData name="Zailan Arabee Abdul Salam" userId="5bc04053-34d1-46af-a9d4-ff754460ad4b" providerId="ADAL" clId="{76D53FD3-137B-42A7-8814-A5128FB68CB9}" dt="2023-10-30T03:23:50.545" v="0"/>
        <pc:sldMkLst>
          <pc:docMk/>
          <pc:sldMk cId="0" sldId="1932"/>
        </pc:sldMkLst>
      </pc:sldChg>
      <pc:sldChg chg="add">
        <pc:chgData name="Zailan Arabee Abdul Salam" userId="5bc04053-34d1-46af-a9d4-ff754460ad4b" providerId="ADAL" clId="{76D53FD3-137B-42A7-8814-A5128FB68CB9}" dt="2023-10-30T03:23:50.545" v="0"/>
        <pc:sldMkLst>
          <pc:docMk/>
          <pc:sldMk cId="0" sldId="1933"/>
        </pc:sldMkLst>
      </pc:sldChg>
      <pc:sldChg chg="add">
        <pc:chgData name="Zailan Arabee Abdul Salam" userId="5bc04053-34d1-46af-a9d4-ff754460ad4b" providerId="ADAL" clId="{76D53FD3-137B-42A7-8814-A5128FB68CB9}" dt="2023-10-30T03:23:50.545" v="0"/>
        <pc:sldMkLst>
          <pc:docMk/>
          <pc:sldMk cId="0" sldId="1934"/>
        </pc:sldMkLst>
      </pc:sldChg>
    </pc:docChg>
  </pc:docChgLst>
  <pc:docChgLst>
    <pc:chgData name="Zailan Arabee Abdul Salam" userId="5bc04053-34d1-46af-a9d4-ff754460ad4b" providerId="ADAL" clId="{A2B7F123-4DA0-45CE-B8C2-521D45FDE29C}"/>
    <pc:docChg chg="addSld delSld modSld modSection">
      <pc:chgData name="Zailan Arabee Abdul Salam" userId="5bc04053-34d1-46af-a9d4-ff754460ad4b" providerId="ADAL" clId="{A2B7F123-4DA0-45CE-B8C2-521D45FDE29C}" dt="2023-10-30T03:26:18.778" v="2" actId="47"/>
      <pc:docMkLst>
        <pc:docMk/>
      </pc:docMkLst>
      <pc:sldChg chg="del">
        <pc:chgData name="Zailan Arabee Abdul Salam" userId="5bc04053-34d1-46af-a9d4-ff754460ad4b" providerId="ADAL" clId="{A2B7F123-4DA0-45CE-B8C2-521D45FDE29C}" dt="2023-10-30T03:26:18.778" v="2" actId="47"/>
        <pc:sldMkLst>
          <pc:docMk/>
          <pc:sldMk cId="0" sldId="257"/>
        </pc:sldMkLst>
      </pc:sldChg>
      <pc:sldChg chg="add">
        <pc:chgData name="Zailan Arabee Abdul Salam" userId="5bc04053-34d1-46af-a9d4-ff754460ad4b" providerId="ADAL" clId="{A2B7F123-4DA0-45CE-B8C2-521D45FDE29C}" dt="2023-10-30T03:26:06.324" v="0"/>
        <pc:sldMkLst>
          <pc:docMk/>
          <pc:sldMk cId="0" sldId="260"/>
        </pc:sldMkLst>
      </pc:sldChg>
      <pc:sldChg chg="add">
        <pc:chgData name="Zailan Arabee Abdul Salam" userId="5bc04053-34d1-46af-a9d4-ff754460ad4b" providerId="ADAL" clId="{A2B7F123-4DA0-45CE-B8C2-521D45FDE29C}" dt="2023-10-30T03:26:06.324" v="0"/>
        <pc:sldMkLst>
          <pc:docMk/>
          <pc:sldMk cId="0" sldId="261"/>
        </pc:sldMkLst>
      </pc:sldChg>
      <pc:sldChg chg="add">
        <pc:chgData name="Zailan Arabee Abdul Salam" userId="5bc04053-34d1-46af-a9d4-ff754460ad4b" providerId="ADAL" clId="{A2B7F123-4DA0-45CE-B8C2-521D45FDE29C}" dt="2023-10-30T03:26:06.324" v="0"/>
        <pc:sldMkLst>
          <pc:docMk/>
          <pc:sldMk cId="4027869332" sldId="271"/>
        </pc:sldMkLst>
      </pc:sldChg>
      <pc:sldChg chg="add">
        <pc:chgData name="Zailan Arabee Abdul Salam" userId="5bc04053-34d1-46af-a9d4-ff754460ad4b" providerId="ADAL" clId="{A2B7F123-4DA0-45CE-B8C2-521D45FDE29C}" dt="2023-10-30T03:26:06.324" v="0"/>
        <pc:sldMkLst>
          <pc:docMk/>
          <pc:sldMk cId="0" sldId="275"/>
        </pc:sldMkLst>
      </pc:sldChg>
      <pc:sldChg chg="add">
        <pc:chgData name="Zailan Arabee Abdul Salam" userId="5bc04053-34d1-46af-a9d4-ff754460ad4b" providerId="ADAL" clId="{A2B7F123-4DA0-45CE-B8C2-521D45FDE29C}" dt="2023-10-30T03:26:06.324" v="0"/>
        <pc:sldMkLst>
          <pc:docMk/>
          <pc:sldMk cId="0" sldId="277"/>
        </pc:sldMkLst>
      </pc:sldChg>
      <pc:sldChg chg="add">
        <pc:chgData name="Zailan Arabee Abdul Salam" userId="5bc04053-34d1-46af-a9d4-ff754460ad4b" providerId="ADAL" clId="{A2B7F123-4DA0-45CE-B8C2-521D45FDE29C}" dt="2023-10-30T03:26:06.324" v="0"/>
        <pc:sldMkLst>
          <pc:docMk/>
          <pc:sldMk cId="3225035349" sldId="280"/>
        </pc:sldMkLst>
      </pc:sldChg>
      <pc:sldChg chg="add">
        <pc:chgData name="Zailan Arabee Abdul Salam" userId="5bc04053-34d1-46af-a9d4-ff754460ad4b" providerId="ADAL" clId="{A2B7F123-4DA0-45CE-B8C2-521D45FDE29C}" dt="2023-10-30T03:26:06.324" v="0"/>
        <pc:sldMkLst>
          <pc:docMk/>
          <pc:sldMk cId="2979819931" sldId="281"/>
        </pc:sldMkLst>
      </pc:sldChg>
      <pc:sldChg chg="add">
        <pc:chgData name="Zailan Arabee Abdul Salam" userId="5bc04053-34d1-46af-a9d4-ff754460ad4b" providerId="ADAL" clId="{A2B7F123-4DA0-45CE-B8C2-521D45FDE29C}" dt="2023-10-30T03:26:06.324" v="0"/>
        <pc:sldMkLst>
          <pc:docMk/>
          <pc:sldMk cId="2994277211" sldId="284"/>
        </pc:sldMkLst>
      </pc:sldChg>
      <pc:sldChg chg="add">
        <pc:chgData name="Zailan Arabee Abdul Salam" userId="5bc04053-34d1-46af-a9d4-ff754460ad4b" providerId="ADAL" clId="{A2B7F123-4DA0-45CE-B8C2-521D45FDE29C}" dt="2023-10-30T03:26:06.324" v="0"/>
        <pc:sldMkLst>
          <pc:docMk/>
          <pc:sldMk cId="894897432" sldId="285"/>
        </pc:sldMkLst>
      </pc:sldChg>
      <pc:sldChg chg="add">
        <pc:chgData name="Zailan Arabee Abdul Salam" userId="5bc04053-34d1-46af-a9d4-ff754460ad4b" providerId="ADAL" clId="{A2B7F123-4DA0-45CE-B8C2-521D45FDE29C}" dt="2023-10-30T03:26:06.324" v="0"/>
        <pc:sldMkLst>
          <pc:docMk/>
          <pc:sldMk cId="2083618775" sldId="286"/>
        </pc:sldMkLst>
      </pc:sldChg>
      <pc:sldChg chg="add">
        <pc:chgData name="Zailan Arabee Abdul Salam" userId="5bc04053-34d1-46af-a9d4-ff754460ad4b" providerId="ADAL" clId="{A2B7F123-4DA0-45CE-B8C2-521D45FDE29C}" dt="2023-10-30T03:26:06.324" v="0"/>
        <pc:sldMkLst>
          <pc:docMk/>
          <pc:sldMk cId="3831505793" sldId="287"/>
        </pc:sldMkLst>
      </pc:sldChg>
      <pc:sldChg chg="add">
        <pc:chgData name="Zailan Arabee Abdul Salam" userId="5bc04053-34d1-46af-a9d4-ff754460ad4b" providerId="ADAL" clId="{A2B7F123-4DA0-45CE-B8C2-521D45FDE29C}" dt="2023-10-30T03:26:06.324" v="0"/>
        <pc:sldMkLst>
          <pc:docMk/>
          <pc:sldMk cId="0" sldId="288"/>
        </pc:sldMkLst>
      </pc:sldChg>
      <pc:sldChg chg="add">
        <pc:chgData name="Zailan Arabee Abdul Salam" userId="5bc04053-34d1-46af-a9d4-ff754460ad4b" providerId="ADAL" clId="{A2B7F123-4DA0-45CE-B8C2-521D45FDE29C}" dt="2023-10-30T03:26:06.324" v="0"/>
        <pc:sldMkLst>
          <pc:docMk/>
          <pc:sldMk cId="1147883940" sldId="289"/>
        </pc:sldMkLst>
      </pc:sldChg>
      <pc:sldChg chg="add">
        <pc:chgData name="Zailan Arabee Abdul Salam" userId="5bc04053-34d1-46af-a9d4-ff754460ad4b" providerId="ADAL" clId="{A2B7F123-4DA0-45CE-B8C2-521D45FDE29C}" dt="2023-10-30T03:26:06.324" v="0"/>
        <pc:sldMkLst>
          <pc:docMk/>
          <pc:sldMk cId="1929223683" sldId="290"/>
        </pc:sldMkLst>
      </pc:sldChg>
      <pc:sldChg chg="add">
        <pc:chgData name="Zailan Arabee Abdul Salam" userId="5bc04053-34d1-46af-a9d4-ff754460ad4b" providerId="ADAL" clId="{A2B7F123-4DA0-45CE-B8C2-521D45FDE29C}" dt="2023-10-30T03:26:06.324" v="0"/>
        <pc:sldMkLst>
          <pc:docMk/>
          <pc:sldMk cId="14364869" sldId="294"/>
        </pc:sldMkLst>
      </pc:sldChg>
      <pc:sldChg chg="add">
        <pc:chgData name="Zailan Arabee Abdul Salam" userId="5bc04053-34d1-46af-a9d4-ff754460ad4b" providerId="ADAL" clId="{A2B7F123-4DA0-45CE-B8C2-521D45FDE29C}" dt="2023-10-30T03:26:06.324" v="0"/>
        <pc:sldMkLst>
          <pc:docMk/>
          <pc:sldMk cId="393804965" sldId="295"/>
        </pc:sldMkLst>
      </pc:sldChg>
      <pc:sldChg chg="add">
        <pc:chgData name="Zailan Arabee Abdul Salam" userId="5bc04053-34d1-46af-a9d4-ff754460ad4b" providerId="ADAL" clId="{A2B7F123-4DA0-45CE-B8C2-521D45FDE29C}" dt="2023-10-30T03:26:06.324" v="0"/>
        <pc:sldMkLst>
          <pc:docMk/>
          <pc:sldMk cId="4053078876" sldId="296"/>
        </pc:sldMkLst>
      </pc:sldChg>
      <pc:sldChg chg="add">
        <pc:chgData name="Zailan Arabee Abdul Salam" userId="5bc04053-34d1-46af-a9d4-ff754460ad4b" providerId="ADAL" clId="{A2B7F123-4DA0-45CE-B8C2-521D45FDE29C}" dt="2023-10-30T03:26:06.324" v="0"/>
        <pc:sldMkLst>
          <pc:docMk/>
          <pc:sldMk cId="3067589673" sldId="297"/>
        </pc:sldMkLst>
      </pc:sldChg>
      <pc:sldChg chg="del">
        <pc:chgData name="Zailan Arabee Abdul Salam" userId="5bc04053-34d1-46af-a9d4-ff754460ad4b" providerId="ADAL" clId="{A2B7F123-4DA0-45CE-B8C2-521D45FDE29C}" dt="2023-10-30T03:26:09.451" v="1" actId="47"/>
        <pc:sldMkLst>
          <pc:docMk/>
          <pc:sldMk cId="0" sldId="310"/>
        </pc:sldMkLst>
      </pc:sldChg>
      <pc:sldChg chg="add">
        <pc:chgData name="Zailan Arabee Abdul Salam" userId="5bc04053-34d1-46af-a9d4-ff754460ad4b" providerId="ADAL" clId="{A2B7F123-4DA0-45CE-B8C2-521D45FDE29C}" dt="2023-10-30T03:26:06.324" v="0"/>
        <pc:sldMkLst>
          <pc:docMk/>
          <pc:sldMk cId="0" sldId="311"/>
        </pc:sldMkLst>
      </pc:sldChg>
      <pc:sldChg chg="add">
        <pc:chgData name="Zailan Arabee Abdul Salam" userId="5bc04053-34d1-46af-a9d4-ff754460ad4b" providerId="ADAL" clId="{A2B7F123-4DA0-45CE-B8C2-521D45FDE29C}" dt="2023-10-30T03:26:06.324" v="0"/>
        <pc:sldMkLst>
          <pc:docMk/>
          <pc:sldMk cId="0" sldId="312"/>
        </pc:sldMkLst>
      </pc:sldChg>
      <pc:sldChg chg="del">
        <pc:chgData name="Zailan Arabee Abdul Salam" userId="5bc04053-34d1-46af-a9d4-ff754460ad4b" providerId="ADAL" clId="{A2B7F123-4DA0-45CE-B8C2-521D45FDE29C}" dt="2023-10-30T03:26:18.778" v="2" actId="47"/>
        <pc:sldMkLst>
          <pc:docMk/>
          <pc:sldMk cId="0" sldId="313"/>
        </pc:sldMkLst>
      </pc:sldChg>
      <pc:sldChg chg="del">
        <pc:chgData name="Zailan Arabee Abdul Salam" userId="5bc04053-34d1-46af-a9d4-ff754460ad4b" providerId="ADAL" clId="{A2B7F123-4DA0-45CE-B8C2-521D45FDE29C}" dt="2023-10-30T03:26:18.778" v="2" actId="47"/>
        <pc:sldMkLst>
          <pc:docMk/>
          <pc:sldMk cId="0" sldId="314"/>
        </pc:sldMkLst>
      </pc:sldChg>
      <pc:sldChg chg="add">
        <pc:chgData name="Zailan Arabee Abdul Salam" userId="5bc04053-34d1-46af-a9d4-ff754460ad4b" providerId="ADAL" clId="{A2B7F123-4DA0-45CE-B8C2-521D45FDE29C}" dt="2023-10-30T03:26:06.324" v="0"/>
        <pc:sldMkLst>
          <pc:docMk/>
          <pc:sldMk cId="0" sldId="315"/>
        </pc:sldMkLst>
      </pc:sldChg>
      <pc:sldChg chg="del">
        <pc:chgData name="Zailan Arabee Abdul Salam" userId="5bc04053-34d1-46af-a9d4-ff754460ad4b" providerId="ADAL" clId="{A2B7F123-4DA0-45CE-B8C2-521D45FDE29C}" dt="2023-10-30T03:26:18.778" v="2" actId="47"/>
        <pc:sldMkLst>
          <pc:docMk/>
          <pc:sldMk cId="0" sldId="316"/>
        </pc:sldMkLst>
      </pc:sldChg>
      <pc:sldChg chg="del">
        <pc:chgData name="Zailan Arabee Abdul Salam" userId="5bc04053-34d1-46af-a9d4-ff754460ad4b" providerId="ADAL" clId="{A2B7F123-4DA0-45CE-B8C2-521D45FDE29C}" dt="2023-10-30T03:26:18.778" v="2" actId="47"/>
        <pc:sldMkLst>
          <pc:docMk/>
          <pc:sldMk cId="0" sldId="317"/>
        </pc:sldMkLst>
      </pc:sldChg>
      <pc:sldChg chg="add">
        <pc:chgData name="Zailan Arabee Abdul Salam" userId="5bc04053-34d1-46af-a9d4-ff754460ad4b" providerId="ADAL" clId="{A2B7F123-4DA0-45CE-B8C2-521D45FDE29C}" dt="2023-10-30T03:26:06.324" v="0"/>
        <pc:sldMkLst>
          <pc:docMk/>
          <pc:sldMk cId="2528312682" sldId="323"/>
        </pc:sldMkLst>
      </pc:sldChg>
      <pc:sldChg chg="del">
        <pc:chgData name="Zailan Arabee Abdul Salam" userId="5bc04053-34d1-46af-a9d4-ff754460ad4b" providerId="ADAL" clId="{A2B7F123-4DA0-45CE-B8C2-521D45FDE29C}" dt="2023-10-30T03:26:18.778" v="2" actId="47"/>
        <pc:sldMkLst>
          <pc:docMk/>
          <pc:sldMk cId="2847682019" sldId="327"/>
        </pc:sldMkLst>
      </pc:sldChg>
      <pc:sldChg chg="del">
        <pc:chgData name="Zailan Arabee Abdul Salam" userId="5bc04053-34d1-46af-a9d4-ff754460ad4b" providerId="ADAL" clId="{A2B7F123-4DA0-45CE-B8C2-521D45FDE29C}" dt="2023-10-30T03:26:18.778" v="2" actId="47"/>
        <pc:sldMkLst>
          <pc:docMk/>
          <pc:sldMk cId="0" sldId="328"/>
        </pc:sldMkLst>
      </pc:sldChg>
      <pc:sldChg chg="add modNotes">
        <pc:chgData name="Zailan Arabee Abdul Salam" userId="5bc04053-34d1-46af-a9d4-ff754460ad4b" providerId="ADAL" clId="{A2B7F123-4DA0-45CE-B8C2-521D45FDE29C}" dt="2023-10-30T03:26:06.324" v="0"/>
        <pc:sldMkLst>
          <pc:docMk/>
          <pc:sldMk cId="764497266" sldId="332"/>
        </pc:sldMkLst>
      </pc:sldChg>
      <pc:sldChg chg="del">
        <pc:chgData name="Zailan Arabee Abdul Salam" userId="5bc04053-34d1-46af-a9d4-ff754460ad4b" providerId="ADAL" clId="{A2B7F123-4DA0-45CE-B8C2-521D45FDE29C}" dt="2023-10-30T03:26:18.778" v="2" actId="47"/>
        <pc:sldMkLst>
          <pc:docMk/>
          <pc:sldMk cId="0" sldId="335"/>
        </pc:sldMkLst>
      </pc:sldChg>
      <pc:sldChg chg="del">
        <pc:chgData name="Zailan Arabee Abdul Salam" userId="5bc04053-34d1-46af-a9d4-ff754460ad4b" providerId="ADAL" clId="{A2B7F123-4DA0-45CE-B8C2-521D45FDE29C}" dt="2023-10-30T03:26:18.778" v="2" actId="47"/>
        <pc:sldMkLst>
          <pc:docMk/>
          <pc:sldMk cId="0" sldId="336"/>
        </pc:sldMkLst>
      </pc:sldChg>
      <pc:sldChg chg="del">
        <pc:chgData name="Zailan Arabee Abdul Salam" userId="5bc04053-34d1-46af-a9d4-ff754460ad4b" providerId="ADAL" clId="{A2B7F123-4DA0-45CE-B8C2-521D45FDE29C}" dt="2023-10-30T03:26:18.778" v="2" actId="47"/>
        <pc:sldMkLst>
          <pc:docMk/>
          <pc:sldMk cId="0" sldId="337"/>
        </pc:sldMkLst>
      </pc:sldChg>
      <pc:sldChg chg="del">
        <pc:chgData name="Zailan Arabee Abdul Salam" userId="5bc04053-34d1-46af-a9d4-ff754460ad4b" providerId="ADAL" clId="{A2B7F123-4DA0-45CE-B8C2-521D45FDE29C}" dt="2023-10-30T03:26:18.778" v="2" actId="47"/>
        <pc:sldMkLst>
          <pc:docMk/>
          <pc:sldMk cId="0" sldId="338"/>
        </pc:sldMkLst>
      </pc:sldChg>
      <pc:sldChg chg="del">
        <pc:chgData name="Zailan Arabee Abdul Salam" userId="5bc04053-34d1-46af-a9d4-ff754460ad4b" providerId="ADAL" clId="{A2B7F123-4DA0-45CE-B8C2-521D45FDE29C}" dt="2023-10-30T03:26:18.778" v="2" actId="47"/>
        <pc:sldMkLst>
          <pc:docMk/>
          <pc:sldMk cId="0" sldId="339"/>
        </pc:sldMkLst>
      </pc:sldChg>
      <pc:sldChg chg="del">
        <pc:chgData name="Zailan Arabee Abdul Salam" userId="5bc04053-34d1-46af-a9d4-ff754460ad4b" providerId="ADAL" clId="{A2B7F123-4DA0-45CE-B8C2-521D45FDE29C}" dt="2023-10-30T03:26:18.778" v="2" actId="47"/>
        <pc:sldMkLst>
          <pc:docMk/>
          <pc:sldMk cId="0" sldId="341"/>
        </pc:sldMkLst>
      </pc:sldChg>
      <pc:sldChg chg="del">
        <pc:chgData name="Zailan Arabee Abdul Salam" userId="5bc04053-34d1-46af-a9d4-ff754460ad4b" providerId="ADAL" clId="{A2B7F123-4DA0-45CE-B8C2-521D45FDE29C}" dt="2023-10-30T03:26:18.778" v="2" actId="47"/>
        <pc:sldMkLst>
          <pc:docMk/>
          <pc:sldMk cId="0" sldId="342"/>
        </pc:sldMkLst>
      </pc:sldChg>
      <pc:sldChg chg="del">
        <pc:chgData name="Zailan Arabee Abdul Salam" userId="5bc04053-34d1-46af-a9d4-ff754460ad4b" providerId="ADAL" clId="{A2B7F123-4DA0-45CE-B8C2-521D45FDE29C}" dt="2023-10-30T03:26:18.778" v="2" actId="47"/>
        <pc:sldMkLst>
          <pc:docMk/>
          <pc:sldMk cId="0" sldId="344"/>
        </pc:sldMkLst>
      </pc:sldChg>
      <pc:sldChg chg="del">
        <pc:chgData name="Zailan Arabee Abdul Salam" userId="5bc04053-34d1-46af-a9d4-ff754460ad4b" providerId="ADAL" clId="{A2B7F123-4DA0-45CE-B8C2-521D45FDE29C}" dt="2023-10-30T03:26:18.778" v="2" actId="47"/>
        <pc:sldMkLst>
          <pc:docMk/>
          <pc:sldMk cId="0" sldId="345"/>
        </pc:sldMkLst>
      </pc:sldChg>
      <pc:sldChg chg="del">
        <pc:chgData name="Zailan Arabee Abdul Salam" userId="5bc04053-34d1-46af-a9d4-ff754460ad4b" providerId="ADAL" clId="{A2B7F123-4DA0-45CE-B8C2-521D45FDE29C}" dt="2023-10-30T03:26:18.778" v="2" actId="47"/>
        <pc:sldMkLst>
          <pc:docMk/>
          <pc:sldMk cId="0" sldId="346"/>
        </pc:sldMkLst>
      </pc:sldChg>
      <pc:sldChg chg="add">
        <pc:chgData name="Zailan Arabee Abdul Salam" userId="5bc04053-34d1-46af-a9d4-ff754460ad4b" providerId="ADAL" clId="{A2B7F123-4DA0-45CE-B8C2-521D45FDE29C}" dt="2023-10-30T03:26:06.324" v="0"/>
        <pc:sldMkLst>
          <pc:docMk/>
          <pc:sldMk cId="2763272302" sldId="348"/>
        </pc:sldMkLst>
      </pc:sldChg>
      <pc:sldChg chg="del">
        <pc:chgData name="Zailan Arabee Abdul Salam" userId="5bc04053-34d1-46af-a9d4-ff754460ad4b" providerId="ADAL" clId="{A2B7F123-4DA0-45CE-B8C2-521D45FDE29C}" dt="2023-10-30T03:26:18.778" v="2" actId="47"/>
        <pc:sldMkLst>
          <pc:docMk/>
          <pc:sldMk cId="0" sldId="453"/>
        </pc:sldMkLst>
      </pc:sldChg>
      <pc:sldChg chg="del">
        <pc:chgData name="Zailan Arabee Abdul Salam" userId="5bc04053-34d1-46af-a9d4-ff754460ad4b" providerId="ADAL" clId="{A2B7F123-4DA0-45CE-B8C2-521D45FDE29C}" dt="2023-10-30T03:26:18.778" v="2" actId="47"/>
        <pc:sldMkLst>
          <pc:docMk/>
          <pc:sldMk cId="0" sldId="454"/>
        </pc:sldMkLst>
      </pc:sldChg>
      <pc:sldChg chg="del">
        <pc:chgData name="Zailan Arabee Abdul Salam" userId="5bc04053-34d1-46af-a9d4-ff754460ad4b" providerId="ADAL" clId="{A2B7F123-4DA0-45CE-B8C2-521D45FDE29C}" dt="2023-10-30T03:26:18.778" v="2" actId="47"/>
        <pc:sldMkLst>
          <pc:docMk/>
          <pc:sldMk cId="0" sldId="455"/>
        </pc:sldMkLst>
      </pc:sldChg>
      <pc:sldChg chg="del">
        <pc:chgData name="Zailan Arabee Abdul Salam" userId="5bc04053-34d1-46af-a9d4-ff754460ad4b" providerId="ADAL" clId="{A2B7F123-4DA0-45CE-B8C2-521D45FDE29C}" dt="2023-10-30T03:26:18.778" v="2" actId="47"/>
        <pc:sldMkLst>
          <pc:docMk/>
          <pc:sldMk cId="0" sldId="456"/>
        </pc:sldMkLst>
      </pc:sldChg>
      <pc:sldChg chg="del">
        <pc:chgData name="Zailan Arabee Abdul Salam" userId="5bc04053-34d1-46af-a9d4-ff754460ad4b" providerId="ADAL" clId="{A2B7F123-4DA0-45CE-B8C2-521D45FDE29C}" dt="2023-10-30T03:26:18.778" v="2" actId="47"/>
        <pc:sldMkLst>
          <pc:docMk/>
          <pc:sldMk cId="0" sldId="457"/>
        </pc:sldMkLst>
      </pc:sldChg>
      <pc:sldChg chg="del">
        <pc:chgData name="Zailan Arabee Abdul Salam" userId="5bc04053-34d1-46af-a9d4-ff754460ad4b" providerId="ADAL" clId="{A2B7F123-4DA0-45CE-B8C2-521D45FDE29C}" dt="2023-10-30T03:26:18.778" v="2" actId="47"/>
        <pc:sldMkLst>
          <pc:docMk/>
          <pc:sldMk cId="0" sldId="458"/>
        </pc:sldMkLst>
      </pc:sldChg>
      <pc:sldChg chg="del">
        <pc:chgData name="Zailan Arabee Abdul Salam" userId="5bc04053-34d1-46af-a9d4-ff754460ad4b" providerId="ADAL" clId="{A2B7F123-4DA0-45CE-B8C2-521D45FDE29C}" dt="2023-10-30T03:26:18.778" v="2" actId="47"/>
        <pc:sldMkLst>
          <pc:docMk/>
          <pc:sldMk cId="0" sldId="459"/>
        </pc:sldMkLst>
      </pc:sldChg>
      <pc:sldChg chg="del">
        <pc:chgData name="Zailan Arabee Abdul Salam" userId="5bc04053-34d1-46af-a9d4-ff754460ad4b" providerId="ADAL" clId="{A2B7F123-4DA0-45CE-B8C2-521D45FDE29C}" dt="2023-10-30T03:26:18.778" v="2" actId="47"/>
        <pc:sldMkLst>
          <pc:docMk/>
          <pc:sldMk cId="0" sldId="460"/>
        </pc:sldMkLst>
      </pc:sldChg>
      <pc:sldChg chg="del">
        <pc:chgData name="Zailan Arabee Abdul Salam" userId="5bc04053-34d1-46af-a9d4-ff754460ad4b" providerId="ADAL" clId="{A2B7F123-4DA0-45CE-B8C2-521D45FDE29C}" dt="2023-10-30T03:26:18.778" v="2" actId="47"/>
        <pc:sldMkLst>
          <pc:docMk/>
          <pc:sldMk cId="0" sldId="461"/>
        </pc:sldMkLst>
      </pc:sldChg>
      <pc:sldChg chg="del">
        <pc:chgData name="Zailan Arabee Abdul Salam" userId="5bc04053-34d1-46af-a9d4-ff754460ad4b" providerId="ADAL" clId="{A2B7F123-4DA0-45CE-B8C2-521D45FDE29C}" dt="2023-10-30T03:26:18.778" v="2" actId="47"/>
        <pc:sldMkLst>
          <pc:docMk/>
          <pc:sldMk cId="0" sldId="462"/>
        </pc:sldMkLst>
      </pc:sldChg>
      <pc:sldChg chg="del">
        <pc:chgData name="Zailan Arabee Abdul Salam" userId="5bc04053-34d1-46af-a9d4-ff754460ad4b" providerId="ADAL" clId="{A2B7F123-4DA0-45CE-B8C2-521D45FDE29C}" dt="2023-10-30T03:26:18.778" v="2" actId="47"/>
        <pc:sldMkLst>
          <pc:docMk/>
          <pc:sldMk cId="0" sldId="463"/>
        </pc:sldMkLst>
      </pc:sldChg>
      <pc:sldChg chg="del">
        <pc:chgData name="Zailan Arabee Abdul Salam" userId="5bc04053-34d1-46af-a9d4-ff754460ad4b" providerId="ADAL" clId="{A2B7F123-4DA0-45CE-B8C2-521D45FDE29C}" dt="2023-10-30T03:26:18.778" v="2" actId="47"/>
        <pc:sldMkLst>
          <pc:docMk/>
          <pc:sldMk cId="0" sldId="464"/>
        </pc:sldMkLst>
      </pc:sldChg>
      <pc:sldChg chg="del">
        <pc:chgData name="Zailan Arabee Abdul Salam" userId="5bc04053-34d1-46af-a9d4-ff754460ad4b" providerId="ADAL" clId="{A2B7F123-4DA0-45CE-B8C2-521D45FDE29C}" dt="2023-10-30T03:26:18.778" v="2" actId="47"/>
        <pc:sldMkLst>
          <pc:docMk/>
          <pc:sldMk cId="1184319698" sldId="465"/>
        </pc:sldMkLst>
      </pc:sldChg>
      <pc:sldChg chg="del">
        <pc:chgData name="Zailan Arabee Abdul Salam" userId="5bc04053-34d1-46af-a9d4-ff754460ad4b" providerId="ADAL" clId="{A2B7F123-4DA0-45CE-B8C2-521D45FDE29C}" dt="2023-10-30T03:26:18.778" v="2" actId="47"/>
        <pc:sldMkLst>
          <pc:docMk/>
          <pc:sldMk cId="3912884228" sldId="466"/>
        </pc:sldMkLst>
      </pc:sldChg>
      <pc:sldChg chg="del">
        <pc:chgData name="Zailan Arabee Abdul Salam" userId="5bc04053-34d1-46af-a9d4-ff754460ad4b" providerId="ADAL" clId="{A2B7F123-4DA0-45CE-B8C2-521D45FDE29C}" dt="2023-10-30T03:26:18.778" v="2" actId="47"/>
        <pc:sldMkLst>
          <pc:docMk/>
          <pc:sldMk cId="0" sldId="467"/>
        </pc:sldMkLst>
      </pc:sldChg>
      <pc:sldChg chg="del">
        <pc:chgData name="Zailan Arabee Abdul Salam" userId="5bc04053-34d1-46af-a9d4-ff754460ad4b" providerId="ADAL" clId="{A2B7F123-4DA0-45CE-B8C2-521D45FDE29C}" dt="2023-10-30T03:26:18.778" v="2" actId="47"/>
        <pc:sldMkLst>
          <pc:docMk/>
          <pc:sldMk cId="0" sldId="468"/>
        </pc:sldMkLst>
      </pc:sldChg>
      <pc:sldChg chg="del">
        <pc:chgData name="Zailan Arabee Abdul Salam" userId="5bc04053-34d1-46af-a9d4-ff754460ad4b" providerId="ADAL" clId="{A2B7F123-4DA0-45CE-B8C2-521D45FDE29C}" dt="2023-10-30T03:26:18.778" v="2" actId="47"/>
        <pc:sldMkLst>
          <pc:docMk/>
          <pc:sldMk cId="0" sldId="469"/>
        </pc:sldMkLst>
      </pc:sldChg>
      <pc:sldChg chg="del">
        <pc:chgData name="Zailan Arabee Abdul Salam" userId="5bc04053-34d1-46af-a9d4-ff754460ad4b" providerId="ADAL" clId="{A2B7F123-4DA0-45CE-B8C2-521D45FDE29C}" dt="2023-10-30T03:26:18.778" v="2" actId="47"/>
        <pc:sldMkLst>
          <pc:docMk/>
          <pc:sldMk cId="0" sldId="470"/>
        </pc:sldMkLst>
      </pc:sldChg>
      <pc:sldChg chg="del">
        <pc:chgData name="Zailan Arabee Abdul Salam" userId="5bc04053-34d1-46af-a9d4-ff754460ad4b" providerId="ADAL" clId="{A2B7F123-4DA0-45CE-B8C2-521D45FDE29C}" dt="2023-10-30T03:26:18.778" v="2" actId="47"/>
        <pc:sldMkLst>
          <pc:docMk/>
          <pc:sldMk cId="0" sldId="471"/>
        </pc:sldMkLst>
      </pc:sldChg>
      <pc:sldChg chg="del">
        <pc:chgData name="Zailan Arabee Abdul Salam" userId="5bc04053-34d1-46af-a9d4-ff754460ad4b" providerId="ADAL" clId="{A2B7F123-4DA0-45CE-B8C2-521D45FDE29C}" dt="2023-10-30T03:26:18.778" v="2" actId="47"/>
        <pc:sldMkLst>
          <pc:docMk/>
          <pc:sldMk cId="0" sldId="472"/>
        </pc:sldMkLst>
      </pc:sldChg>
      <pc:sldChg chg="del">
        <pc:chgData name="Zailan Arabee Abdul Salam" userId="5bc04053-34d1-46af-a9d4-ff754460ad4b" providerId="ADAL" clId="{A2B7F123-4DA0-45CE-B8C2-521D45FDE29C}" dt="2023-10-30T03:26:18.778" v="2" actId="47"/>
        <pc:sldMkLst>
          <pc:docMk/>
          <pc:sldMk cId="0" sldId="473"/>
        </pc:sldMkLst>
      </pc:sldChg>
      <pc:sldChg chg="del">
        <pc:chgData name="Zailan Arabee Abdul Salam" userId="5bc04053-34d1-46af-a9d4-ff754460ad4b" providerId="ADAL" clId="{A2B7F123-4DA0-45CE-B8C2-521D45FDE29C}" dt="2023-10-30T03:26:18.778" v="2" actId="47"/>
        <pc:sldMkLst>
          <pc:docMk/>
          <pc:sldMk cId="0" sldId="474"/>
        </pc:sldMkLst>
      </pc:sldChg>
      <pc:sldChg chg="del">
        <pc:chgData name="Zailan Arabee Abdul Salam" userId="5bc04053-34d1-46af-a9d4-ff754460ad4b" providerId="ADAL" clId="{A2B7F123-4DA0-45CE-B8C2-521D45FDE29C}" dt="2023-10-30T03:26:18.778" v="2" actId="47"/>
        <pc:sldMkLst>
          <pc:docMk/>
          <pc:sldMk cId="0" sldId="475"/>
        </pc:sldMkLst>
      </pc:sldChg>
      <pc:sldChg chg="del">
        <pc:chgData name="Zailan Arabee Abdul Salam" userId="5bc04053-34d1-46af-a9d4-ff754460ad4b" providerId="ADAL" clId="{A2B7F123-4DA0-45CE-B8C2-521D45FDE29C}" dt="2023-10-30T03:26:18.778" v="2" actId="47"/>
        <pc:sldMkLst>
          <pc:docMk/>
          <pc:sldMk cId="0" sldId="476"/>
        </pc:sldMkLst>
      </pc:sldChg>
      <pc:sldChg chg="del">
        <pc:chgData name="Zailan Arabee Abdul Salam" userId="5bc04053-34d1-46af-a9d4-ff754460ad4b" providerId="ADAL" clId="{A2B7F123-4DA0-45CE-B8C2-521D45FDE29C}" dt="2023-10-30T03:26:18.778" v="2" actId="47"/>
        <pc:sldMkLst>
          <pc:docMk/>
          <pc:sldMk cId="0" sldId="477"/>
        </pc:sldMkLst>
      </pc:sldChg>
      <pc:sldChg chg="del">
        <pc:chgData name="Zailan Arabee Abdul Salam" userId="5bc04053-34d1-46af-a9d4-ff754460ad4b" providerId="ADAL" clId="{A2B7F123-4DA0-45CE-B8C2-521D45FDE29C}" dt="2023-10-30T03:26:18.778" v="2" actId="47"/>
        <pc:sldMkLst>
          <pc:docMk/>
          <pc:sldMk cId="0" sldId="478"/>
        </pc:sldMkLst>
      </pc:sldChg>
      <pc:sldChg chg="del">
        <pc:chgData name="Zailan Arabee Abdul Salam" userId="5bc04053-34d1-46af-a9d4-ff754460ad4b" providerId="ADAL" clId="{A2B7F123-4DA0-45CE-B8C2-521D45FDE29C}" dt="2023-10-30T03:26:18.778" v="2" actId="47"/>
        <pc:sldMkLst>
          <pc:docMk/>
          <pc:sldMk cId="0" sldId="480"/>
        </pc:sldMkLst>
      </pc:sldChg>
      <pc:sldChg chg="del">
        <pc:chgData name="Zailan Arabee Abdul Salam" userId="5bc04053-34d1-46af-a9d4-ff754460ad4b" providerId="ADAL" clId="{A2B7F123-4DA0-45CE-B8C2-521D45FDE29C}" dt="2023-10-30T03:26:18.778" v="2" actId="47"/>
        <pc:sldMkLst>
          <pc:docMk/>
          <pc:sldMk cId="0" sldId="481"/>
        </pc:sldMkLst>
      </pc:sldChg>
      <pc:sldChg chg="del">
        <pc:chgData name="Zailan Arabee Abdul Salam" userId="5bc04053-34d1-46af-a9d4-ff754460ad4b" providerId="ADAL" clId="{A2B7F123-4DA0-45CE-B8C2-521D45FDE29C}" dt="2023-10-30T03:26:18.778" v="2" actId="47"/>
        <pc:sldMkLst>
          <pc:docMk/>
          <pc:sldMk cId="0" sldId="482"/>
        </pc:sldMkLst>
      </pc:sldChg>
      <pc:sldChg chg="del">
        <pc:chgData name="Zailan Arabee Abdul Salam" userId="5bc04053-34d1-46af-a9d4-ff754460ad4b" providerId="ADAL" clId="{A2B7F123-4DA0-45CE-B8C2-521D45FDE29C}" dt="2023-10-30T03:26:18.778" v="2" actId="47"/>
        <pc:sldMkLst>
          <pc:docMk/>
          <pc:sldMk cId="3564082965" sldId="485"/>
        </pc:sldMkLst>
      </pc:sldChg>
      <pc:sldChg chg="del">
        <pc:chgData name="Zailan Arabee Abdul Salam" userId="5bc04053-34d1-46af-a9d4-ff754460ad4b" providerId="ADAL" clId="{A2B7F123-4DA0-45CE-B8C2-521D45FDE29C}" dt="2023-10-30T03:26:18.778" v="2" actId="47"/>
        <pc:sldMkLst>
          <pc:docMk/>
          <pc:sldMk cId="3254383725" sldId="486"/>
        </pc:sldMkLst>
      </pc:sldChg>
      <pc:sldChg chg="del">
        <pc:chgData name="Zailan Arabee Abdul Salam" userId="5bc04053-34d1-46af-a9d4-ff754460ad4b" providerId="ADAL" clId="{A2B7F123-4DA0-45CE-B8C2-521D45FDE29C}" dt="2023-10-30T03:26:18.778" v="2" actId="47"/>
        <pc:sldMkLst>
          <pc:docMk/>
          <pc:sldMk cId="1414928201" sldId="487"/>
        </pc:sldMkLst>
      </pc:sldChg>
      <pc:sldChg chg="del">
        <pc:chgData name="Zailan Arabee Abdul Salam" userId="5bc04053-34d1-46af-a9d4-ff754460ad4b" providerId="ADAL" clId="{A2B7F123-4DA0-45CE-B8C2-521D45FDE29C}" dt="2023-10-30T03:26:18.778" v="2" actId="47"/>
        <pc:sldMkLst>
          <pc:docMk/>
          <pc:sldMk cId="1439302342" sldId="488"/>
        </pc:sldMkLst>
      </pc:sldChg>
      <pc:sldChg chg="del">
        <pc:chgData name="Zailan Arabee Abdul Salam" userId="5bc04053-34d1-46af-a9d4-ff754460ad4b" providerId="ADAL" clId="{A2B7F123-4DA0-45CE-B8C2-521D45FDE29C}" dt="2023-10-30T03:26:18.778" v="2" actId="47"/>
        <pc:sldMkLst>
          <pc:docMk/>
          <pc:sldMk cId="3734300543" sldId="489"/>
        </pc:sldMkLst>
      </pc:sldChg>
      <pc:sldChg chg="del">
        <pc:chgData name="Zailan Arabee Abdul Salam" userId="5bc04053-34d1-46af-a9d4-ff754460ad4b" providerId="ADAL" clId="{A2B7F123-4DA0-45CE-B8C2-521D45FDE29C}" dt="2023-10-30T03:26:18.778" v="2" actId="47"/>
        <pc:sldMkLst>
          <pc:docMk/>
          <pc:sldMk cId="1332866878" sldId="490"/>
        </pc:sldMkLst>
      </pc:sldChg>
      <pc:sldChg chg="del">
        <pc:chgData name="Zailan Arabee Abdul Salam" userId="5bc04053-34d1-46af-a9d4-ff754460ad4b" providerId="ADAL" clId="{A2B7F123-4DA0-45CE-B8C2-521D45FDE29C}" dt="2023-10-30T03:26:18.778" v="2" actId="47"/>
        <pc:sldMkLst>
          <pc:docMk/>
          <pc:sldMk cId="51422715" sldId="491"/>
        </pc:sldMkLst>
      </pc:sldChg>
      <pc:sldChg chg="add">
        <pc:chgData name="Zailan Arabee Abdul Salam" userId="5bc04053-34d1-46af-a9d4-ff754460ad4b" providerId="ADAL" clId="{A2B7F123-4DA0-45CE-B8C2-521D45FDE29C}" dt="2023-10-30T03:26:06.324" v="0"/>
        <pc:sldMkLst>
          <pc:docMk/>
          <pc:sldMk cId="3231145266" sldId="492"/>
        </pc:sldMkLst>
      </pc:sldChg>
      <pc:sldChg chg="add">
        <pc:chgData name="Zailan Arabee Abdul Salam" userId="5bc04053-34d1-46af-a9d4-ff754460ad4b" providerId="ADAL" clId="{A2B7F123-4DA0-45CE-B8C2-521D45FDE29C}" dt="2023-10-30T03:26:06.324" v="0"/>
        <pc:sldMkLst>
          <pc:docMk/>
          <pc:sldMk cId="3142129247" sldId="493"/>
        </pc:sldMkLst>
      </pc:sldChg>
      <pc:sldChg chg="add">
        <pc:chgData name="Zailan Arabee Abdul Salam" userId="5bc04053-34d1-46af-a9d4-ff754460ad4b" providerId="ADAL" clId="{A2B7F123-4DA0-45CE-B8C2-521D45FDE29C}" dt="2023-10-30T03:26:06.324" v="0"/>
        <pc:sldMkLst>
          <pc:docMk/>
          <pc:sldMk cId="1780427012" sldId="494"/>
        </pc:sldMkLst>
      </pc:sldChg>
      <pc:sldChg chg="add">
        <pc:chgData name="Zailan Arabee Abdul Salam" userId="5bc04053-34d1-46af-a9d4-ff754460ad4b" providerId="ADAL" clId="{A2B7F123-4DA0-45CE-B8C2-521D45FDE29C}" dt="2023-10-30T03:26:06.324" v="0"/>
        <pc:sldMkLst>
          <pc:docMk/>
          <pc:sldMk cId="3959013417" sldId="495"/>
        </pc:sldMkLst>
      </pc:sldChg>
      <pc:sldChg chg="add">
        <pc:chgData name="Zailan Arabee Abdul Salam" userId="5bc04053-34d1-46af-a9d4-ff754460ad4b" providerId="ADAL" clId="{A2B7F123-4DA0-45CE-B8C2-521D45FDE29C}" dt="2023-10-30T03:26:06.324" v="0"/>
        <pc:sldMkLst>
          <pc:docMk/>
          <pc:sldMk cId="2071056352" sldId="496"/>
        </pc:sldMkLst>
      </pc:sldChg>
      <pc:sldChg chg="add">
        <pc:chgData name="Zailan Arabee Abdul Salam" userId="5bc04053-34d1-46af-a9d4-ff754460ad4b" providerId="ADAL" clId="{A2B7F123-4DA0-45CE-B8C2-521D45FDE29C}" dt="2023-10-30T03:26:06.324" v="0"/>
        <pc:sldMkLst>
          <pc:docMk/>
          <pc:sldMk cId="1399879192" sldId="497"/>
        </pc:sldMkLst>
      </pc:sldChg>
      <pc:sldChg chg="del">
        <pc:chgData name="Zailan Arabee Abdul Salam" userId="5bc04053-34d1-46af-a9d4-ff754460ad4b" providerId="ADAL" clId="{A2B7F123-4DA0-45CE-B8C2-521D45FDE29C}" dt="2023-10-30T03:26:18.778" v="2" actId="47"/>
        <pc:sldMkLst>
          <pc:docMk/>
          <pc:sldMk cId="1500488050" sldId="498"/>
        </pc:sldMkLst>
      </pc:sldChg>
      <pc:sldChg chg="del">
        <pc:chgData name="Zailan Arabee Abdul Salam" userId="5bc04053-34d1-46af-a9d4-ff754460ad4b" providerId="ADAL" clId="{A2B7F123-4DA0-45CE-B8C2-521D45FDE29C}" dt="2023-10-30T03:26:18.778" v="2" actId="47"/>
        <pc:sldMkLst>
          <pc:docMk/>
          <pc:sldMk cId="2885538886" sldId="499"/>
        </pc:sldMkLst>
      </pc:sldChg>
      <pc:sldChg chg="del">
        <pc:chgData name="Zailan Arabee Abdul Salam" userId="5bc04053-34d1-46af-a9d4-ff754460ad4b" providerId="ADAL" clId="{A2B7F123-4DA0-45CE-B8C2-521D45FDE29C}" dt="2023-10-30T03:26:18.778" v="2" actId="47"/>
        <pc:sldMkLst>
          <pc:docMk/>
          <pc:sldMk cId="4062332636" sldId="500"/>
        </pc:sldMkLst>
      </pc:sldChg>
      <pc:sldChg chg="del">
        <pc:chgData name="Zailan Arabee Abdul Salam" userId="5bc04053-34d1-46af-a9d4-ff754460ad4b" providerId="ADAL" clId="{A2B7F123-4DA0-45CE-B8C2-521D45FDE29C}" dt="2023-10-30T03:26:18.778" v="2" actId="47"/>
        <pc:sldMkLst>
          <pc:docMk/>
          <pc:sldMk cId="3145781160" sldId="501"/>
        </pc:sldMkLst>
      </pc:sldChg>
      <pc:sldChg chg="del">
        <pc:chgData name="Zailan Arabee Abdul Salam" userId="5bc04053-34d1-46af-a9d4-ff754460ad4b" providerId="ADAL" clId="{A2B7F123-4DA0-45CE-B8C2-521D45FDE29C}" dt="2023-10-30T03:26:18.778" v="2" actId="47"/>
        <pc:sldMkLst>
          <pc:docMk/>
          <pc:sldMk cId="3824347951" sldId="502"/>
        </pc:sldMkLst>
      </pc:sldChg>
      <pc:sldChg chg="del">
        <pc:chgData name="Zailan Arabee Abdul Salam" userId="5bc04053-34d1-46af-a9d4-ff754460ad4b" providerId="ADAL" clId="{A2B7F123-4DA0-45CE-B8C2-521D45FDE29C}" dt="2023-10-30T03:26:18.778" v="2" actId="47"/>
        <pc:sldMkLst>
          <pc:docMk/>
          <pc:sldMk cId="3333830559" sldId="503"/>
        </pc:sldMkLst>
      </pc:sldChg>
      <pc:sldChg chg="del">
        <pc:chgData name="Zailan Arabee Abdul Salam" userId="5bc04053-34d1-46af-a9d4-ff754460ad4b" providerId="ADAL" clId="{A2B7F123-4DA0-45CE-B8C2-521D45FDE29C}" dt="2023-10-30T03:26:18.778" v="2" actId="47"/>
        <pc:sldMkLst>
          <pc:docMk/>
          <pc:sldMk cId="4126277076" sldId="504"/>
        </pc:sldMkLst>
      </pc:sldChg>
      <pc:sldChg chg="del">
        <pc:chgData name="Zailan Arabee Abdul Salam" userId="5bc04053-34d1-46af-a9d4-ff754460ad4b" providerId="ADAL" clId="{A2B7F123-4DA0-45CE-B8C2-521D45FDE29C}" dt="2023-10-30T03:26:18.778" v="2" actId="47"/>
        <pc:sldMkLst>
          <pc:docMk/>
          <pc:sldMk cId="235118991" sldId="505"/>
        </pc:sldMkLst>
      </pc:sldChg>
      <pc:sldChg chg="del">
        <pc:chgData name="Zailan Arabee Abdul Salam" userId="5bc04053-34d1-46af-a9d4-ff754460ad4b" providerId="ADAL" clId="{A2B7F123-4DA0-45CE-B8C2-521D45FDE29C}" dt="2023-10-30T03:26:18.778" v="2" actId="47"/>
        <pc:sldMkLst>
          <pc:docMk/>
          <pc:sldMk cId="4223502574" sldId="506"/>
        </pc:sldMkLst>
      </pc:sldChg>
      <pc:sldChg chg="del">
        <pc:chgData name="Zailan Arabee Abdul Salam" userId="5bc04053-34d1-46af-a9d4-ff754460ad4b" providerId="ADAL" clId="{A2B7F123-4DA0-45CE-B8C2-521D45FDE29C}" dt="2023-10-30T03:26:18.778" v="2" actId="47"/>
        <pc:sldMkLst>
          <pc:docMk/>
          <pc:sldMk cId="2370038255" sldId="507"/>
        </pc:sldMkLst>
      </pc:sldChg>
      <pc:sldChg chg="del">
        <pc:chgData name="Zailan Arabee Abdul Salam" userId="5bc04053-34d1-46af-a9d4-ff754460ad4b" providerId="ADAL" clId="{A2B7F123-4DA0-45CE-B8C2-521D45FDE29C}" dt="2023-10-30T03:26:18.778" v="2" actId="47"/>
        <pc:sldMkLst>
          <pc:docMk/>
          <pc:sldMk cId="1998009960" sldId="508"/>
        </pc:sldMkLst>
      </pc:sldChg>
      <pc:sldChg chg="del">
        <pc:chgData name="Zailan Arabee Abdul Salam" userId="5bc04053-34d1-46af-a9d4-ff754460ad4b" providerId="ADAL" clId="{A2B7F123-4DA0-45CE-B8C2-521D45FDE29C}" dt="2023-10-30T03:26:18.778" v="2" actId="47"/>
        <pc:sldMkLst>
          <pc:docMk/>
          <pc:sldMk cId="1140105713" sldId="509"/>
        </pc:sldMkLst>
      </pc:sldChg>
      <pc:sldChg chg="del">
        <pc:chgData name="Zailan Arabee Abdul Salam" userId="5bc04053-34d1-46af-a9d4-ff754460ad4b" providerId="ADAL" clId="{A2B7F123-4DA0-45CE-B8C2-521D45FDE29C}" dt="2023-10-30T03:26:18.778" v="2" actId="47"/>
        <pc:sldMkLst>
          <pc:docMk/>
          <pc:sldMk cId="3367596249" sldId="510"/>
        </pc:sldMkLst>
      </pc:sldChg>
      <pc:sldChg chg="del">
        <pc:chgData name="Zailan Arabee Abdul Salam" userId="5bc04053-34d1-46af-a9d4-ff754460ad4b" providerId="ADAL" clId="{A2B7F123-4DA0-45CE-B8C2-521D45FDE29C}" dt="2023-10-30T03:26:18.778" v="2" actId="47"/>
        <pc:sldMkLst>
          <pc:docMk/>
          <pc:sldMk cId="1715310179" sldId="512"/>
        </pc:sldMkLst>
      </pc:sldChg>
      <pc:sldChg chg="del">
        <pc:chgData name="Zailan Arabee Abdul Salam" userId="5bc04053-34d1-46af-a9d4-ff754460ad4b" providerId="ADAL" clId="{A2B7F123-4DA0-45CE-B8C2-521D45FDE29C}" dt="2023-10-30T03:26:18.778" v="2" actId="47"/>
        <pc:sldMkLst>
          <pc:docMk/>
          <pc:sldMk cId="2439912198" sldId="513"/>
        </pc:sldMkLst>
      </pc:sldChg>
      <pc:sldChg chg="del">
        <pc:chgData name="Zailan Arabee Abdul Salam" userId="5bc04053-34d1-46af-a9d4-ff754460ad4b" providerId="ADAL" clId="{A2B7F123-4DA0-45CE-B8C2-521D45FDE29C}" dt="2023-10-30T03:26:18.778" v="2" actId="47"/>
        <pc:sldMkLst>
          <pc:docMk/>
          <pc:sldMk cId="2911786166" sldId="514"/>
        </pc:sldMkLst>
      </pc:sldChg>
      <pc:sldChg chg="add">
        <pc:chgData name="Zailan Arabee Abdul Salam" userId="5bc04053-34d1-46af-a9d4-ff754460ad4b" providerId="ADAL" clId="{A2B7F123-4DA0-45CE-B8C2-521D45FDE29C}" dt="2023-10-30T03:26:06.324" v="0"/>
        <pc:sldMkLst>
          <pc:docMk/>
          <pc:sldMk cId="2660146254" sldId="531"/>
        </pc:sldMkLst>
      </pc:sldChg>
      <pc:sldChg chg="add">
        <pc:chgData name="Zailan Arabee Abdul Salam" userId="5bc04053-34d1-46af-a9d4-ff754460ad4b" providerId="ADAL" clId="{A2B7F123-4DA0-45CE-B8C2-521D45FDE29C}" dt="2023-10-30T03:26:06.324" v="0"/>
        <pc:sldMkLst>
          <pc:docMk/>
          <pc:sldMk cId="1056397220" sldId="532"/>
        </pc:sldMkLst>
      </pc:sldChg>
      <pc:sldChg chg="add">
        <pc:chgData name="Zailan Arabee Abdul Salam" userId="5bc04053-34d1-46af-a9d4-ff754460ad4b" providerId="ADAL" clId="{A2B7F123-4DA0-45CE-B8C2-521D45FDE29C}" dt="2023-10-30T03:26:06.324" v="0"/>
        <pc:sldMkLst>
          <pc:docMk/>
          <pc:sldMk cId="2738791202" sldId="533"/>
        </pc:sldMkLst>
      </pc:sldChg>
      <pc:sldChg chg="add">
        <pc:chgData name="Zailan Arabee Abdul Salam" userId="5bc04053-34d1-46af-a9d4-ff754460ad4b" providerId="ADAL" clId="{A2B7F123-4DA0-45CE-B8C2-521D45FDE29C}" dt="2023-10-30T03:26:06.324" v="0"/>
        <pc:sldMkLst>
          <pc:docMk/>
          <pc:sldMk cId="3145607291" sldId="534"/>
        </pc:sldMkLst>
      </pc:sldChg>
      <pc:sldChg chg="add">
        <pc:chgData name="Zailan Arabee Abdul Salam" userId="5bc04053-34d1-46af-a9d4-ff754460ad4b" providerId="ADAL" clId="{A2B7F123-4DA0-45CE-B8C2-521D45FDE29C}" dt="2023-10-30T03:26:06.324" v="0"/>
        <pc:sldMkLst>
          <pc:docMk/>
          <pc:sldMk cId="0" sldId="569"/>
        </pc:sldMkLst>
      </pc:sldChg>
      <pc:sldChg chg="add">
        <pc:chgData name="Zailan Arabee Abdul Salam" userId="5bc04053-34d1-46af-a9d4-ff754460ad4b" providerId="ADAL" clId="{A2B7F123-4DA0-45CE-B8C2-521D45FDE29C}" dt="2023-10-30T03:26:06.324" v="0"/>
        <pc:sldMkLst>
          <pc:docMk/>
          <pc:sldMk cId="0" sldId="577"/>
        </pc:sldMkLst>
      </pc:sldChg>
      <pc:sldChg chg="add">
        <pc:chgData name="Zailan Arabee Abdul Salam" userId="5bc04053-34d1-46af-a9d4-ff754460ad4b" providerId="ADAL" clId="{A2B7F123-4DA0-45CE-B8C2-521D45FDE29C}" dt="2023-10-30T03:26:06.324" v="0"/>
        <pc:sldMkLst>
          <pc:docMk/>
          <pc:sldMk cId="0" sldId="578"/>
        </pc:sldMkLst>
      </pc:sldChg>
      <pc:sldChg chg="add">
        <pc:chgData name="Zailan Arabee Abdul Salam" userId="5bc04053-34d1-46af-a9d4-ff754460ad4b" providerId="ADAL" clId="{A2B7F123-4DA0-45CE-B8C2-521D45FDE29C}" dt="2023-10-30T03:26:06.324" v="0"/>
        <pc:sldMkLst>
          <pc:docMk/>
          <pc:sldMk cId="0" sldId="579"/>
        </pc:sldMkLst>
      </pc:sldChg>
      <pc:sldChg chg="add">
        <pc:chgData name="Zailan Arabee Abdul Salam" userId="5bc04053-34d1-46af-a9d4-ff754460ad4b" providerId="ADAL" clId="{A2B7F123-4DA0-45CE-B8C2-521D45FDE29C}" dt="2023-10-30T03:26:06.324" v="0"/>
        <pc:sldMkLst>
          <pc:docMk/>
          <pc:sldMk cId="0" sldId="580"/>
        </pc:sldMkLst>
      </pc:sldChg>
      <pc:sldChg chg="add">
        <pc:chgData name="Zailan Arabee Abdul Salam" userId="5bc04053-34d1-46af-a9d4-ff754460ad4b" providerId="ADAL" clId="{A2B7F123-4DA0-45CE-B8C2-521D45FDE29C}" dt="2023-10-30T03:26:06.324" v="0"/>
        <pc:sldMkLst>
          <pc:docMk/>
          <pc:sldMk cId="1257055625" sldId="1200"/>
        </pc:sldMkLst>
      </pc:sldChg>
      <pc:sldChg chg="add">
        <pc:chgData name="Zailan Arabee Abdul Salam" userId="5bc04053-34d1-46af-a9d4-ff754460ad4b" providerId="ADAL" clId="{A2B7F123-4DA0-45CE-B8C2-521D45FDE29C}" dt="2023-10-30T03:26:06.324" v="0"/>
        <pc:sldMkLst>
          <pc:docMk/>
          <pc:sldMk cId="1620312096" sldId="1201"/>
        </pc:sldMkLst>
      </pc:sldChg>
      <pc:sldChg chg="add">
        <pc:chgData name="Zailan Arabee Abdul Salam" userId="5bc04053-34d1-46af-a9d4-ff754460ad4b" providerId="ADAL" clId="{A2B7F123-4DA0-45CE-B8C2-521D45FDE29C}" dt="2023-10-30T03:26:06.324" v="0"/>
        <pc:sldMkLst>
          <pc:docMk/>
          <pc:sldMk cId="942685393" sldId="1202"/>
        </pc:sldMkLst>
      </pc:sldChg>
      <pc:sldChg chg="add">
        <pc:chgData name="Zailan Arabee Abdul Salam" userId="5bc04053-34d1-46af-a9d4-ff754460ad4b" providerId="ADAL" clId="{A2B7F123-4DA0-45CE-B8C2-521D45FDE29C}" dt="2023-10-30T03:26:06.324" v="0"/>
        <pc:sldMkLst>
          <pc:docMk/>
          <pc:sldMk cId="88058532" sldId="1211"/>
        </pc:sldMkLst>
      </pc:sldChg>
      <pc:sldChg chg="add">
        <pc:chgData name="Zailan Arabee Abdul Salam" userId="5bc04053-34d1-46af-a9d4-ff754460ad4b" providerId="ADAL" clId="{A2B7F123-4DA0-45CE-B8C2-521D45FDE29C}" dt="2023-10-30T03:26:06.324" v="0"/>
        <pc:sldMkLst>
          <pc:docMk/>
          <pc:sldMk cId="2240314709" sldId="1212"/>
        </pc:sldMkLst>
      </pc:sldChg>
      <pc:sldChg chg="add">
        <pc:chgData name="Zailan Arabee Abdul Salam" userId="5bc04053-34d1-46af-a9d4-ff754460ad4b" providerId="ADAL" clId="{A2B7F123-4DA0-45CE-B8C2-521D45FDE29C}" dt="2023-10-30T03:26:06.324" v="0"/>
        <pc:sldMkLst>
          <pc:docMk/>
          <pc:sldMk cId="4226352155" sldId="1213"/>
        </pc:sldMkLst>
      </pc:sldChg>
      <pc:sldChg chg="add">
        <pc:chgData name="Zailan Arabee Abdul Salam" userId="5bc04053-34d1-46af-a9d4-ff754460ad4b" providerId="ADAL" clId="{A2B7F123-4DA0-45CE-B8C2-521D45FDE29C}" dt="2023-10-30T03:26:06.324" v="0"/>
        <pc:sldMkLst>
          <pc:docMk/>
          <pc:sldMk cId="451448939" sldId="1214"/>
        </pc:sldMkLst>
      </pc:sldChg>
      <pc:sldChg chg="add">
        <pc:chgData name="Zailan Arabee Abdul Salam" userId="5bc04053-34d1-46af-a9d4-ff754460ad4b" providerId="ADAL" clId="{A2B7F123-4DA0-45CE-B8C2-521D45FDE29C}" dt="2023-10-30T03:26:06.324" v="0"/>
        <pc:sldMkLst>
          <pc:docMk/>
          <pc:sldMk cId="157944733" sldId="1215"/>
        </pc:sldMkLst>
      </pc:sldChg>
      <pc:sldChg chg="add">
        <pc:chgData name="Zailan Arabee Abdul Salam" userId="5bc04053-34d1-46af-a9d4-ff754460ad4b" providerId="ADAL" clId="{A2B7F123-4DA0-45CE-B8C2-521D45FDE29C}" dt="2023-10-30T03:26:06.324" v="0"/>
        <pc:sldMkLst>
          <pc:docMk/>
          <pc:sldMk cId="1339351395" sldId="1216"/>
        </pc:sldMkLst>
      </pc:sldChg>
      <pc:sldChg chg="add">
        <pc:chgData name="Zailan Arabee Abdul Salam" userId="5bc04053-34d1-46af-a9d4-ff754460ad4b" providerId="ADAL" clId="{A2B7F123-4DA0-45CE-B8C2-521D45FDE29C}" dt="2023-10-30T03:26:06.324" v="0"/>
        <pc:sldMkLst>
          <pc:docMk/>
          <pc:sldMk cId="1222543335" sldId="1217"/>
        </pc:sldMkLst>
      </pc:sldChg>
      <pc:sldChg chg="add">
        <pc:chgData name="Zailan Arabee Abdul Salam" userId="5bc04053-34d1-46af-a9d4-ff754460ad4b" providerId="ADAL" clId="{A2B7F123-4DA0-45CE-B8C2-521D45FDE29C}" dt="2023-10-30T03:26:06.324" v="0"/>
        <pc:sldMkLst>
          <pc:docMk/>
          <pc:sldMk cId="2574055479" sldId="1219"/>
        </pc:sldMkLst>
      </pc:sldChg>
      <pc:sldChg chg="add">
        <pc:chgData name="Zailan Arabee Abdul Salam" userId="5bc04053-34d1-46af-a9d4-ff754460ad4b" providerId="ADAL" clId="{A2B7F123-4DA0-45CE-B8C2-521D45FDE29C}" dt="2023-10-30T03:26:06.324" v="0"/>
        <pc:sldMkLst>
          <pc:docMk/>
          <pc:sldMk cId="2543552459" sldId="1220"/>
        </pc:sldMkLst>
      </pc:sldChg>
      <pc:sldChg chg="add">
        <pc:chgData name="Zailan Arabee Abdul Salam" userId="5bc04053-34d1-46af-a9d4-ff754460ad4b" providerId="ADAL" clId="{A2B7F123-4DA0-45CE-B8C2-521D45FDE29C}" dt="2023-10-30T03:26:06.324" v="0"/>
        <pc:sldMkLst>
          <pc:docMk/>
          <pc:sldMk cId="158344780" sldId="1221"/>
        </pc:sldMkLst>
      </pc:sldChg>
      <pc:sldChg chg="add">
        <pc:chgData name="Zailan Arabee Abdul Salam" userId="5bc04053-34d1-46af-a9d4-ff754460ad4b" providerId="ADAL" clId="{A2B7F123-4DA0-45CE-B8C2-521D45FDE29C}" dt="2023-10-30T03:26:06.324" v="0"/>
        <pc:sldMkLst>
          <pc:docMk/>
          <pc:sldMk cId="3293834506" sldId="1222"/>
        </pc:sldMkLst>
      </pc:sldChg>
      <pc:sldChg chg="add">
        <pc:chgData name="Zailan Arabee Abdul Salam" userId="5bc04053-34d1-46af-a9d4-ff754460ad4b" providerId="ADAL" clId="{A2B7F123-4DA0-45CE-B8C2-521D45FDE29C}" dt="2023-10-30T03:26:06.324" v="0"/>
        <pc:sldMkLst>
          <pc:docMk/>
          <pc:sldMk cId="1777901036" sldId="1223"/>
        </pc:sldMkLst>
      </pc:sldChg>
      <pc:sldChg chg="add">
        <pc:chgData name="Zailan Arabee Abdul Salam" userId="5bc04053-34d1-46af-a9d4-ff754460ad4b" providerId="ADAL" clId="{A2B7F123-4DA0-45CE-B8C2-521D45FDE29C}" dt="2023-10-30T03:26:06.324" v="0"/>
        <pc:sldMkLst>
          <pc:docMk/>
          <pc:sldMk cId="764643366" sldId="1224"/>
        </pc:sldMkLst>
      </pc:sldChg>
      <pc:sldChg chg="add">
        <pc:chgData name="Zailan Arabee Abdul Salam" userId="5bc04053-34d1-46af-a9d4-ff754460ad4b" providerId="ADAL" clId="{A2B7F123-4DA0-45CE-B8C2-521D45FDE29C}" dt="2023-10-30T03:26:06.324" v="0"/>
        <pc:sldMkLst>
          <pc:docMk/>
          <pc:sldMk cId="2367724023" sldId="1225"/>
        </pc:sldMkLst>
      </pc:sldChg>
      <pc:sldChg chg="add">
        <pc:chgData name="Zailan Arabee Abdul Salam" userId="5bc04053-34d1-46af-a9d4-ff754460ad4b" providerId="ADAL" clId="{A2B7F123-4DA0-45CE-B8C2-521D45FDE29C}" dt="2023-10-30T03:26:06.324" v="0"/>
        <pc:sldMkLst>
          <pc:docMk/>
          <pc:sldMk cId="936123331" sldId="1226"/>
        </pc:sldMkLst>
      </pc:sldChg>
      <pc:sldChg chg="add">
        <pc:chgData name="Zailan Arabee Abdul Salam" userId="5bc04053-34d1-46af-a9d4-ff754460ad4b" providerId="ADAL" clId="{A2B7F123-4DA0-45CE-B8C2-521D45FDE29C}" dt="2023-10-30T03:26:06.324" v="0"/>
        <pc:sldMkLst>
          <pc:docMk/>
          <pc:sldMk cId="1600039276" sldId="1227"/>
        </pc:sldMkLst>
      </pc:sldChg>
      <pc:sldChg chg="add">
        <pc:chgData name="Zailan Arabee Abdul Salam" userId="5bc04053-34d1-46af-a9d4-ff754460ad4b" providerId="ADAL" clId="{A2B7F123-4DA0-45CE-B8C2-521D45FDE29C}" dt="2023-10-30T03:26:06.324" v="0"/>
        <pc:sldMkLst>
          <pc:docMk/>
          <pc:sldMk cId="4158129888" sldId="1229"/>
        </pc:sldMkLst>
      </pc:sldChg>
      <pc:sldChg chg="add">
        <pc:chgData name="Zailan Arabee Abdul Salam" userId="5bc04053-34d1-46af-a9d4-ff754460ad4b" providerId="ADAL" clId="{A2B7F123-4DA0-45CE-B8C2-521D45FDE29C}" dt="2023-10-30T03:26:06.324" v="0"/>
        <pc:sldMkLst>
          <pc:docMk/>
          <pc:sldMk cId="1283043137" sldId="1230"/>
        </pc:sldMkLst>
      </pc:sldChg>
      <pc:sldChg chg="add">
        <pc:chgData name="Zailan Arabee Abdul Salam" userId="5bc04053-34d1-46af-a9d4-ff754460ad4b" providerId="ADAL" clId="{A2B7F123-4DA0-45CE-B8C2-521D45FDE29C}" dt="2023-10-30T03:26:06.324" v="0"/>
        <pc:sldMkLst>
          <pc:docMk/>
          <pc:sldMk cId="3745391551" sldId="1231"/>
        </pc:sldMkLst>
      </pc:sldChg>
      <pc:sldChg chg="add">
        <pc:chgData name="Zailan Arabee Abdul Salam" userId="5bc04053-34d1-46af-a9d4-ff754460ad4b" providerId="ADAL" clId="{A2B7F123-4DA0-45CE-B8C2-521D45FDE29C}" dt="2023-10-30T03:26:06.324" v="0"/>
        <pc:sldMkLst>
          <pc:docMk/>
          <pc:sldMk cId="536754208" sldId="1232"/>
        </pc:sldMkLst>
      </pc:sldChg>
      <pc:sldChg chg="add">
        <pc:chgData name="Zailan Arabee Abdul Salam" userId="5bc04053-34d1-46af-a9d4-ff754460ad4b" providerId="ADAL" clId="{A2B7F123-4DA0-45CE-B8C2-521D45FDE29C}" dt="2023-10-30T03:26:06.324" v="0"/>
        <pc:sldMkLst>
          <pc:docMk/>
          <pc:sldMk cId="2081593252" sldId="1234"/>
        </pc:sldMkLst>
      </pc:sldChg>
      <pc:sldChg chg="add">
        <pc:chgData name="Zailan Arabee Abdul Salam" userId="5bc04053-34d1-46af-a9d4-ff754460ad4b" providerId="ADAL" clId="{A2B7F123-4DA0-45CE-B8C2-521D45FDE29C}" dt="2023-10-30T03:26:06.324" v="0"/>
        <pc:sldMkLst>
          <pc:docMk/>
          <pc:sldMk cId="474274139" sldId="1235"/>
        </pc:sldMkLst>
      </pc:sldChg>
      <pc:sldChg chg="add">
        <pc:chgData name="Zailan Arabee Abdul Salam" userId="5bc04053-34d1-46af-a9d4-ff754460ad4b" providerId="ADAL" clId="{A2B7F123-4DA0-45CE-B8C2-521D45FDE29C}" dt="2023-10-30T03:26:06.324" v="0"/>
        <pc:sldMkLst>
          <pc:docMk/>
          <pc:sldMk cId="2560256601" sldId="1238"/>
        </pc:sldMkLst>
      </pc:sldChg>
      <pc:sldChg chg="del">
        <pc:chgData name="Zailan Arabee Abdul Salam" userId="5bc04053-34d1-46af-a9d4-ff754460ad4b" providerId="ADAL" clId="{A2B7F123-4DA0-45CE-B8C2-521D45FDE29C}" dt="2023-10-30T03:26:18.778" v="2" actId="47"/>
        <pc:sldMkLst>
          <pc:docMk/>
          <pc:sldMk cId="2066858650" sldId="1891"/>
        </pc:sldMkLst>
      </pc:sldChg>
      <pc:sldChg chg="del">
        <pc:chgData name="Zailan Arabee Abdul Salam" userId="5bc04053-34d1-46af-a9d4-ff754460ad4b" providerId="ADAL" clId="{A2B7F123-4DA0-45CE-B8C2-521D45FDE29C}" dt="2023-10-30T03:26:18.778" v="2" actId="47"/>
        <pc:sldMkLst>
          <pc:docMk/>
          <pc:sldMk cId="2774009567" sldId="1892"/>
        </pc:sldMkLst>
      </pc:sldChg>
      <pc:sldChg chg="del">
        <pc:chgData name="Zailan Arabee Abdul Salam" userId="5bc04053-34d1-46af-a9d4-ff754460ad4b" providerId="ADAL" clId="{A2B7F123-4DA0-45CE-B8C2-521D45FDE29C}" dt="2023-10-30T03:26:18.778" v="2" actId="47"/>
        <pc:sldMkLst>
          <pc:docMk/>
          <pc:sldMk cId="3477102949" sldId="1893"/>
        </pc:sldMkLst>
      </pc:sldChg>
      <pc:sldChg chg="del">
        <pc:chgData name="Zailan Arabee Abdul Salam" userId="5bc04053-34d1-46af-a9d4-ff754460ad4b" providerId="ADAL" clId="{A2B7F123-4DA0-45CE-B8C2-521D45FDE29C}" dt="2023-10-30T03:26:18.778" v="2" actId="47"/>
        <pc:sldMkLst>
          <pc:docMk/>
          <pc:sldMk cId="1208853802" sldId="1898"/>
        </pc:sldMkLst>
      </pc:sldChg>
      <pc:sldChg chg="del">
        <pc:chgData name="Zailan Arabee Abdul Salam" userId="5bc04053-34d1-46af-a9d4-ff754460ad4b" providerId="ADAL" clId="{A2B7F123-4DA0-45CE-B8C2-521D45FDE29C}" dt="2023-10-30T03:26:18.778" v="2" actId="47"/>
        <pc:sldMkLst>
          <pc:docMk/>
          <pc:sldMk cId="2426269947" sldId="1899"/>
        </pc:sldMkLst>
      </pc:sldChg>
      <pc:sldChg chg="del">
        <pc:chgData name="Zailan Arabee Abdul Salam" userId="5bc04053-34d1-46af-a9d4-ff754460ad4b" providerId="ADAL" clId="{A2B7F123-4DA0-45CE-B8C2-521D45FDE29C}" dt="2023-10-30T03:26:18.778" v="2" actId="47"/>
        <pc:sldMkLst>
          <pc:docMk/>
          <pc:sldMk cId="2377559160" sldId="1901"/>
        </pc:sldMkLst>
      </pc:sldChg>
      <pc:sldChg chg="del">
        <pc:chgData name="Zailan Arabee Abdul Salam" userId="5bc04053-34d1-46af-a9d4-ff754460ad4b" providerId="ADAL" clId="{A2B7F123-4DA0-45CE-B8C2-521D45FDE29C}" dt="2023-10-30T03:26:18.778" v="2" actId="47"/>
        <pc:sldMkLst>
          <pc:docMk/>
          <pc:sldMk cId="1302651925" sldId="1902"/>
        </pc:sldMkLst>
      </pc:sldChg>
      <pc:sldChg chg="del">
        <pc:chgData name="Zailan Arabee Abdul Salam" userId="5bc04053-34d1-46af-a9d4-ff754460ad4b" providerId="ADAL" clId="{A2B7F123-4DA0-45CE-B8C2-521D45FDE29C}" dt="2023-10-30T03:26:18.778" v="2" actId="47"/>
        <pc:sldMkLst>
          <pc:docMk/>
          <pc:sldMk cId="1917068273" sldId="1903"/>
        </pc:sldMkLst>
      </pc:sldChg>
      <pc:sldChg chg="del">
        <pc:chgData name="Zailan Arabee Abdul Salam" userId="5bc04053-34d1-46af-a9d4-ff754460ad4b" providerId="ADAL" clId="{A2B7F123-4DA0-45CE-B8C2-521D45FDE29C}" dt="2023-10-30T03:26:18.778" v="2" actId="47"/>
        <pc:sldMkLst>
          <pc:docMk/>
          <pc:sldMk cId="3895380168" sldId="1905"/>
        </pc:sldMkLst>
      </pc:sldChg>
      <pc:sldChg chg="del">
        <pc:chgData name="Zailan Arabee Abdul Salam" userId="5bc04053-34d1-46af-a9d4-ff754460ad4b" providerId="ADAL" clId="{A2B7F123-4DA0-45CE-B8C2-521D45FDE29C}" dt="2023-10-30T03:26:18.778" v="2" actId="47"/>
        <pc:sldMkLst>
          <pc:docMk/>
          <pc:sldMk cId="4255597957" sldId="1908"/>
        </pc:sldMkLst>
      </pc:sldChg>
      <pc:sldChg chg="del">
        <pc:chgData name="Zailan Arabee Abdul Salam" userId="5bc04053-34d1-46af-a9d4-ff754460ad4b" providerId="ADAL" clId="{A2B7F123-4DA0-45CE-B8C2-521D45FDE29C}" dt="2023-10-30T03:26:18.778" v="2" actId="47"/>
        <pc:sldMkLst>
          <pc:docMk/>
          <pc:sldMk cId="3773843950" sldId="1910"/>
        </pc:sldMkLst>
      </pc:sldChg>
      <pc:sldChg chg="del">
        <pc:chgData name="Zailan Arabee Abdul Salam" userId="5bc04053-34d1-46af-a9d4-ff754460ad4b" providerId="ADAL" clId="{A2B7F123-4DA0-45CE-B8C2-521D45FDE29C}" dt="2023-10-30T03:26:18.778" v="2" actId="47"/>
        <pc:sldMkLst>
          <pc:docMk/>
          <pc:sldMk cId="4230886124" sldId="1911"/>
        </pc:sldMkLst>
      </pc:sldChg>
      <pc:sldChg chg="del">
        <pc:chgData name="Zailan Arabee Abdul Salam" userId="5bc04053-34d1-46af-a9d4-ff754460ad4b" providerId="ADAL" clId="{A2B7F123-4DA0-45CE-B8C2-521D45FDE29C}" dt="2023-10-30T03:26:18.778" v="2" actId="47"/>
        <pc:sldMkLst>
          <pc:docMk/>
          <pc:sldMk cId="4072523526" sldId="1913"/>
        </pc:sldMkLst>
      </pc:sldChg>
      <pc:sldChg chg="del">
        <pc:chgData name="Zailan Arabee Abdul Salam" userId="5bc04053-34d1-46af-a9d4-ff754460ad4b" providerId="ADAL" clId="{A2B7F123-4DA0-45CE-B8C2-521D45FDE29C}" dt="2023-10-30T03:26:18.778" v="2" actId="47"/>
        <pc:sldMkLst>
          <pc:docMk/>
          <pc:sldMk cId="851357154" sldId="1914"/>
        </pc:sldMkLst>
      </pc:sldChg>
      <pc:sldChg chg="del">
        <pc:chgData name="Zailan Arabee Abdul Salam" userId="5bc04053-34d1-46af-a9d4-ff754460ad4b" providerId="ADAL" clId="{A2B7F123-4DA0-45CE-B8C2-521D45FDE29C}" dt="2023-10-30T03:26:18.778" v="2" actId="47"/>
        <pc:sldMkLst>
          <pc:docMk/>
          <pc:sldMk cId="298809152" sldId="1915"/>
        </pc:sldMkLst>
      </pc:sldChg>
      <pc:sldChg chg="del">
        <pc:chgData name="Zailan Arabee Abdul Salam" userId="5bc04053-34d1-46af-a9d4-ff754460ad4b" providerId="ADAL" clId="{A2B7F123-4DA0-45CE-B8C2-521D45FDE29C}" dt="2023-10-30T03:26:18.778" v="2" actId="47"/>
        <pc:sldMkLst>
          <pc:docMk/>
          <pc:sldMk cId="0" sldId="1916"/>
        </pc:sldMkLst>
      </pc:sldChg>
      <pc:sldChg chg="del">
        <pc:chgData name="Zailan Arabee Abdul Salam" userId="5bc04053-34d1-46af-a9d4-ff754460ad4b" providerId="ADAL" clId="{A2B7F123-4DA0-45CE-B8C2-521D45FDE29C}" dt="2023-10-30T03:26:18.778" v="2" actId="47"/>
        <pc:sldMkLst>
          <pc:docMk/>
          <pc:sldMk cId="0" sldId="1917"/>
        </pc:sldMkLst>
      </pc:sldChg>
      <pc:sldChg chg="del">
        <pc:chgData name="Zailan Arabee Abdul Salam" userId="5bc04053-34d1-46af-a9d4-ff754460ad4b" providerId="ADAL" clId="{A2B7F123-4DA0-45CE-B8C2-521D45FDE29C}" dt="2023-10-30T03:26:18.778" v="2" actId="47"/>
        <pc:sldMkLst>
          <pc:docMk/>
          <pc:sldMk cId="0" sldId="1918"/>
        </pc:sldMkLst>
      </pc:sldChg>
      <pc:sldChg chg="del">
        <pc:chgData name="Zailan Arabee Abdul Salam" userId="5bc04053-34d1-46af-a9d4-ff754460ad4b" providerId="ADAL" clId="{A2B7F123-4DA0-45CE-B8C2-521D45FDE29C}" dt="2023-10-30T03:26:18.778" v="2" actId="47"/>
        <pc:sldMkLst>
          <pc:docMk/>
          <pc:sldMk cId="3106057987" sldId="1919"/>
        </pc:sldMkLst>
      </pc:sldChg>
      <pc:sldChg chg="del">
        <pc:chgData name="Zailan Arabee Abdul Salam" userId="5bc04053-34d1-46af-a9d4-ff754460ad4b" providerId="ADAL" clId="{A2B7F123-4DA0-45CE-B8C2-521D45FDE29C}" dt="2023-10-30T03:26:18.778" v="2" actId="47"/>
        <pc:sldMkLst>
          <pc:docMk/>
          <pc:sldMk cId="0" sldId="1920"/>
        </pc:sldMkLst>
      </pc:sldChg>
      <pc:sldChg chg="del">
        <pc:chgData name="Zailan Arabee Abdul Salam" userId="5bc04053-34d1-46af-a9d4-ff754460ad4b" providerId="ADAL" clId="{A2B7F123-4DA0-45CE-B8C2-521D45FDE29C}" dt="2023-10-30T03:26:18.778" v="2" actId="47"/>
        <pc:sldMkLst>
          <pc:docMk/>
          <pc:sldMk cId="0" sldId="1921"/>
        </pc:sldMkLst>
      </pc:sldChg>
      <pc:sldChg chg="del">
        <pc:chgData name="Zailan Arabee Abdul Salam" userId="5bc04053-34d1-46af-a9d4-ff754460ad4b" providerId="ADAL" clId="{A2B7F123-4DA0-45CE-B8C2-521D45FDE29C}" dt="2023-10-30T03:26:18.778" v="2" actId="47"/>
        <pc:sldMkLst>
          <pc:docMk/>
          <pc:sldMk cId="0" sldId="1922"/>
        </pc:sldMkLst>
      </pc:sldChg>
      <pc:sldChg chg="del">
        <pc:chgData name="Zailan Arabee Abdul Salam" userId="5bc04053-34d1-46af-a9d4-ff754460ad4b" providerId="ADAL" clId="{A2B7F123-4DA0-45CE-B8C2-521D45FDE29C}" dt="2023-10-30T03:26:18.778" v="2" actId="47"/>
        <pc:sldMkLst>
          <pc:docMk/>
          <pc:sldMk cId="0" sldId="1923"/>
        </pc:sldMkLst>
      </pc:sldChg>
      <pc:sldChg chg="del">
        <pc:chgData name="Zailan Arabee Abdul Salam" userId="5bc04053-34d1-46af-a9d4-ff754460ad4b" providerId="ADAL" clId="{A2B7F123-4DA0-45CE-B8C2-521D45FDE29C}" dt="2023-10-30T03:26:18.778" v="2" actId="47"/>
        <pc:sldMkLst>
          <pc:docMk/>
          <pc:sldMk cId="0" sldId="1924"/>
        </pc:sldMkLst>
      </pc:sldChg>
      <pc:sldChg chg="del">
        <pc:chgData name="Zailan Arabee Abdul Salam" userId="5bc04053-34d1-46af-a9d4-ff754460ad4b" providerId="ADAL" clId="{A2B7F123-4DA0-45CE-B8C2-521D45FDE29C}" dt="2023-10-30T03:26:18.778" v="2" actId="47"/>
        <pc:sldMkLst>
          <pc:docMk/>
          <pc:sldMk cId="0" sldId="1925"/>
        </pc:sldMkLst>
      </pc:sldChg>
      <pc:sldChg chg="del">
        <pc:chgData name="Zailan Arabee Abdul Salam" userId="5bc04053-34d1-46af-a9d4-ff754460ad4b" providerId="ADAL" clId="{A2B7F123-4DA0-45CE-B8C2-521D45FDE29C}" dt="2023-10-30T03:26:18.778" v="2" actId="47"/>
        <pc:sldMkLst>
          <pc:docMk/>
          <pc:sldMk cId="0" sldId="1926"/>
        </pc:sldMkLst>
      </pc:sldChg>
      <pc:sldChg chg="del">
        <pc:chgData name="Zailan Arabee Abdul Salam" userId="5bc04053-34d1-46af-a9d4-ff754460ad4b" providerId="ADAL" clId="{A2B7F123-4DA0-45CE-B8C2-521D45FDE29C}" dt="2023-10-30T03:26:18.778" v="2" actId="47"/>
        <pc:sldMkLst>
          <pc:docMk/>
          <pc:sldMk cId="0" sldId="1927"/>
        </pc:sldMkLst>
      </pc:sldChg>
      <pc:sldChg chg="del">
        <pc:chgData name="Zailan Arabee Abdul Salam" userId="5bc04053-34d1-46af-a9d4-ff754460ad4b" providerId="ADAL" clId="{A2B7F123-4DA0-45CE-B8C2-521D45FDE29C}" dt="2023-10-30T03:26:18.778" v="2" actId="47"/>
        <pc:sldMkLst>
          <pc:docMk/>
          <pc:sldMk cId="0" sldId="1928"/>
        </pc:sldMkLst>
      </pc:sldChg>
      <pc:sldChg chg="del">
        <pc:chgData name="Zailan Arabee Abdul Salam" userId="5bc04053-34d1-46af-a9d4-ff754460ad4b" providerId="ADAL" clId="{A2B7F123-4DA0-45CE-B8C2-521D45FDE29C}" dt="2023-10-30T03:26:18.778" v="2" actId="47"/>
        <pc:sldMkLst>
          <pc:docMk/>
          <pc:sldMk cId="0" sldId="1929"/>
        </pc:sldMkLst>
      </pc:sldChg>
      <pc:sldChg chg="del">
        <pc:chgData name="Zailan Arabee Abdul Salam" userId="5bc04053-34d1-46af-a9d4-ff754460ad4b" providerId="ADAL" clId="{A2B7F123-4DA0-45CE-B8C2-521D45FDE29C}" dt="2023-10-30T03:26:18.778" v="2" actId="47"/>
        <pc:sldMkLst>
          <pc:docMk/>
          <pc:sldMk cId="0" sldId="1930"/>
        </pc:sldMkLst>
      </pc:sldChg>
      <pc:sldChg chg="del">
        <pc:chgData name="Zailan Arabee Abdul Salam" userId="5bc04053-34d1-46af-a9d4-ff754460ad4b" providerId="ADAL" clId="{A2B7F123-4DA0-45CE-B8C2-521D45FDE29C}" dt="2023-10-30T03:26:18.778" v="2" actId="47"/>
        <pc:sldMkLst>
          <pc:docMk/>
          <pc:sldMk cId="0" sldId="1931"/>
        </pc:sldMkLst>
      </pc:sldChg>
      <pc:sldChg chg="del">
        <pc:chgData name="Zailan Arabee Abdul Salam" userId="5bc04053-34d1-46af-a9d4-ff754460ad4b" providerId="ADAL" clId="{A2B7F123-4DA0-45CE-B8C2-521D45FDE29C}" dt="2023-10-30T03:26:18.778" v="2" actId="47"/>
        <pc:sldMkLst>
          <pc:docMk/>
          <pc:sldMk cId="0" sldId="1932"/>
        </pc:sldMkLst>
      </pc:sldChg>
      <pc:sldChg chg="del">
        <pc:chgData name="Zailan Arabee Abdul Salam" userId="5bc04053-34d1-46af-a9d4-ff754460ad4b" providerId="ADAL" clId="{A2B7F123-4DA0-45CE-B8C2-521D45FDE29C}" dt="2023-10-30T03:26:18.778" v="2" actId="47"/>
        <pc:sldMkLst>
          <pc:docMk/>
          <pc:sldMk cId="0" sldId="1933"/>
        </pc:sldMkLst>
      </pc:sldChg>
      <pc:sldChg chg="del">
        <pc:chgData name="Zailan Arabee Abdul Salam" userId="5bc04053-34d1-46af-a9d4-ff754460ad4b" providerId="ADAL" clId="{A2B7F123-4DA0-45CE-B8C2-521D45FDE29C}" dt="2023-10-30T03:26:18.778" v="2" actId="47"/>
        <pc:sldMkLst>
          <pc:docMk/>
          <pc:sldMk cId="0" sldId="1934"/>
        </pc:sldMkLst>
      </pc:sldChg>
      <pc:sldChg chg="add">
        <pc:chgData name="Zailan Arabee Abdul Salam" userId="5bc04053-34d1-46af-a9d4-ff754460ad4b" providerId="ADAL" clId="{A2B7F123-4DA0-45CE-B8C2-521D45FDE29C}" dt="2023-10-30T03:26:06.324" v="0"/>
        <pc:sldMkLst>
          <pc:docMk/>
          <pc:sldMk cId="0" sldId="1935"/>
        </pc:sldMkLst>
      </pc:sldChg>
      <pc:sldChg chg="add">
        <pc:chgData name="Zailan Arabee Abdul Salam" userId="5bc04053-34d1-46af-a9d4-ff754460ad4b" providerId="ADAL" clId="{A2B7F123-4DA0-45CE-B8C2-521D45FDE29C}" dt="2023-10-30T03:26:06.324" v="0"/>
        <pc:sldMkLst>
          <pc:docMk/>
          <pc:sldMk cId="0" sldId="1936"/>
        </pc:sldMkLst>
      </pc:sldChg>
      <pc:sldChg chg="add">
        <pc:chgData name="Zailan Arabee Abdul Salam" userId="5bc04053-34d1-46af-a9d4-ff754460ad4b" providerId="ADAL" clId="{A2B7F123-4DA0-45CE-B8C2-521D45FDE29C}" dt="2023-10-30T03:26:06.324" v="0"/>
        <pc:sldMkLst>
          <pc:docMk/>
          <pc:sldMk cId="2421019088" sldId="1937"/>
        </pc:sldMkLst>
      </pc:sldChg>
      <pc:sldChg chg="add">
        <pc:chgData name="Zailan Arabee Abdul Salam" userId="5bc04053-34d1-46af-a9d4-ff754460ad4b" providerId="ADAL" clId="{A2B7F123-4DA0-45CE-B8C2-521D45FDE29C}" dt="2023-10-30T03:26:06.324" v="0"/>
        <pc:sldMkLst>
          <pc:docMk/>
          <pc:sldMk cId="0" sldId="1938"/>
        </pc:sldMkLst>
      </pc:sldChg>
      <pc:sldChg chg="add">
        <pc:chgData name="Zailan Arabee Abdul Salam" userId="5bc04053-34d1-46af-a9d4-ff754460ad4b" providerId="ADAL" clId="{A2B7F123-4DA0-45CE-B8C2-521D45FDE29C}" dt="2023-10-30T03:26:06.324" v="0"/>
        <pc:sldMkLst>
          <pc:docMk/>
          <pc:sldMk cId="2513217203" sldId="1939"/>
        </pc:sldMkLst>
      </pc:sldChg>
      <pc:sldChg chg="add">
        <pc:chgData name="Zailan Arabee Abdul Salam" userId="5bc04053-34d1-46af-a9d4-ff754460ad4b" providerId="ADAL" clId="{A2B7F123-4DA0-45CE-B8C2-521D45FDE29C}" dt="2023-10-30T03:26:06.324" v="0"/>
        <pc:sldMkLst>
          <pc:docMk/>
          <pc:sldMk cId="1636985544" sldId="1940"/>
        </pc:sldMkLst>
      </pc:sldChg>
      <pc:sldChg chg="add">
        <pc:chgData name="Zailan Arabee Abdul Salam" userId="5bc04053-34d1-46af-a9d4-ff754460ad4b" providerId="ADAL" clId="{A2B7F123-4DA0-45CE-B8C2-521D45FDE29C}" dt="2023-10-30T03:26:06.324" v="0"/>
        <pc:sldMkLst>
          <pc:docMk/>
          <pc:sldMk cId="713316994" sldId="1941"/>
        </pc:sldMkLst>
      </pc:sldChg>
      <pc:sldChg chg="add">
        <pc:chgData name="Zailan Arabee Abdul Salam" userId="5bc04053-34d1-46af-a9d4-ff754460ad4b" providerId="ADAL" clId="{A2B7F123-4DA0-45CE-B8C2-521D45FDE29C}" dt="2023-10-30T03:26:06.324" v="0"/>
        <pc:sldMkLst>
          <pc:docMk/>
          <pc:sldMk cId="1845779338" sldId="1942"/>
        </pc:sldMkLst>
      </pc:sldChg>
      <pc:sldChg chg="add">
        <pc:chgData name="Zailan Arabee Abdul Salam" userId="5bc04053-34d1-46af-a9d4-ff754460ad4b" providerId="ADAL" clId="{A2B7F123-4DA0-45CE-B8C2-521D45FDE29C}" dt="2023-10-30T03:26:06.324" v="0"/>
        <pc:sldMkLst>
          <pc:docMk/>
          <pc:sldMk cId="1233749879" sldId="1943"/>
        </pc:sldMkLst>
      </pc:sldChg>
      <pc:sldChg chg="add">
        <pc:chgData name="Zailan Arabee Abdul Salam" userId="5bc04053-34d1-46af-a9d4-ff754460ad4b" providerId="ADAL" clId="{A2B7F123-4DA0-45CE-B8C2-521D45FDE29C}" dt="2023-10-30T03:26:06.324" v="0"/>
        <pc:sldMkLst>
          <pc:docMk/>
          <pc:sldMk cId="2196535212" sldId="1944"/>
        </pc:sldMkLst>
      </pc:sldChg>
      <pc:sldChg chg="add">
        <pc:chgData name="Zailan Arabee Abdul Salam" userId="5bc04053-34d1-46af-a9d4-ff754460ad4b" providerId="ADAL" clId="{A2B7F123-4DA0-45CE-B8C2-521D45FDE29C}" dt="2023-10-30T03:26:06.324" v="0"/>
        <pc:sldMkLst>
          <pc:docMk/>
          <pc:sldMk cId="2672633410" sldId="1945"/>
        </pc:sldMkLst>
      </pc:sldChg>
      <pc:sldChg chg="add">
        <pc:chgData name="Zailan Arabee Abdul Salam" userId="5bc04053-34d1-46af-a9d4-ff754460ad4b" providerId="ADAL" clId="{A2B7F123-4DA0-45CE-B8C2-521D45FDE29C}" dt="2023-10-30T03:26:06.324" v="0"/>
        <pc:sldMkLst>
          <pc:docMk/>
          <pc:sldMk cId="3874458156" sldId="1946"/>
        </pc:sldMkLst>
      </pc:sldChg>
      <pc:sldChg chg="add">
        <pc:chgData name="Zailan Arabee Abdul Salam" userId="5bc04053-34d1-46af-a9d4-ff754460ad4b" providerId="ADAL" clId="{A2B7F123-4DA0-45CE-B8C2-521D45FDE29C}" dt="2023-10-30T03:26:06.324" v="0"/>
        <pc:sldMkLst>
          <pc:docMk/>
          <pc:sldMk cId="0" sldId="1947"/>
        </pc:sldMkLst>
      </pc:sldChg>
      <pc:sldMasterChg chg="delSldLayout">
        <pc:chgData name="Zailan Arabee Abdul Salam" userId="5bc04053-34d1-46af-a9d4-ff754460ad4b" providerId="ADAL" clId="{A2B7F123-4DA0-45CE-B8C2-521D45FDE29C}" dt="2023-10-30T03:26:18.778" v="2" actId="47"/>
        <pc:sldMasterMkLst>
          <pc:docMk/>
          <pc:sldMasterMk cId="0" sldId="2147483651"/>
        </pc:sldMasterMkLst>
        <pc:sldLayoutChg chg="del">
          <pc:chgData name="Zailan Arabee Abdul Salam" userId="5bc04053-34d1-46af-a9d4-ff754460ad4b" providerId="ADAL" clId="{A2B7F123-4DA0-45CE-B8C2-521D45FDE29C}" dt="2023-10-30T03:26:18.778" v="2" actId="47"/>
          <pc:sldLayoutMkLst>
            <pc:docMk/>
            <pc:sldMasterMk cId="0" sldId="2147483651"/>
            <pc:sldLayoutMk cId="1406587582" sldId="2147483759"/>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48887668" sldId="2147483760"/>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853447008" sldId="2147483761"/>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781432196" sldId="2147483762"/>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19796192" sldId="2147483763"/>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353331877" sldId="2147483764"/>
          </pc:sldLayoutMkLst>
        </pc:sldLayoutChg>
      </pc:sldMasterChg>
    </pc:docChg>
  </pc:docChgLst>
  <pc:docChgLst>
    <pc:chgData name="Zailan Arabee Abdul Salam" userId="5bc04053-34d1-46af-a9d4-ff754460ad4b" providerId="ADAL" clId="{CD11030C-D4AC-4F37-A72F-13B7307DA009}"/>
    <pc:docChg chg="addSld delSld modSld modSection">
      <pc:chgData name="Zailan Arabee Abdul Salam" userId="5bc04053-34d1-46af-a9d4-ff754460ad4b" providerId="ADAL" clId="{CD11030C-D4AC-4F37-A72F-13B7307DA009}" dt="2023-10-30T03:22:14.857" v="3" actId="47"/>
      <pc:docMkLst>
        <pc:docMk/>
      </pc:docMkLst>
      <pc:sldChg chg="add del">
        <pc:chgData name="Zailan Arabee Abdul Salam" userId="5bc04053-34d1-46af-a9d4-ff754460ad4b" providerId="ADAL" clId="{CD11030C-D4AC-4F37-A72F-13B7307DA009}" dt="2023-10-30T03:21:44.711" v="2" actId="47"/>
        <pc:sldMkLst>
          <pc:docMk/>
          <pc:sldMk cId="0" sldId="263"/>
        </pc:sldMkLst>
      </pc:sldChg>
      <pc:sldChg chg="add">
        <pc:chgData name="Zailan Arabee Abdul Salam" userId="5bc04053-34d1-46af-a9d4-ff754460ad4b" providerId="ADAL" clId="{CD11030C-D4AC-4F37-A72F-13B7307DA009}" dt="2023-10-30T03:21:39.393" v="0"/>
        <pc:sldMkLst>
          <pc:docMk/>
          <pc:sldMk cId="0" sldId="264"/>
        </pc:sldMkLst>
      </pc:sldChg>
      <pc:sldChg chg="add">
        <pc:chgData name="Zailan Arabee Abdul Salam" userId="5bc04053-34d1-46af-a9d4-ff754460ad4b" providerId="ADAL" clId="{CD11030C-D4AC-4F37-A72F-13B7307DA009}" dt="2023-10-30T03:21:39.393" v="0"/>
        <pc:sldMkLst>
          <pc:docMk/>
          <pc:sldMk cId="0" sldId="265"/>
        </pc:sldMkLst>
      </pc:sldChg>
      <pc:sldChg chg="add">
        <pc:chgData name="Zailan Arabee Abdul Salam" userId="5bc04053-34d1-46af-a9d4-ff754460ad4b" providerId="ADAL" clId="{CD11030C-D4AC-4F37-A72F-13B7307DA009}" dt="2023-10-30T03:21:39.393" v="0"/>
        <pc:sldMkLst>
          <pc:docMk/>
          <pc:sldMk cId="0" sldId="266"/>
        </pc:sldMkLst>
      </pc:sldChg>
      <pc:sldChg chg="add">
        <pc:chgData name="Zailan Arabee Abdul Salam" userId="5bc04053-34d1-46af-a9d4-ff754460ad4b" providerId="ADAL" clId="{CD11030C-D4AC-4F37-A72F-13B7307DA009}" dt="2023-10-30T03:21:39.393" v="0"/>
        <pc:sldMkLst>
          <pc:docMk/>
          <pc:sldMk cId="0" sldId="267"/>
        </pc:sldMkLst>
      </pc:sldChg>
      <pc:sldChg chg="add">
        <pc:chgData name="Zailan Arabee Abdul Salam" userId="5bc04053-34d1-46af-a9d4-ff754460ad4b" providerId="ADAL" clId="{CD11030C-D4AC-4F37-A72F-13B7307DA009}" dt="2023-10-30T03:21:39.393" v="0"/>
        <pc:sldMkLst>
          <pc:docMk/>
          <pc:sldMk cId="0" sldId="268"/>
        </pc:sldMkLst>
      </pc:sldChg>
      <pc:sldChg chg="add">
        <pc:chgData name="Zailan Arabee Abdul Salam" userId="5bc04053-34d1-46af-a9d4-ff754460ad4b" providerId="ADAL" clId="{CD11030C-D4AC-4F37-A72F-13B7307DA009}" dt="2023-10-30T03:21:39.393" v="0"/>
        <pc:sldMkLst>
          <pc:docMk/>
          <pc:sldMk cId="0" sldId="269"/>
        </pc:sldMkLst>
      </pc:sldChg>
      <pc:sldChg chg="add">
        <pc:chgData name="Zailan Arabee Abdul Salam" userId="5bc04053-34d1-46af-a9d4-ff754460ad4b" providerId="ADAL" clId="{CD11030C-D4AC-4F37-A72F-13B7307DA009}" dt="2023-10-30T03:21:39.393" v="0"/>
        <pc:sldMkLst>
          <pc:docMk/>
          <pc:sldMk cId="0" sldId="270"/>
        </pc:sldMkLst>
      </pc:sldChg>
      <pc:sldChg chg="add">
        <pc:chgData name="Zailan Arabee Abdul Salam" userId="5bc04053-34d1-46af-a9d4-ff754460ad4b" providerId="ADAL" clId="{CD11030C-D4AC-4F37-A72F-13B7307DA009}" dt="2023-10-30T03:21:39.393" v="0"/>
        <pc:sldMkLst>
          <pc:docMk/>
          <pc:sldMk cId="4027869332" sldId="271"/>
        </pc:sldMkLst>
      </pc:sldChg>
      <pc:sldChg chg="add">
        <pc:chgData name="Zailan Arabee Abdul Salam" userId="5bc04053-34d1-46af-a9d4-ff754460ad4b" providerId="ADAL" clId="{CD11030C-D4AC-4F37-A72F-13B7307DA009}" dt="2023-10-30T03:21:39.393" v="0"/>
        <pc:sldMkLst>
          <pc:docMk/>
          <pc:sldMk cId="0" sldId="272"/>
        </pc:sldMkLst>
      </pc:sldChg>
      <pc:sldChg chg="add">
        <pc:chgData name="Zailan Arabee Abdul Salam" userId="5bc04053-34d1-46af-a9d4-ff754460ad4b" providerId="ADAL" clId="{CD11030C-D4AC-4F37-A72F-13B7307DA009}" dt="2023-10-30T03:21:39.393" v="0"/>
        <pc:sldMkLst>
          <pc:docMk/>
          <pc:sldMk cId="0" sldId="273"/>
        </pc:sldMkLst>
      </pc:sldChg>
      <pc:sldChg chg="add">
        <pc:chgData name="Zailan Arabee Abdul Salam" userId="5bc04053-34d1-46af-a9d4-ff754460ad4b" providerId="ADAL" clId="{CD11030C-D4AC-4F37-A72F-13B7307DA009}" dt="2023-10-30T03:21:39.393" v="0"/>
        <pc:sldMkLst>
          <pc:docMk/>
          <pc:sldMk cId="0" sldId="274"/>
        </pc:sldMkLst>
      </pc:sldChg>
      <pc:sldChg chg="add">
        <pc:chgData name="Zailan Arabee Abdul Salam" userId="5bc04053-34d1-46af-a9d4-ff754460ad4b" providerId="ADAL" clId="{CD11030C-D4AC-4F37-A72F-13B7307DA009}" dt="2023-10-30T03:21:39.393" v="0"/>
        <pc:sldMkLst>
          <pc:docMk/>
          <pc:sldMk cId="0" sldId="275"/>
        </pc:sldMkLst>
      </pc:sldChg>
      <pc:sldChg chg="add">
        <pc:chgData name="Zailan Arabee Abdul Salam" userId="5bc04053-34d1-46af-a9d4-ff754460ad4b" providerId="ADAL" clId="{CD11030C-D4AC-4F37-A72F-13B7307DA009}" dt="2023-10-30T03:21:39.393" v="0"/>
        <pc:sldMkLst>
          <pc:docMk/>
          <pc:sldMk cId="0" sldId="276"/>
        </pc:sldMkLst>
      </pc:sldChg>
      <pc:sldChg chg="add">
        <pc:chgData name="Zailan Arabee Abdul Salam" userId="5bc04053-34d1-46af-a9d4-ff754460ad4b" providerId="ADAL" clId="{CD11030C-D4AC-4F37-A72F-13B7307DA009}" dt="2023-10-30T03:21:39.393" v="0"/>
        <pc:sldMkLst>
          <pc:docMk/>
          <pc:sldMk cId="0" sldId="277"/>
        </pc:sldMkLst>
      </pc:sldChg>
      <pc:sldChg chg="add">
        <pc:chgData name="Zailan Arabee Abdul Salam" userId="5bc04053-34d1-46af-a9d4-ff754460ad4b" providerId="ADAL" clId="{CD11030C-D4AC-4F37-A72F-13B7307DA009}" dt="2023-10-30T03:21:39.393" v="0"/>
        <pc:sldMkLst>
          <pc:docMk/>
          <pc:sldMk cId="0" sldId="278"/>
        </pc:sldMkLst>
      </pc:sldChg>
      <pc:sldChg chg="add">
        <pc:chgData name="Zailan Arabee Abdul Salam" userId="5bc04053-34d1-46af-a9d4-ff754460ad4b" providerId="ADAL" clId="{CD11030C-D4AC-4F37-A72F-13B7307DA009}" dt="2023-10-30T03:21:39.393" v="0"/>
        <pc:sldMkLst>
          <pc:docMk/>
          <pc:sldMk cId="0" sldId="279"/>
        </pc:sldMkLst>
      </pc:sldChg>
      <pc:sldChg chg="add">
        <pc:chgData name="Zailan Arabee Abdul Salam" userId="5bc04053-34d1-46af-a9d4-ff754460ad4b" providerId="ADAL" clId="{CD11030C-D4AC-4F37-A72F-13B7307DA009}" dt="2023-10-30T03:21:39.393" v="0"/>
        <pc:sldMkLst>
          <pc:docMk/>
          <pc:sldMk cId="3225035349" sldId="280"/>
        </pc:sldMkLst>
      </pc:sldChg>
      <pc:sldChg chg="add">
        <pc:chgData name="Zailan Arabee Abdul Salam" userId="5bc04053-34d1-46af-a9d4-ff754460ad4b" providerId="ADAL" clId="{CD11030C-D4AC-4F37-A72F-13B7307DA009}" dt="2023-10-30T03:21:39.393" v="0"/>
        <pc:sldMkLst>
          <pc:docMk/>
          <pc:sldMk cId="2979819931" sldId="281"/>
        </pc:sldMkLst>
      </pc:sldChg>
      <pc:sldChg chg="add">
        <pc:chgData name="Zailan Arabee Abdul Salam" userId="5bc04053-34d1-46af-a9d4-ff754460ad4b" providerId="ADAL" clId="{CD11030C-D4AC-4F37-A72F-13B7307DA009}" dt="2023-10-30T03:21:39.393" v="0"/>
        <pc:sldMkLst>
          <pc:docMk/>
          <pc:sldMk cId="0" sldId="282"/>
        </pc:sldMkLst>
      </pc:sldChg>
      <pc:sldChg chg="add">
        <pc:chgData name="Zailan Arabee Abdul Salam" userId="5bc04053-34d1-46af-a9d4-ff754460ad4b" providerId="ADAL" clId="{CD11030C-D4AC-4F37-A72F-13B7307DA009}" dt="2023-10-30T03:21:39.393" v="0"/>
        <pc:sldMkLst>
          <pc:docMk/>
          <pc:sldMk cId="0" sldId="283"/>
        </pc:sldMkLst>
      </pc:sldChg>
      <pc:sldChg chg="add">
        <pc:chgData name="Zailan Arabee Abdul Salam" userId="5bc04053-34d1-46af-a9d4-ff754460ad4b" providerId="ADAL" clId="{CD11030C-D4AC-4F37-A72F-13B7307DA009}" dt="2023-10-30T03:21:39.393" v="0"/>
        <pc:sldMkLst>
          <pc:docMk/>
          <pc:sldMk cId="2994277211" sldId="284"/>
        </pc:sldMkLst>
      </pc:sldChg>
      <pc:sldChg chg="add">
        <pc:chgData name="Zailan Arabee Abdul Salam" userId="5bc04053-34d1-46af-a9d4-ff754460ad4b" providerId="ADAL" clId="{CD11030C-D4AC-4F37-A72F-13B7307DA009}" dt="2023-10-30T03:21:39.393" v="0"/>
        <pc:sldMkLst>
          <pc:docMk/>
          <pc:sldMk cId="894897432" sldId="285"/>
        </pc:sldMkLst>
      </pc:sldChg>
      <pc:sldChg chg="add">
        <pc:chgData name="Zailan Arabee Abdul Salam" userId="5bc04053-34d1-46af-a9d4-ff754460ad4b" providerId="ADAL" clId="{CD11030C-D4AC-4F37-A72F-13B7307DA009}" dt="2023-10-30T03:21:39.393" v="0"/>
        <pc:sldMkLst>
          <pc:docMk/>
          <pc:sldMk cId="2083618775" sldId="286"/>
        </pc:sldMkLst>
      </pc:sldChg>
      <pc:sldChg chg="add">
        <pc:chgData name="Zailan Arabee Abdul Salam" userId="5bc04053-34d1-46af-a9d4-ff754460ad4b" providerId="ADAL" clId="{CD11030C-D4AC-4F37-A72F-13B7307DA009}" dt="2023-10-30T03:21:39.393" v="0"/>
        <pc:sldMkLst>
          <pc:docMk/>
          <pc:sldMk cId="3831505793" sldId="287"/>
        </pc:sldMkLst>
      </pc:sldChg>
      <pc:sldChg chg="add">
        <pc:chgData name="Zailan Arabee Abdul Salam" userId="5bc04053-34d1-46af-a9d4-ff754460ad4b" providerId="ADAL" clId="{CD11030C-D4AC-4F37-A72F-13B7307DA009}" dt="2023-10-30T03:21:39.393" v="0"/>
        <pc:sldMkLst>
          <pc:docMk/>
          <pc:sldMk cId="0" sldId="288"/>
        </pc:sldMkLst>
      </pc:sldChg>
      <pc:sldChg chg="add">
        <pc:chgData name="Zailan Arabee Abdul Salam" userId="5bc04053-34d1-46af-a9d4-ff754460ad4b" providerId="ADAL" clId="{CD11030C-D4AC-4F37-A72F-13B7307DA009}" dt="2023-10-30T03:21:39.393" v="0"/>
        <pc:sldMkLst>
          <pc:docMk/>
          <pc:sldMk cId="1147883940" sldId="289"/>
        </pc:sldMkLst>
      </pc:sldChg>
      <pc:sldChg chg="add">
        <pc:chgData name="Zailan Arabee Abdul Salam" userId="5bc04053-34d1-46af-a9d4-ff754460ad4b" providerId="ADAL" clId="{CD11030C-D4AC-4F37-A72F-13B7307DA009}" dt="2023-10-30T03:21:39.393" v="0"/>
        <pc:sldMkLst>
          <pc:docMk/>
          <pc:sldMk cId="1929223683" sldId="290"/>
        </pc:sldMkLst>
      </pc:sldChg>
      <pc:sldChg chg="add">
        <pc:chgData name="Zailan Arabee Abdul Salam" userId="5bc04053-34d1-46af-a9d4-ff754460ad4b" providerId="ADAL" clId="{CD11030C-D4AC-4F37-A72F-13B7307DA009}" dt="2023-10-30T03:21:39.393" v="0"/>
        <pc:sldMkLst>
          <pc:docMk/>
          <pc:sldMk cId="0" sldId="291"/>
        </pc:sldMkLst>
      </pc:sldChg>
      <pc:sldChg chg="add">
        <pc:chgData name="Zailan Arabee Abdul Salam" userId="5bc04053-34d1-46af-a9d4-ff754460ad4b" providerId="ADAL" clId="{CD11030C-D4AC-4F37-A72F-13B7307DA009}" dt="2023-10-30T03:21:39.393" v="0"/>
        <pc:sldMkLst>
          <pc:docMk/>
          <pc:sldMk cId="0" sldId="293"/>
        </pc:sldMkLst>
      </pc:sldChg>
      <pc:sldChg chg="add">
        <pc:chgData name="Zailan Arabee Abdul Salam" userId="5bc04053-34d1-46af-a9d4-ff754460ad4b" providerId="ADAL" clId="{CD11030C-D4AC-4F37-A72F-13B7307DA009}" dt="2023-10-30T03:21:39.393" v="0"/>
        <pc:sldMkLst>
          <pc:docMk/>
          <pc:sldMk cId="14364869" sldId="294"/>
        </pc:sldMkLst>
      </pc:sldChg>
      <pc:sldChg chg="add">
        <pc:chgData name="Zailan Arabee Abdul Salam" userId="5bc04053-34d1-46af-a9d4-ff754460ad4b" providerId="ADAL" clId="{CD11030C-D4AC-4F37-A72F-13B7307DA009}" dt="2023-10-30T03:21:39.393" v="0"/>
        <pc:sldMkLst>
          <pc:docMk/>
          <pc:sldMk cId="393804965" sldId="295"/>
        </pc:sldMkLst>
      </pc:sldChg>
      <pc:sldChg chg="add">
        <pc:chgData name="Zailan Arabee Abdul Salam" userId="5bc04053-34d1-46af-a9d4-ff754460ad4b" providerId="ADAL" clId="{CD11030C-D4AC-4F37-A72F-13B7307DA009}" dt="2023-10-30T03:21:39.393" v="0"/>
        <pc:sldMkLst>
          <pc:docMk/>
          <pc:sldMk cId="4053078876" sldId="296"/>
        </pc:sldMkLst>
      </pc:sldChg>
      <pc:sldChg chg="add">
        <pc:chgData name="Zailan Arabee Abdul Salam" userId="5bc04053-34d1-46af-a9d4-ff754460ad4b" providerId="ADAL" clId="{CD11030C-D4AC-4F37-A72F-13B7307DA009}" dt="2023-10-30T03:21:39.393" v="0"/>
        <pc:sldMkLst>
          <pc:docMk/>
          <pc:sldMk cId="3067589673" sldId="297"/>
        </pc:sldMkLst>
      </pc:sldChg>
      <pc:sldChg chg="add">
        <pc:chgData name="Zailan Arabee Abdul Salam" userId="5bc04053-34d1-46af-a9d4-ff754460ad4b" providerId="ADAL" clId="{CD11030C-D4AC-4F37-A72F-13B7307DA009}" dt="2023-10-30T03:21:39.393" v="0"/>
        <pc:sldMkLst>
          <pc:docMk/>
          <pc:sldMk cId="0" sldId="298"/>
        </pc:sldMkLst>
      </pc:sldChg>
      <pc:sldChg chg="add">
        <pc:chgData name="Zailan Arabee Abdul Salam" userId="5bc04053-34d1-46af-a9d4-ff754460ad4b" providerId="ADAL" clId="{CD11030C-D4AC-4F37-A72F-13B7307DA009}" dt="2023-10-30T03:21:39.393" v="0"/>
        <pc:sldMkLst>
          <pc:docMk/>
          <pc:sldMk cId="0" sldId="299"/>
        </pc:sldMkLst>
      </pc:sldChg>
      <pc:sldChg chg="add">
        <pc:chgData name="Zailan Arabee Abdul Salam" userId="5bc04053-34d1-46af-a9d4-ff754460ad4b" providerId="ADAL" clId="{CD11030C-D4AC-4F37-A72F-13B7307DA009}" dt="2023-10-30T03:21:39.393" v="0"/>
        <pc:sldMkLst>
          <pc:docMk/>
          <pc:sldMk cId="0" sldId="300"/>
        </pc:sldMkLst>
      </pc:sldChg>
      <pc:sldChg chg="add">
        <pc:chgData name="Zailan Arabee Abdul Salam" userId="5bc04053-34d1-46af-a9d4-ff754460ad4b" providerId="ADAL" clId="{CD11030C-D4AC-4F37-A72F-13B7307DA009}" dt="2023-10-30T03:21:39.393" v="0"/>
        <pc:sldMkLst>
          <pc:docMk/>
          <pc:sldMk cId="0" sldId="301"/>
        </pc:sldMkLst>
      </pc:sldChg>
      <pc:sldChg chg="add">
        <pc:chgData name="Zailan Arabee Abdul Salam" userId="5bc04053-34d1-46af-a9d4-ff754460ad4b" providerId="ADAL" clId="{CD11030C-D4AC-4F37-A72F-13B7307DA009}" dt="2023-10-30T03:21:39.393" v="0"/>
        <pc:sldMkLst>
          <pc:docMk/>
          <pc:sldMk cId="0" sldId="302"/>
        </pc:sldMkLst>
      </pc:sldChg>
      <pc:sldChg chg="add">
        <pc:chgData name="Zailan Arabee Abdul Salam" userId="5bc04053-34d1-46af-a9d4-ff754460ad4b" providerId="ADAL" clId="{CD11030C-D4AC-4F37-A72F-13B7307DA009}" dt="2023-10-30T03:21:39.393" v="0"/>
        <pc:sldMkLst>
          <pc:docMk/>
          <pc:sldMk cId="0" sldId="303"/>
        </pc:sldMkLst>
      </pc:sldChg>
      <pc:sldChg chg="del">
        <pc:chgData name="Zailan Arabee Abdul Salam" userId="5bc04053-34d1-46af-a9d4-ff754460ad4b" providerId="ADAL" clId="{CD11030C-D4AC-4F37-A72F-13B7307DA009}" dt="2023-10-30T03:22:14.857" v="3" actId="47"/>
        <pc:sldMkLst>
          <pc:docMk/>
          <pc:sldMk cId="1222172671" sldId="305"/>
        </pc:sldMkLst>
      </pc:sldChg>
      <pc:sldChg chg="del">
        <pc:chgData name="Zailan Arabee Abdul Salam" userId="5bc04053-34d1-46af-a9d4-ff754460ad4b" providerId="ADAL" clId="{CD11030C-D4AC-4F37-A72F-13B7307DA009}" dt="2023-10-30T03:22:14.857" v="3" actId="47"/>
        <pc:sldMkLst>
          <pc:docMk/>
          <pc:sldMk cId="1147692581" sldId="306"/>
        </pc:sldMkLst>
      </pc:sldChg>
      <pc:sldChg chg="del">
        <pc:chgData name="Zailan Arabee Abdul Salam" userId="5bc04053-34d1-46af-a9d4-ff754460ad4b" providerId="ADAL" clId="{CD11030C-D4AC-4F37-A72F-13B7307DA009}" dt="2023-10-30T03:22:14.857" v="3" actId="47"/>
        <pc:sldMkLst>
          <pc:docMk/>
          <pc:sldMk cId="2453307536" sldId="307"/>
        </pc:sldMkLst>
      </pc:sldChg>
      <pc:sldChg chg="del">
        <pc:chgData name="Zailan Arabee Abdul Salam" userId="5bc04053-34d1-46af-a9d4-ff754460ad4b" providerId="ADAL" clId="{CD11030C-D4AC-4F37-A72F-13B7307DA009}" dt="2023-10-30T03:22:14.857" v="3" actId="47"/>
        <pc:sldMkLst>
          <pc:docMk/>
          <pc:sldMk cId="3726883340" sldId="308"/>
        </pc:sldMkLst>
      </pc:sldChg>
      <pc:sldChg chg="del">
        <pc:chgData name="Zailan Arabee Abdul Salam" userId="5bc04053-34d1-46af-a9d4-ff754460ad4b" providerId="ADAL" clId="{CD11030C-D4AC-4F37-A72F-13B7307DA009}" dt="2023-10-30T03:22:14.857" v="3" actId="47"/>
        <pc:sldMkLst>
          <pc:docMk/>
          <pc:sldMk cId="2877144264" sldId="309"/>
        </pc:sldMkLst>
      </pc:sldChg>
      <pc:sldChg chg="del">
        <pc:chgData name="Zailan Arabee Abdul Salam" userId="5bc04053-34d1-46af-a9d4-ff754460ad4b" providerId="ADAL" clId="{CD11030C-D4AC-4F37-A72F-13B7307DA009}" dt="2023-10-30T03:22:14.857" v="3" actId="47"/>
        <pc:sldMkLst>
          <pc:docMk/>
          <pc:sldMk cId="2002936326" sldId="310"/>
        </pc:sldMkLst>
      </pc:sldChg>
      <pc:sldChg chg="add">
        <pc:chgData name="Zailan Arabee Abdul Salam" userId="5bc04053-34d1-46af-a9d4-ff754460ad4b" providerId="ADAL" clId="{CD11030C-D4AC-4F37-A72F-13B7307DA009}" dt="2023-10-30T03:21:39.393" v="0"/>
        <pc:sldMkLst>
          <pc:docMk/>
          <pc:sldMk cId="0" sldId="311"/>
        </pc:sldMkLst>
      </pc:sldChg>
      <pc:sldChg chg="add">
        <pc:chgData name="Zailan Arabee Abdul Salam" userId="5bc04053-34d1-46af-a9d4-ff754460ad4b" providerId="ADAL" clId="{CD11030C-D4AC-4F37-A72F-13B7307DA009}" dt="2023-10-30T03:21:39.393" v="0"/>
        <pc:sldMkLst>
          <pc:docMk/>
          <pc:sldMk cId="0" sldId="312"/>
        </pc:sldMkLst>
      </pc:sldChg>
      <pc:sldChg chg="add">
        <pc:chgData name="Zailan Arabee Abdul Salam" userId="5bc04053-34d1-46af-a9d4-ff754460ad4b" providerId="ADAL" clId="{CD11030C-D4AC-4F37-A72F-13B7307DA009}" dt="2023-10-30T03:21:39.393" v="0"/>
        <pc:sldMkLst>
          <pc:docMk/>
          <pc:sldMk cId="0" sldId="315"/>
        </pc:sldMkLst>
      </pc:sldChg>
      <pc:sldChg chg="del">
        <pc:chgData name="Zailan Arabee Abdul Salam" userId="5bc04053-34d1-46af-a9d4-ff754460ad4b" providerId="ADAL" clId="{CD11030C-D4AC-4F37-A72F-13B7307DA009}" dt="2023-10-30T03:21:43.693" v="1" actId="47"/>
        <pc:sldMkLst>
          <pc:docMk/>
          <pc:sldMk cId="3591373730" sldId="317"/>
        </pc:sldMkLst>
      </pc:sldChg>
      <pc:sldChg chg="add">
        <pc:chgData name="Zailan Arabee Abdul Salam" userId="5bc04053-34d1-46af-a9d4-ff754460ad4b" providerId="ADAL" clId="{CD11030C-D4AC-4F37-A72F-13B7307DA009}" dt="2023-10-30T03:21:39.393" v="0"/>
        <pc:sldMkLst>
          <pc:docMk/>
          <pc:sldMk cId="0" sldId="318"/>
        </pc:sldMkLst>
      </pc:sldChg>
      <pc:sldChg chg="add">
        <pc:chgData name="Zailan Arabee Abdul Salam" userId="5bc04053-34d1-46af-a9d4-ff754460ad4b" providerId="ADAL" clId="{CD11030C-D4AC-4F37-A72F-13B7307DA009}" dt="2023-10-30T03:21:39.393" v="0"/>
        <pc:sldMkLst>
          <pc:docMk/>
          <pc:sldMk cId="0" sldId="319"/>
        </pc:sldMkLst>
      </pc:sldChg>
      <pc:sldChg chg="add">
        <pc:chgData name="Zailan Arabee Abdul Salam" userId="5bc04053-34d1-46af-a9d4-ff754460ad4b" providerId="ADAL" clId="{CD11030C-D4AC-4F37-A72F-13B7307DA009}" dt="2023-10-30T03:21:39.393" v="0"/>
        <pc:sldMkLst>
          <pc:docMk/>
          <pc:sldMk cId="0" sldId="320"/>
        </pc:sldMkLst>
      </pc:sldChg>
      <pc:sldChg chg="add">
        <pc:chgData name="Zailan Arabee Abdul Salam" userId="5bc04053-34d1-46af-a9d4-ff754460ad4b" providerId="ADAL" clId="{CD11030C-D4AC-4F37-A72F-13B7307DA009}" dt="2023-10-30T03:21:39.393" v="0"/>
        <pc:sldMkLst>
          <pc:docMk/>
          <pc:sldMk cId="0" sldId="321"/>
        </pc:sldMkLst>
      </pc:sldChg>
      <pc:sldChg chg="add">
        <pc:chgData name="Zailan Arabee Abdul Salam" userId="5bc04053-34d1-46af-a9d4-ff754460ad4b" providerId="ADAL" clId="{CD11030C-D4AC-4F37-A72F-13B7307DA009}" dt="2023-10-30T03:21:39.393" v="0"/>
        <pc:sldMkLst>
          <pc:docMk/>
          <pc:sldMk cId="2528312682" sldId="323"/>
        </pc:sldMkLst>
      </pc:sldChg>
      <pc:sldChg chg="add">
        <pc:chgData name="Zailan Arabee Abdul Salam" userId="5bc04053-34d1-46af-a9d4-ff754460ad4b" providerId="ADAL" clId="{CD11030C-D4AC-4F37-A72F-13B7307DA009}" dt="2023-10-30T03:21:39.393" v="0"/>
        <pc:sldMkLst>
          <pc:docMk/>
          <pc:sldMk cId="0" sldId="324"/>
        </pc:sldMkLst>
      </pc:sldChg>
      <pc:sldChg chg="add">
        <pc:chgData name="Zailan Arabee Abdul Salam" userId="5bc04053-34d1-46af-a9d4-ff754460ad4b" providerId="ADAL" clId="{CD11030C-D4AC-4F37-A72F-13B7307DA009}" dt="2023-10-30T03:21:39.393" v="0"/>
        <pc:sldMkLst>
          <pc:docMk/>
          <pc:sldMk cId="0" sldId="325"/>
        </pc:sldMkLst>
      </pc:sldChg>
      <pc:sldChg chg="add">
        <pc:chgData name="Zailan Arabee Abdul Salam" userId="5bc04053-34d1-46af-a9d4-ff754460ad4b" providerId="ADAL" clId="{CD11030C-D4AC-4F37-A72F-13B7307DA009}" dt="2023-10-30T03:21:39.393" v="0"/>
        <pc:sldMkLst>
          <pc:docMk/>
          <pc:sldMk cId="0" sldId="326"/>
        </pc:sldMkLst>
      </pc:sldChg>
      <pc:sldChg chg="add">
        <pc:chgData name="Zailan Arabee Abdul Salam" userId="5bc04053-34d1-46af-a9d4-ff754460ad4b" providerId="ADAL" clId="{CD11030C-D4AC-4F37-A72F-13B7307DA009}" dt="2023-10-30T03:21:39.393" v="0"/>
        <pc:sldMkLst>
          <pc:docMk/>
          <pc:sldMk cId="0" sldId="329"/>
        </pc:sldMkLst>
      </pc:sldChg>
      <pc:sldChg chg="add">
        <pc:chgData name="Zailan Arabee Abdul Salam" userId="5bc04053-34d1-46af-a9d4-ff754460ad4b" providerId="ADAL" clId="{CD11030C-D4AC-4F37-A72F-13B7307DA009}" dt="2023-10-30T03:21:39.393" v="0"/>
        <pc:sldMkLst>
          <pc:docMk/>
          <pc:sldMk cId="0" sldId="330"/>
        </pc:sldMkLst>
      </pc:sldChg>
      <pc:sldChg chg="add">
        <pc:chgData name="Zailan Arabee Abdul Salam" userId="5bc04053-34d1-46af-a9d4-ff754460ad4b" providerId="ADAL" clId="{CD11030C-D4AC-4F37-A72F-13B7307DA009}" dt="2023-10-30T03:21:39.393" v="0"/>
        <pc:sldMkLst>
          <pc:docMk/>
          <pc:sldMk cId="0" sldId="331"/>
        </pc:sldMkLst>
      </pc:sldChg>
      <pc:sldChg chg="add">
        <pc:chgData name="Zailan Arabee Abdul Salam" userId="5bc04053-34d1-46af-a9d4-ff754460ad4b" providerId="ADAL" clId="{CD11030C-D4AC-4F37-A72F-13B7307DA009}" dt="2023-10-30T03:21:39.393" v="0"/>
        <pc:sldMkLst>
          <pc:docMk/>
          <pc:sldMk cId="764497266" sldId="332"/>
        </pc:sldMkLst>
      </pc:sldChg>
      <pc:sldChg chg="add">
        <pc:chgData name="Zailan Arabee Abdul Salam" userId="5bc04053-34d1-46af-a9d4-ff754460ad4b" providerId="ADAL" clId="{CD11030C-D4AC-4F37-A72F-13B7307DA009}" dt="2023-10-30T03:21:39.393" v="0"/>
        <pc:sldMkLst>
          <pc:docMk/>
          <pc:sldMk cId="0" sldId="333"/>
        </pc:sldMkLst>
      </pc:sldChg>
      <pc:sldChg chg="add">
        <pc:chgData name="Zailan Arabee Abdul Salam" userId="5bc04053-34d1-46af-a9d4-ff754460ad4b" providerId="ADAL" clId="{CD11030C-D4AC-4F37-A72F-13B7307DA009}" dt="2023-10-30T03:21:39.393" v="0"/>
        <pc:sldMkLst>
          <pc:docMk/>
          <pc:sldMk cId="63747284" sldId="334"/>
        </pc:sldMkLst>
      </pc:sldChg>
      <pc:sldChg chg="add">
        <pc:chgData name="Zailan Arabee Abdul Salam" userId="5bc04053-34d1-46af-a9d4-ff754460ad4b" providerId="ADAL" clId="{CD11030C-D4AC-4F37-A72F-13B7307DA009}" dt="2023-10-30T03:21:39.393" v="0"/>
        <pc:sldMkLst>
          <pc:docMk/>
          <pc:sldMk cId="2581059157" sldId="384"/>
        </pc:sldMkLst>
      </pc:sldChg>
      <pc:sldChg chg="add">
        <pc:chgData name="Zailan Arabee Abdul Salam" userId="5bc04053-34d1-46af-a9d4-ff754460ad4b" providerId="ADAL" clId="{CD11030C-D4AC-4F37-A72F-13B7307DA009}" dt="2023-10-30T03:21:39.393" v="0"/>
        <pc:sldMkLst>
          <pc:docMk/>
          <pc:sldMk cId="1732822587" sldId="385"/>
        </pc:sldMkLst>
      </pc:sldChg>
      <pc:sldChg chg="add">
        <pc:chgData name="Zailan Arabee Abdul Salam" userId="5bc04053-34d1-46af-a9d4-ff754460ad4b" providerId="ADAL" clId="{CD11030C-D4AC-4F37-A72F-13B7307DA009}" dt="2023-10-30T03:21:39.393" v="0"/>
        <pc:sldMkLst>
          <pc:docMk/>
          <pc:sldMk cId="1800784675" sldId="386"/>
        </pc:sldMkLst>
      </pc:sldChg>
      <pc:sldChg chg="add">
        <pc:chgData name="Zailan Arabee Abdul Salam" userId="5bc04053-34d1-46af-a9d4-ff754460ad4b" providerId="ADAL" clId="{CD11030C-D4AC-4F37-A72F-13B7307DA009}" dt="2023-10-30T03:21:39.393" v="0"/>
        <pc:sldMkLst>
          <pc:docMk/>
          <pc:sldMk cId="509633848" sldId="387"/>
        </pc:sldMkLst>
      </pc:sldChg>
      <pc:sldChg chg="add">
        <pc:chgData name="Zailan Arabee Abdul Salam" userId="5bc04053-34d1-46af-a9d4-ff754460ad4b" providerId="ADAL" clId="{CD11030C-D4AC-4F37-A72F-13B7307DA009}" dt="2023-10-30T03:21:39.393" v="0"/>
        <pc:sldMkLst>
          <pc:docMk/>
          <pc:sldMk cId="0" sldId="388"/>
        </pc:sldMkLst>
      </pc:sldChg>
      <pc:sldChg chg="add">
        <pc:chgData name="Zailan Arabee Abdul Salam" userId="5bc04053-34d1-46af-a9d4-ff754460ad4b" providerId="ADAL" clId="{CD11030C-D4AC-4F37-A72F-13B7307DA009}" dt="2023-10-30T03:21:39.393" v="0"/>
        <pc:sldMkLst>
          <pc:docMk/>
          <pc:sldMk cId="728493372" sldId="389"/>
        </pc:sldMkLst>
      </pc:sldChg>
      <pc:sldChg chg="add">
        <pc:chgData name="Zailan Arabee Abdul Salam" userId="5bc04053-34d1-46af-a9d4-ff754460ad4b" providerId="ADAL" clId="{CD11030C-D4AC-4F37-A72F-13B7307DA009}" dt="2023-10-30T03:21:39.393" v="0"/>
        <pc:sldMkLst>
          <pc:docMk/>
          <pc:sldMk cId="2543501658" sldId="390"/>
        </pc:sldMkLst>
      </pc:sldChg>
      <pc:sldChg chg="add">
        <pc:chgData name="Zailan Arabee Abdul Salam" userId="5bc04053-34d1-46af-a9d4-ff754460ad4b" providerId="ADAL" clId="{CD11030C-D4AC-4F37-A72F-13B7307DA009}" dt="2023-10-30T03:21:39.393" v="0"/>
        <pc:sldMkLst>
          <pc:docMk/>
          <pc:sldMk cId="4253409991" sldId="391"/>
        </pc:sldMkLst>
      </pc:sldChg>
      <pc:sldChg chg="add">
        <pc:chgData name="Zailan Arabee Abdul Salam" userId="5bc04053-34d1-46af-a9d4-ff754460ad4b" providerId="ADAL" clId="{CD11030C-D4AC-4F37-A72F-13B7307DA009}" dt="2023-10-30T03:21:39.393" v="0"/>
        <pc:sldMkLst>
          <pc:docMk/>
          <pc:sldMk cId="0" sldId="392"/>
        </pc:sldMkLst>
      </pc:sldChg>
      <pc:sldChg chg="add">
        <pc:chgData name="Zailan Arabee Abdul Salam" userId="5bc04053-34d1-46af-a9d4-ff754460ad4b" providerId="ADAL" clId="{CD11030C-D4AC-4F37-A72F-13B7307DA009}" dt="2023-10-30T03:21:39.393" v="0"/>
        <pc:sldMkLst>
          <pc:docMk/>
          <pc:sldMk cId="0" sldId="393"/>
        </pc:sldMkLst>
      </pc:sldChg>
      <pc:sldChg chg="add">
        <pc:chgData name="Zailan Arabee Abdul Salam" userId="5bc04053-34d1-46af-a9d4-ff754460ad4b" providerId="ADAL" clId="{CD11030C-D4AC-4F37-A72F-13B7307DA009}" dt="2023-10-30T03:21:39.393" v="0"/>
        <pc:sldMkLst>
          <pc:docMk/>
          <pc:sldMk cId="0" sldId="394"/>
        </pc:sldMkLst>
      </pc:sldChg>
      <pc:sldChg chg="add">
        <pc:chgData name="Zailan Arabee Abdul Salam" userId="5bc04053-34d1-46af-a9d4-ff754460ad4b" providerId="ADAL" clId="{CD11030C-D4AC-4F37-A72F-13B7307DA009}" dt="2023-10-30T03:21:39.393" v="0"/>
        <pc:sldMkLst>
          <pc:docMk/>
          <pc:sldMk cId="0" sldId="395"/>
        </pc:sldMkLst>
      </pc:sldChg>
      <pc:sldChg chg="add">
        <pc:chgData name="Zailan Arabee Abdul Salam" userId="5bc04053-34d1-46af-a9d4-ff754460ad4b" providerId="ADAL" clId="{CD11030C-D4AC-4F37-A72F-13B7307DA009}" dt="2023-10-30T03:21:39.393" v="0"/>
        <pc:sldMkLst>
          <pc:docMk/>
          <pc:sldMk cId="0" sldId="396"/>
        </pc:sldMkLst>
      </pc:sldChg>
    </pc:docChg>
  </pc:docChgLst>
  <pc:docChgLst>
    <pc:chgData name="Zailan Arabee Abdul Salam" userId="5bc04053-34d1-46af-a9d4-ff754460ad4b" providerId="ADAL" clId="{15765617-B2B5-4B1C-9860-B69577C533DF}"/>
    <pc:docChg chg="addSld delSld modSld modSection">
      <pc:chgData name="Zailan Arabee Abdul Salam" userId="5bc04053-34d1-46af-a9d4-ff754460ad4b" providerId="ADAL" clId="{15765617-B2B5-4B1C-9860-B69577C533DF}" dt="2023-10-30T03:27:37.020" v="2" actId="47"/>
      <pc:docMkLst>
        <pc:docMk/>
      </pc:docMkLst>
      <pc:sldChg chg="del">
        <pc:chgData name="Zailan Arabee Abdul Salam" userId="5bc04053-34d1-46af-a9d4-ff754460ad4b" providerId="ADAL" clId="{15765617-B2B5-4B1C-9860-B69577C533DF}" dt="2023-10-30T03:27:37.020" v="2" actId="47"/>
        <pc:sldMkLst>
          <pc:docMk/>
          <pc:sldMk cId="0" sldId="260"/>
        </pc:sldMkLst>
      </pc:sldChg>
      <pc:sldChg chg="del">
        <pc:chgData name="Zailan Arabee Abdul Salam" userId="5bc04053-34d1-46af-a9d4-ff754460ad4b" providerId="ADAL" clId="{15765617-B2B5-4B1C-9860-B69577C533DF}" dt="2023-10-30T03:27:37.020" v="2" actId="47"/>
        <pc:sldMkLst>
          <pc:docMk/>
          <pc:sldMk cId="0" sldId="261"/>
        </pc:sldMkLst>
      </pc:sldChg>
      <pc:sldChg chg="del">
        <pc:chgData name="Zailan Arabee Abdul Salam" userId="5bc04053-34d1-46af-a9d4-ff754460ad4b" providerId="ADAL" clId="{15765617-B2B5-4B1C-9860-B69577C533DF}" dt="2023-10-30T03:27:37.020" v="2" actId="47"/>
        <pc:sldMkLst>
          <pc:docMk/>
          <pc:sldMk cId="4027869332" sldId="271"/>
        </pc:sldMkLst>
      </pc:sldChg>
      <pc:sldChg chg="del">
        <pc:chgData name="Zailan Arabee Abdul Salam" userId="5bc04053-34d1-46af-a9d4-ff754460ad4b" providerId="ADAL" clId="{15765617-B2B5-4B1C-9860-B69577C533DF}" dt="2023-10-30T03:27:37.020" v="2" actId="47"/>
        <pc:sldMkLst>
          <pc:docMk/>
          <pc:sldMk cId="0" sldId="275"/>
        </pc:sldMkLst>
      </pc:sldChg>
      <pc:sldChg chg="del">
        <pc:chgData name="Zailan Arabee Abdul Salam" userId="5bc04053-34d1-46af-a9d4-ff754460ad4b" providerId="ADAL" clId="{15765617-B2B5-4B1C-9860-B69577C533DF}" dt="2023-10-30T03:27:37.020" v="2" actId="47"/>
        <pc:sldMkLst>
          <pc:docMk/>
          <pc:sldMk cId="0" sldId="277"/>
        </pc:sldMkLst>
      </pc:sldChg>
      <pc:sldChg chg="del">
        <pc:chgData name="Zailan Arabee Abdul Salam" userId="5bc04053-34d1-46af-a9d4-ff754460ad4b" providerId="ADAL" clId="{15765617-B2B5-4B1C-9860-B69577C533DF}" dt="2023-10-30T03:27:37.020" v="2" actId="47"/>
        <pc:sldMkLst>
          <pc:docMk/>
          <pc:sldMk cId="3225035349" sldId="280"/>
        </pc:sldMkLst>
      </pc:sldChg>
      <pc:sldChg chg="del">
        <pc:chgData name="Zailan Arabee Abdul Salam" userId="5bc04053-34d1-46af-a9d4-ff754460ad4b" providerId="ADAL" clId="{15765617-B2B5-4B1C-9860-B69577C533DF}" dt="2023-10-30T03:27:37.020" v="2" actId="47"/>
        <pc:sldMkLst>
          <pc:docMk/>
          <pc:sldMk cId="2979819931" sldId="281"/>
        </pc:sldMkLst>
      </pc:sldChg>
      <pc:sldChg chg="del">
        <pc:chgData name="Zailan Arabee Abdul Salam" userId="5bc04053-34d1-46af-a9d4-ff754460ad4b" providerId="ADAL" clId="{15765617-B2B5-4B1C-9860-B69577C533DF}" dt="2023-10-30T03:27:37.020" v="2" actId="47"/>
        <pc:sldMkLst>
          <pc:docMk/>
          <pc:sldMk cId="2994277211" sldId="284"/>
        </pc:sldMkLst>
      </pc:sldChg>
      <pc:sldChg chg="del">
        <pc:chgData name="Zailan Arabee Abdul Salam" userId="5bc04053-34d1-46af-a9d4-ff754460ad4b" providerId="ADAL" clId="{15765617-B2B5-4B1C-9860-B69577C533DF}" dt="2023-10-30T03:27:37.020" v="2" actId="47"/>
        <pc:sldMkLst>
          <pc:docMk/>
          <pc:sldMk cId="894897432" sldId="285"/>
        </pc:sldMkLst>
      </pc:sldChg>
      <pc:sldChg chg="del">
        <pc:chgData name="Zailan Arabee Abdul Salam" userId="5bc04053-34d1-46af-a9d4-ff754460ad4b" providerId="ADAL" clId="{15765617-B2B5-4B1C-9860-B69577C533DF}" dt="2023-10-30T03:27:37.020" v="2" actId="47"/>
        <pc:sldMkLst>
          <pc:docMk/>
          <pc:sldMk cId="2083618775" sldId="286"/>
        </pc:sldMkLst>
      </pc:sldChg>
      <pc:sldChg chg="del">
        <pc:chgData name="Zailan Arabee Abdul Salam" userId="5bc04053-34d1-46af-a9d4-ff754460ad4b" providerId="ADAL" clId="{15765617-B2B5-4B1C-9860-B69577C533DF}" dt="2023-10-30T03:27:37.020" v="2" actId="47"/>
        <pc:sldMkLst>
          <pc:docMk/>
          <pc:sldMk cId="3831505793" sldId="287"/>
        </pc:sldMkLst>
      </pc:sldChg>
      <pc:sldChg chg="del">
        <pc:chgData name="Zailan Arabee Abdul Salam" userId="5bc04053-34d1-46af-a9d4-ff754460ad4b" providerId="ADAL" clId="{15765617-B2B5-4B1C-9860-B69577C533DF}" dt="2023-10-30T03:27:37.020" v="2" actId="47"/>
        <pc:sldMkLst>
          <pc:docMk/>
          <pc:sldMk cId="0" sldId="288"/>
        </pc:sldMkLst>
      </pc:sldChg>
      <pc:sldChg chg="del">
        <pc:chgData name="Zailan Arabee Abdul Salam" userId="5bc04053-34d1-46af-a9d4-ff754460ad4b" providerId="ADAL" clId="{15765617-B2B5-4B1C-9860-B69577C533DF}" dt="2023-10-30T03:27:37.020" v="2" actId="47"/>
        <pc:sldMkLst>
          <pc:docMk/>
          <pc:sldMk cId="1147883940" sldId="289"/>
        </pc:sldMkLst>
      </pc:sldChg>
      <pc:sldChg chg="del">
        <pc:chgData name="Zailan Arabee Abdul Salam" userId="5bc04053-34d1-46af-a9d4-ff754460ad4b" providerId="ADAL" clId="{15765617-B2B5-4B1C-9860-B69577C533DF}" dt="2023-10-30T03:27:37.020" v="2" actId="47"/>
        <pc:sldMkLst>
          <pc:docMk/>
          <pc:sldMk cId="1929223683" sldId="290"/>
        </pc:sldMkLst>
      </pc:sldChg>
      <pc:sldChg chg="del">
        <pc:chgData name="Zailan Arabee Abdul Salam" userId="5bc04053-34d1-46af-a9d4-ff754460ad4b" providerId="ADAL" clId="{15765617-B2B5-4B1C-9860-B69577C533DF}" dt="2023-10-30T03:27:37.020" v="2" actId="47"/>
        <pc:sldMkLst>
          <pc:docMk/>
          <pc:sldMk cId="14364869" sldId="294"/>
        </pc:sldMkLst>
      </pc:sldChg>
      <pc:sldChg chg="del">
        <pc:chgData name="Zailan Arabee Abdul Salam" userId="5bc04053-34d1-46af-a9d4-ff754460ad4b" providerId="ADAL" clId="{15765617-B2B5-4B1C-9860-B69577C533DF}" dt="2023-10-30T03:27:37.020" v="2" actId="47"/>
        <pc:sldMkLst>
          <pc:docMk/>
          <pc:sldMk cId="393804965" sldId="295"/>
        </pc:sldMkLst>
      </pc:sldChg>
      <pc:sldChg chg="del">
        <pc:chgData name="Zailan Arabee Abdul Salam" userId="5bc04053-34d1-46af-a9d4-ff754460ad4b" providerId="ADAL" clId="{15765617-B2B5-4B1C-9860-B69577C533DF}" dt="2023-10-30T03:27:37.020" v="2" actId="47"/>
        <pc:sldMkLst>
          <pc:docMk/>
          <pc:sldMk cId="4053078876" sldId="296"/>
        </pc:sldMkLst>
      </pc:sldChg>
      <pc:sldChg chg="del">
        <pc:chgData name="Zailan Arabee Abdul Salam" userId="5bc04053-34d1-46af-a9d4-ff754460ad4b" providerId="ADAL" clId="{15765617-B2B5-4B1C-9860-B69577C533DF}" dt="2023-10-30T03:27:37.020" v="2" actId="47"/>
        <pc:sldMkLst>
          <pc:docMk/>
          <pc:sldMk cId="3067589673" sldId="297"/>
        </pc:sldMkLst>
      </pc:sldChg>
      <pc:sldChg chg="del">
        <pc:chgData name="Zailan Arabee Abdul Salam" userId="5bc04053-34d1-46af-a9d4-ff754460ad4b" providerId="ADAL" clId="{15765617-B2B5-4B1C-9860-B69577C533DF}" dt="2023-10-30T03:27:37.020" v="2" actId="47"/>
        <pc:sldMkLst>
          <pc:docMk/>
          <pc:sldMk cId="0" sldId="311"/>
        </pc:sldMkLst>
      </pc:sldChg>
      <pc:sldChg chg="del">
        <pc:chgData name="Zailan Arabee Abdul Salam" userId="5bc04053-34d1-46af-a9d4-ff754460ad4b" providerId="ADAL" clId="{15765617-B2B5-4B1C-9860-B69577C533DF}" dt="2023-10-30T03:27:37.020" v="2" actId="47"/>
        <pc:sldMkLst>
          <pc:docMk/>
          <pc:sldMk cId="0" sldId="312"/>
        </pc:sldMkLst>
      </pc:sldChg>
      <pc:sldChg chg="del">
        <pc:chgData name="Zailan Arabee Abdul Salam" userId="5bc04053-34d1-46af-a9d4-ff754460ad4b" providerId="ADAL" clId="{15765617-B2B5-4B1C-9860-B69577C533DF}" dt="2023-10-30T03:27:37.020" v="2" actId="47"/>
        <pc:sldMkLst>
          <pc:docMk/>
          <pc:sldMk cId="0" sldId="315"/>
        </pc:sldMkLst>
      </pc:sldChg>
      <pc:sldChg chg="del">
        <pc:chgData name="Zailan Arabee Abdul Salam" userId="5bc04053-34d1-46af-a9d4-ff754460ad4b" providerId="ADAL" clId="{15765617-B2B5-4B1C-9860-B69577C533DF}" dt="2023-10-30T03:27:37.020" v="2" actId="47"/>
        <pc:sldMkLst>
          <pc:docMk/>
          <pc:sldMk cId="2528312682" sldId="323"/>
        </pc:sldMkLst>
      </pc:sldChg>
      <pc:sldChg chg="del">
        <pc:chgData name="Zailan Arabee Abdul Salam" userId="5bc04053-34d1-46af-a9d4-ff754460ad4b" providerId="ADAL" clId="{15765617-B2B5-4B1C-9860-B69577C533DF}" dt="2023-10-30T03:27:37.020" v="2" actId="47"/>
        <pc:sldMkLst>
          <pc:docMk/>
          <pc:sldMk cId="764497266" sldId="332"/>
        </pc:sldMkLst>
      </pc:sldChg>
      <pc:sldChg chg="del">
        <pc:chgData name="Zailan Arabee Abdul Salam" userId="5bc04053-34d1-46af-a9d4-ff754460ad4b" providerId="ADAL" clId="{15765617-B2B5-4B1C-9860-B69577C533DF}" dt="2023-10-30T03:27:37.020" v="2" actId="47"/>
        <pc:sldMkLst>
          <pc:docMk/>
          <pc:sldMk cId="2763272302" sldId="348"/>
        </pc:sldMkLst>
      </pc:sldChg>
      <pc:sldChg chg="add">
        <pc:chgData name="Zailan Arabee Abdul Salam" userId="5bc04053-34d1-46af-a9d4-ff754460ad4b" providerId="ADAL" clId="{15765617-B2B5-4B1C-9860-B69577C533DF}" dt="2023-10-30T03:27:24.188" v="0"/>
        <pc:sldMkLst>
          <pc:docMk/>
          <pc:sldMk cId="0" sldId="405"/>
        </pc:sldMkLst>
      </pc:sldChg>
      <pc:sldChg chg="add">
        <pc:chgData name="Zailan Arabee Abdul Salam" userId="5bc04053-34d1-46af-a9d4-ff754460ad4b" providerId="ADAL" clId="{15765617-B2B5-4B1C-9860-B69577C533DF}" dt="2023-10-30T03:27:24.188" v="0"/>
        <pc:sldMkLst>
          <pc:docMk/>
          <pc:sldMk cId="0" sldId="406"/>
        </pc:sldMkLst>
      </pc:sldChg>
      <pc:sldChg chg="add">
        <pc:chgData name="Zailan Arabee Abdul Salam" userId="5bc04053-34d1-46af-a9d4-ff754460ad4b" providerId="ADAL" clId="{15765617-B2B5-4B1C-9860-B69577C533DF}" dt="2023-10-30T03:27:24.188" v="0"/>
        <pc:sldMkLst>
          <pc:docMk/>
          <pc:sldMk cId="0" sldId="407"/>
        </pc:sldMkLst>
      </pc:sldChg>
      <pc:sldChg chg="add">
        <pc:chgData name="Zailan Arabee Abdul Salam" userId="5bc04053-34d1-46af-a9d4-ff754460ad4b" providerId="ADAL" clId="{15765617-B2B5-4B1C-9860-B69577C533DF}" dt="2023-10-30T03:27:24.188" v="0"/>
        <pc:sldMkLst>
          <pc:docMk/>
          <pc:sldMk cId="0" sldId="408"/>
        </pc:sldMkLst>
      </pc:sldChg>
      <pc:sldChg chg="add">
        <pc:chgData name="Zailan Arabee Abdul Salam" userId="5bc04053-34d1-46af-a9d4-ff754460ad4b" providerId="ADAL" clId="{15765617-B2B5-4B1C-9860-B69577C533DF}" dt="2023-10-30T03:27:24.188" v="0"/>
        <pc:sldMkLst>
          <pc:docMk/>
          <pc:sldMk cId="0" sldId="409"/>
        </pc:sldMkLst>
      </pc:sldChg>
      <pc:sldChg chg="add">
        <pc:chgData name="Zailan Arabee Abdul Salam" userId="5bc04053-34d1-46af-a9d4-ff754460ad4b" providerId="ADAL" clId="{15765617-B2B5-4B1C-9860-B69577C533DF}" dt="2023-10-30T03:27:24.188" v="0"/>
        <pc:sldMkLst>
          <pc:docMk/>
          <pc:sldMk cId="0" sldId="410"/>
        </pc:sldMkLst>
      </pc:sldChg>
      <pc:sldChg chg="add">
        <pc:chgData name="Zailan Arabee Abdul Salam" userId="5bc04053-34d1-46af-a9d4-ff754460ad4b" providerId="ADAL" clId="{15765617-B2B5-4B1C-9860-B69577C533DF}" dt="2023-10-30T03:27:24.188" v="0"/>
        <pc:sldMkLst>
          <pc:docMk/>
          <pc:sldMk cId="0" sldId="411"/>
        </pc:sldMkLst>
      </pc:sldChg>
      <pc:sldChg chg="add">
        <pc:chgData name="Zailan Arabee Abdul Salam" userId="5bc04053-34d1-46af-a9d4-ff754460ad4b" providerId="ADAL" clId="{15765617-B2B5-4B1C-9860-B69577C533DF}" dt="2023-10-30T03:27:24.188" v="0"/>
        <pc:sldMkLst>
          <pc:docMk/>
          <pc:sldMk cId="0" sldId="412"/>
        </pc:sldMkLst>
      </pc:sldChg>
      <pc:sldChg chg="add">
        <pc:chgData name="Zailan Arabee Abdul Salam" userId="5bc04053-34d1-46af-a9d4-ff754460ad4b" providerId="ADAL" clId="{15765617-B2B5-4B1C-9860-B69577C533DF}" dt="2023-10-30T03:27:24.188" v="0"/>
        <pc:sldMkLst>
          <pc:docMk/>
          <pc:sldMk cId="0" sldId="413"/>
        </pc:sldMkLst>
      </pc:sldChg>
      <pc:sldChg chg="add">
        <pc:chgData name="Zailan Arabee Abdul Salam" userId="5bc04053-34d1-46af-a9d4-ff754460ad4b" providerId="ADAL" clId="{15765617-B2B5-4B1C-9860-B69577C533DF}" dt="2023-10-30T03:27:24.188" v="0"/>
        <pc:sldMkLst>
          <pc:docMk/>
          <pc:sldMk cId="0" sldId="414"/>
        </pc:sldMkLst>
      </pc:sldChg>
      <pc:sldChg chg="add">
        <pc:chgData name="Zailan Arabee Abdul Salam" userId="5bc04053-34d1-46af-a9d4-ff754460ad4b" providerId="ADAL" clId="{15765617-B2B5-4B1C-9860-B69577C533DF}" dt="2023-10-30T03:27:24.188" v="0"/>
        <pc:sldMkLst>
          <pc:docMk/>
          <pc:sldMk cId="0" sldId="415"/>
        </pc:sldMkLst>
      </pc:sldChg>
      <pc:sldChg chg="add">
        <pc:chgData name="Zailan Arabee Abdul Salam" userId="5bc04053-34d1-46af-a9d4-ff754460ad4b" providerId="ADAL" clId="{15765617-B2B5-4B1C-9860-B69577C533DF}" dt="2023-10-30T03:27:24.188" v="0"/>
        <pc:sldMkLst>
          <pc:docMk/>
          <pc:sldMk cId="0" sldId="416"/>
        </pc:sldMkLst>
      </pc:sldChg>
      <pc:sldChg chg="add">
        <pc:chgData name="Zailan Arabee Abdul Salam" userId="5bc04053-34d1-46af-a9d4-ff754460ad4b" providerId="ADAL" clId="{15765617-B2B5-4B1C-9860-B69577C533DF}" dt="2023-10-30T03:27:24.188" v="0"/>
        <pc:sldMkLst>
          <pc:docMk/>
          <pc:sldMk cId="0" sldId="417"/>
        </pc:sldMkLst>
      </pc:sldChg>
      <pc:sldChg chg="add">
        <pc:chgData name="Zailan Arabee Abdul Salam" userId="5bc04053-34d1-46af-a9d4-ff754460ad4b" providerId="ADAL" clId="{15765617-B2B5-4B1C-9860-B69577C533DF}" dt="2023-10-30T03:27:24.188" v="0"/>
        <pc:sldMkLst>
          <pc:docMk/>
          <pc:sldMk cId="0" sldId="418"/>
        </pc:sldMkLst>
      </pc:sldChg>
      <pc:sldChg chg="add">
        <pc:chgData name="Zailan Arabee Abdul Salam" userId="5bc04053-34d1-46af-a9d4-ff754460ad4b" providerId="ADAL" clId="{15765617-B2B5-4B1C-9860-B69577C533DF}" dt="2023-10-30T03:27:24.188" v="0"/>
        <pc:sldMkLst>
          <pc:docMk/>
          <pc:sldMk cId="0" sldId="419"/>
        </pc:sldMkLst>
      </pc:sldChg>
      <pc:sldChg chg="add">
        <pc:chgData name="Zailan Arabee Abdul Salam" userId="5bc04053-34d1-46af-a9d4-ff754460ad4b" providerId="ADAL" clId="{15765617-B2B5-4B1C-9860-B69577C533DF}" dt="2023-10-30T03:27:24.188" v="0"/>
        <pc:sldMkLst>
          <pc:docMk/>
          <pc:sldMk cId="0" sldId="420"/>
        </pc:sldMkLst>
      </pc:sldChg>
      <pc:sldChg chg="add">
        <pc:chgData name="Zailan Arabee Abdul Salam" userId="5bc04053-34d1-46af-a9d4-ff754460ad4b" providerId="ADAL" clId="{15765617-B2B5-4B1C-9860-B69577C533DF}" dt="2023-10-30T03:27:24.188" v="0"/>
        <pc:sldMkLst>
          <pc:docMk/>
          <pc:sldMk cId="0" sldId="421"/>
        </pc:sldMkLst>
      </pc:sldChg>
      <pc:sldChg chg="add">
        <pc:chgData name="Zailan Arabee Abdul Salam" userId="5bc04053-34d1-46af-a9d4-ff754460ad4b" providerId="ADAL" clId="{15765617-B2B5-4B1C-9860-B69577C533DF}" dt="2023-10-30T03:27:24.188" v="0"/>
        <pc:sldMkLst>
          <pc:docMk/>
          <pc:sldMk cId="0" sldId="422"/>
        </pc:sldMkLst>
      </pc:sldChg>
      <pc:sldChg chg="add">
        <pc:chgData name="Zailan Arabee Abdul Salam" userId="5bc04053-34d1-46af-a9d4-ff754460ad4b" providerId="ADAL" clId="{15765617-B2B5-4B1C-9860-B69577C533DF}" dt="2023-10-30T03:27:24.188" v="0"/>
        <pc:sldMkLst>
          <pc:docMk/>
          <pc:sldMk cId="0" sldId="423"/>
        </pc:sldMkLst>
      </pc:sldChg>
      <pc:sldChg chg="add">
        <pc:chgData name="Zailan Arabee Abdul Salam" userId="5bc04053-34d1-46af-a9d4-ff754460ad4b" providerId="ADAL" clId="{15765617-B2B5-4B1C-9860-B69577C533DF}" dt="2023-10-30T03:27:24.188" v="0"/>
        <pc:sldMkLst>
          <pc:docMk/>
          <pc:sldMk cId="0" sldId="424"/>
        </pc:sldMkLst>
      </pc:sldChg>
      <pc:sldChg chg="add">
        <pc:chgData name="Zailan Arabee Abdul Salam" userId="5bc04053-34d1-46af-a9d4-ff754460ad4b" providerId="ADAL" clId="{15765617-B2B5-4B1C-9860-B69577C533DF}" dt="2023-10-30T03:27:24.188" v="0"/>
        <pc:sldMkLst>
          <pc:docMk/>
          <pc:sldMk cId="0" sldId="425"/>
        </pc:sldMkLst>
      </pc:sldChg>
      <pc:sldChg chg="add">
        <pc:chgData name="Zailan Arabee Abdul Salam" userId="5bc04053-34d1-46af-a9d4-ff754460ad4b" providerId="ADAL" clId="{15765617-B2B5-4B1C-9860-B69577C533DF}" dt="2023-10-30T03:27:24.188" v="0"/>
        <pc:sldMkLst>
          <pc:docMk/>
          <pc:sldMk cId="0" sldId="427"/>
        </pc:sldMkLst>
      </pc:sldChg>
      <pc:sldChg chg="add">
        <pc:chgData name="Zailan Arabee Abdul Salam" userId="5bc04053-34d1-46af-a9d4-ff754460ad4b" providerId="ADAL" clId="{15765617-B2B5-4B1C-9860-B69577C533DF}" dt="2023-10-30T03:27:24.188" v="0"/>
        <pc:sldMkLst>
          <pc:docMk/>
          <pc:sldMk cId="0" sldId="428"/>
        </pc:sldMkLst>
      </pc:sldChg>
      <pc:sldChg chg="add">
        <pc:chgData name="Zailan Arabee Abdul Salam" userId="5bc04053-34d1-46af-a9d4-ff754460ad4b" providerId="ADAL" clId="{15765617-B2B5-4B1C-9860-B69577C533DF}" dt="2023-10-30T03:27:24.188" v="0"/>
        <pc:sldMkLst>
          <pc:docMk/>
          <pc:sldMk cId="0" sldId="429"/>
        </pc:sldMkLst>
      </pc:sldChg>
      <pc:sldChg chg="add">
        <pc:chgData name="Zailan Arabee Abdul Salam" userId="5bc04053-34d1-46af-a9d4-ff754460ad4b" providerId="ADAL" clId="{15765617-B2B5-4B1C-9860-B69577C533DF}" dt="2023-10-30T03:27:24.188" v="0"/>
        <pc:sldMkLst>
          <pc:docMk/>
          <pc:sldMk cId="0" sldId="431"/>
        </pc:sldMkLst>
      </pc:sldChg>
      <pc:sldChg chg="del">
        <pc:chgData name="Zailan Arabee Abdul Salam" userId="5bc04053-34d1-46af-a9d4-ff754460ad4b" providerId="ADAL" clId="{15765617-B2B5-4B1C-9860-B69577C533DF}" dt="2023-10-30T03:27:37.020" v="2" actId="47"/>
        <pc:sldMkLst>
          <pc:docMk/>
          <pc:sldMk cId="3231145266" sldId="492"/>
        </pc:sldMkLst>
      </pc:sldChg>
      <pc:sldChg chg="del">
        <pc:chgData name="Zailan Arabee Abdul Salam" userId="5bc04053-34d1-46af-a9d4-ff754460ad4b" providerId="ADAL" clId="{15765617-B2B5-4B1C-9860-B69577C533DF}" dt="2023-10-30T03:27:37.020" v="2" actId="47"/>
        <pc:sldMkLst>
          <pc:docMk/>
          <pc:sldMk cId="3142129247" sldId="493"/>
        </pc:sldMkLst>
      </pc:sldChg>
      <pc:sldChg chg="del">
        <pc:chgData name="Zailan Arabee Abdul Salam" userId="5bc04053-34d1-46af-a9d4-ff754460ad4b" providerId="ADAL" clId="{15765617-B2B5-4B1C-9860-B69577C533DF}" dt="2023-10-30T03:27:37.020" v="2" actId="47"/>
        <pc:sldMkLst>
          <pc:docMk/>
          <pc:sldMk cId="1780427012" sldId="494"/>
        </pc:sldMkLst>
      </pc:sldChg>
      <pc:sldChg chg="del">
        <pc:chgData name="Zailan Arabee Abdul Salam" userId="5bc04053-34d1-46af-a9d4-ff754460ad4b" providerId="ADAL" clId="{15765617-B2B5-4B1C-9860-B69577C533DF}" dt="2023-10-30T03:27:37.020" v="2" actId="47"/>
        <pc:sldMkLst>
          <pc:docMk/>
          <pc:sldMk cId="3959013417" sldId="495"/>
        </pc:sldMkLst>
      </pc:sldChg>
      <pc:sldChg chg="del">
        <pc:chgData name="Zailan Arabee Abdul Salam" userId="5bc04053-34d1-46af-a9d4-ff754460ad4b" providerId="ADAL" clId="{15765617-B2B5-4B1C-9860-B69577C533DF}" dt="2023-10-30T03:27:37.020" v="2" actId="47"/>
        <pc:sldMkLst>
          <pc:docMk/>
          <pc:sldMk cId="2071056352" sldId="496"/>
        </pc:sldMkLst>
      </pc:sldChg>
      <pc:sldChg chg="del">
        <pc:chgData name="Zailan Arabee Abdul Salam" userId="5bc04053-34d1-46af-a9d4-ff754460ad4b" providerId="ADAL" clId="{15765617-B2B5-4B1C-9860-B69577C533DF}" dt="2023-10-30T03:27:37.020" v="2" actId="47"/>
        <pc:sldMkLst>
          <pc:docMk/>
          <pc:sldMk cId="1399879192" sldId="497"/>
        </pc:sldMkLst>
      </pc:sldChg>
      <pc:sldChg chg="del">
        <pc:chgData name="Zailan Arabee Abdul Salam" userId="5bc04053-34d1-46af-a9d4-ff754460ad4b" providerId="ADAL" clId="{15765617-B2B5-4B1C-9860-B69577C533DF}" dt="2023-10-30T03:27:37.020" v="2" actId="47"/>
        <pc:sldMkLst>
          <pc:docMk/>
          <pc:sldMk cId="2660146254" sldId="531"/>
        </pc:sldMkLst>
      </pc:sldChg>
      <pc:sldChg chg="del">
        <pc:chgData name="Zailan Arabee Abdul Salam" userId="5bc04053-34d1-46af-a9d4-ff754460ad4b" providerId="ADAL" clId="{15765617-B2B5-4B1C-9860-B69577C533DF}" dt="2023-10-30T03:27:37.020" v="2" actId="47"/>
        <pc:sldMkLst>
          <pc:docMk/>
          <pc:sldMk cId="1056397220" sldId="532"/>
        </pc:sldMkLst>
      </pc:sldChg>
      <pc:sldChg chg="del">
        <pc:chgData name="Zailan Arabee Abdul Salam" userId="5bc04053-34d1-46af-a9d4-ff754460ad4b" providerId="ADAL" clId="{15765617-B2B5-4B1C-9860-B69577C533DF}" dt="2023-10-30T03:27:37.020" v="2" actId="47"/>
        <pc:sldMkLst>
          <pc:docMk/>
          <pc:sldMk cId="2738791202" sldId="533"/>
        </pc:sldMkLst>
      </pc:sldChg>
      <pc:sldChg chg="del">
        <pc:chgData name="Zailan Arabee Abdul Salam" userId="5bc04053-34d1-46af-a9d4-ff754460ad4b" providerId="ADAL" clId="{15765617-B2B5-4B1C-9860-B69577C533DF}" dt="2023-10-30T03:27:37.020" v="2" actId="47"/>
        <pc:sldMkLst>
          <pc:docMk/>
          <pc:sldMk cId="3145607291" sldId="534"/>
        </pc:sldMkLst>
      </pc:sldChg>
      <pc:sldChg chg="del">
        <pc:chgData name="Zailan Arabee Abdul Salam" userId="5bc04053-34d1-46af-a9d4-ff754460ad4b" providerId="ADAL" clId="{15765617-B2B5-4B1C-9860-B69577C533DF}" dt="2023-10-30T03:27:37.020" v="2" actId="47"/>
        <pc:sldMkLst>
          <pc:docMk/>
          <pc:sldMk cId="0" sldId="569"/>
        </pc:sldMkLst>
      </pc:sldChg>
      <pc:sldChg chg="del">
        <pc:chgData name="Zailan Arabee Abdul Salam" userId="5bc04053-34d1-46af-a9d4-ff754460ad4b" providerId="ADAL" clId="{15765617-B2B5-4B1C-9860-B69577C533DF}" dt="2023-10-30T03:27:37.020" v="2" actId="47"/>
        <pc:sldMkLst>
          <pc:docMk/>
          <pc:sldMk cId="0" sldId="577"/>
        </pc:sldMkLst>
      </pc:sldChg>
      <pc:sldChg chg="del">
        <pc:chgData name="Zailan Arabee Abdul Salam" userId="5bc04053-34d1-46af-a9d4-ff754460ad4b" providerId="ADAL" clId="{15765617-B2B5-4B1C-9860-B69577C533DF}" dt="2023-10-30T03:27:37.020" v="2" actId="47"/>
        <pc:sldMkLst>
          <pc:docMk/>
          <pc:sldMk cId="0" sldId="578"/>
        </pc:sldMkLst>
      </pc:sldChg>
      <pc:sldChg chg="del">
        <pc:chgData name="Zailan Arabee Abdul Salam" userId="5bc04053-34d1-46af-a9d4-ff754460ad4b" providerId="ADAL" clId="{15765617-B2B5-4B1C-9860-B69577C533DF}" dt="2023-10-30T03:27:37.020" v="2" actId="47"/>
        <pc:sldMkLst>
          <pc:docMk/>
          <pc:sldMk cId="0" sldId="579"/>
        </pc:sldMkLst>
      </pc:sldChg>
      <pc:sldChg chg="del">
        <pc:chgData name="Zailan Arabee Abdul Salam" userId="5bc04053-34d1-46af-a9d4-ff754460ad4b" providerId="ADAL" clId="{15765617-B2B5-4B1C-9860-B69577C533DF}" dt="2023-10-30T03:27:37.020" v="2" actId="47"/>
        <pc:sldMkLst>
          <pc:docMk/>
          <pc:sldMk cId="0" sldId="580"/>
        </pc:sldMkLst>
      </pc:sldChg>
      <pc:sldChg chg="del">
        <pc:chgData name="Zailan Arabee Abdul Salam" userId="5bc04053-34d1-46af-a9d4-ff754460ad4b" providerId="ADAL" clId="{15765617-B2B5-4B1C-9860-B69577C533DF}" dt="2023-10-30T03:27:37.020" v="2" actId="47"/>
        <pc:sldMkLst>
          <pc:docMk/>
          <pc:sldMk cId="1257055625" sldId="1200"/>
        </pc:sldMkLst>
      </pc:sldChg>
      <pc:sldChg chg="del">
        <pc:chgData name="Zailan Arabee Abdul Salam" userId="5bc04053-34d1-46af-a9d4-ff754460ad4b" providerId="ADAL" clId="{15765617-B2B5-4B1C-9860-B69577C533DF}" dt="2023-10-30T03:27:37.020" v="2" actId="47"/>
        <pc:sldMkLst>
          <pc:docMk/>
          <pc:sldMk cId="1620312096" sldId="1201"/>
        </pc:sldMkLst>
      </pc:sldChg>
      <pc:sldChg chg="del">
        <pc:chgData name="Zailan Arabee Abdul Salam" userId="5bc04053-34d1-46af-a9d4-ff754460ad4b" providerId="ADAL" clId="{15765617-B2B5-4B1C-9860-B69577C533DF}" dt="2023-10-30T03:27:37.020" v="2" actId="47"/>
        <pc:sldMkLst>
          <pc:docMk/>
          <pc:sldMk cId="942685393" sldId="1202"/>
        </pc:sldMkLst>
      </pc:sldChg>
      <pc:sldChg chg="del">
        <pc:chgData name="Zailan Arabee Abdul Salam" userId="5bc04053-34d1-46af-a9d4-ff754460ad4b" providerId="ADAL" clId="{15765617-B2B5-4B1C-9860-B69577C533DF}" dt="2023-10-30T03:27:37.020" v="2" actId="47"/>
        <pc:sldMkLst>
          <pc:docMk/>
          <pc:sldMk cId="88058532" sldId="1211"/>
        </pc:sldMkLst>
      </pc:sldChg>
      <pc:sldChg chg="del">
        <pc:chgData name="Zailan Arabee Abdul Salam" userId="5bc04053-34d1-46af-a9d4-ff754460ad4b" providerId="ADAL" clId="{15765617-B2B5-4B1C-9860-B69577C533DF}" dt="2023-10-30T03:27:37.020" v="2" actId="47"/>
        <pc:sldMkLst>
          <pc:docMk/>
          <pc:sldMk cId="2240314709" sldId="1212"/>
        </pc:sldMkLst>
      </pc:sldChg>
      <pc:sldChg chg="del">
        <pc:chgData name="Zailan Arabee Abdul Salam" userId="5bc04053-34d1-46af-a9d4-ff754460ad4b" providerId="ADAL" clId="{15765617-B2B5-4B1C-9860-B69577C533DF}" dt="2023-10-30T03:27:37.020" v="2" actId="47"/>
        <pc:sldMkLst>
          <pc:docMk/>
          <pc:sldMk cId="4226352155" sldId="1213"/>
        </pc:sldMkLst>
      </pc:sldChg>
      <pc:sldChg chg="del">
        <pc:chgData name="Zailan Arabee Abdul Salam" userId="5bc04053-34d1-46af-a9d4-ff754460ad4b" providerId="ADAL" clId="{15765617-B2B5-4B1C-9860-B69577C533DF}" dt="2023-10-30T03:27:37.020" v="2" actId="47"/>
        <pc:sldMkLst>
          <pc:docMk/>
          <pc:sldMk cId="451448939" sldId="1214"/>
        </pc:sldMkLst>
      </pc:sldChg>
      <pc:sldChg chg="del">
        <pc:chgData name="Zailan Arabee Abdul Salam" userId="5bc04053-34d1-46af-a9d4-ff754460ad4b" providerId="ADAL" clId="{15765617-B2B5-4B1C-9860-B69577C533DF}" dt="2023-10-30T03:27:37.020" v="2" actId="47"/>
        <pc:sldMkLst>
          <pc:docMk/>
          <pc:sldMk cId="157944733" sldId="1215"/>
        </pc:sldMkLst>
      </pc:sldChg>
      <pc:sldChg chg="del">
        <pc:chgData name="Zailan Arabee Abdul Salam" userId="5bc04053-34d1-46af-a9d4-ff754460ad4b" providerId="ADAL" clId="{15765617-B2B5-4B1C-9860-B69577C533DF}" dt="2023-10-30T03:27:37.020" v="2" actId="47"/>
        <pc:sldMkLst>
          <pc:docMk/>
          <pc:sldMk cId="1339351395" sldId="1216"/>
        </pc:sldMkLst>
      </pc:sldChg>
      <pc:sldChg chg="del">
        <pc:chgData name="Zailan Arabee Abdul Salam" userId="5bc04053-34d1-46af-a9d4-ff754460ad4b" providerId="ADAL" clId="{15765617-B2B5-4B1C-9860-B69577C533DF}" dt="2023-10-30T03:27:37.020" v="2" actId="47"/>
        <pc:sldMkLst>
          <pc:docMk/>
          <pc:sldMk cId="1222543335" sldId="1217"/>
        </pc:sldMkLst>
      </pc:sldChg>
      <pc:sldChg chg="del">
        <pc:chgData name="Zailan Arabee Abdul Salam" userId="5bc04053-34d1-46af-a9d4-ff754460ad4b" providerId="ADAL" clId="{15765617-B2B5-4B1C-9860-B69577C533DF}" dt="2023-10-30T03:27:37.020" v="2" actId="47"/>
        <pc:sldMkLst>
          <pc:docMk/>
          <pc:sldMk cId="2574055479" sldId="1219"/>
        </pc:sldMkLst>
      </pc:sldChg>
      <pc:sldChg chg="del">
        <pc:chgData name="Zailan Arabee Abdul Salam" userId="5bc04053-34d1-46af-a9d4-ff754460ad4b" providerId="ADAL" clId="{15765617-B2B5-4B1C-9860-B69577C533DF}" dt="2023-10-30T03:27:37.020" v="2" actId="47"/>
        <pc:sldMkLst>
          <pc:docMk/>
          <pc:sldMk cId="2543552459" sldId="1220"/>
        </pc:sldMkLst>
      </pc:sldChg>
      <pc:sldChg chg="del">
        <pc:chgData name="Zailan Arabee Abdul Salam" userId="5bc04053-34d1-46af-a9d4-ff754460ad4b" providerId="ADAL" clId="{15765617-B2B5-4B1C-9860-B69577C533DF}" dt="2023-10-30T03:27:37.020" v="2" actId="47"/>
        <pc:sldMkLst>
          <pc:docMk/>
          <pc:sldMk cId="158344780" sldId="1221"/>
        </pc:sldMkLst>
      </pc:sldChg>
      <pc:sldChg chg="del">
        <pc:chgData name="Zailan Arabee Abdul Salam" userId="5bc04053-34d1-46af-a9d4-ff754460ad4b" providerId="ADAL" clId="{15765617-B2B5-4B1C-9860-B69577C533DF}" dt="2023-10-30T03:27:37.020" v="2" actId="47"/>
        <pc:sldMkLst>
          <pc:docMk/>
          <pc:sldMk cId="3293834506" sldId="1222"/>
        </pc:sldMkLst>
      </pc:sldChg>
      <pc:sldChg chg="del">
        <pc:chgData name="Zailan Arabee Abdul Salam" userId="5bc04053-34d1-46af-a9d4-ff754460ad4b" providerId="ADAL" clId="{15765617-B2B5-4B1C-9860-B69577C533DF}" dt="2023-10-30T03:27:37.020" v="2" actId="47"/>
        <pc:sldMkLst>
          <pc:docMk/>
          <pc:sldMk cId="1777901036" sldId="1223"/>
        </pc:sldMkLst>
      </pc:sldChg>
      <pc:sldChg chg="del">
        <pc:chgData name="Zailan Arabee Abdul Salam" userId="5bc04053-34d1-46af-a9d4-ff754460ad4b" providerId="ADAL" clId="{15765617-B2B5-4B1C-9860-B69577C533DF}" dt="2023-10-30T03:27:37.020" v="2" actId="47"/>
        <pc:sldMkLst>
          <pc:docMk/>
          <pc:sldMk cId="764643366" sldId="1224"/>
        </pc:sldMkLst>
      </pc:sldChg>
      <pc:sldChg chg="del">
        <pc:chgData name="Zailan Arabee Abdul Salam" userId="5bc04053-34d1-46af-a9d4-ff754460ad4b" providerId="ADAL" clId="{15765617-B2B5-4B1C-9860-B69577C533DF}" dt="2023-10-30T03:27:37.020" v="2" actId="47"/>
        <pc:sldMkLst>
          <pc:docMk/>
          <pc:sldMk cId="2367724023" sldId="1225"/>
        </pc:sldMkLst>
      </pc:sldChg>
      <pc:sldChg chg="del">
        <pc:chgData name="Zailan Arabee Abdul Salam" userId="5bc04053-34d1-46af-a9d4-ff754460ad4b" providerId="ADAL" clId="{15765617-B2B5-4B1C-9860-B69577C533DF}" dt="2023-10-30T03:27:37.020" v="2" actId="47"/>
        <pc:sldMkLst>
          <pc:docMk/>
          <pc:sldMk cId="936123331" sldId="1226"/>
        </pc:sldMkLst>
      </pc:sldChg>
      <pc:sldChg chg="del">
        <pc:chgData name="Zailan Arabee Abdul Salam" userId="5bc04053-34d1-46af-a9d4-ff754460ad4b" providerId="ADAL" clId="{15765617-B2B5-4B1C-9860-B69577C533DF}" dt="2023-10-30T03:27:37.020" v="2" actId="47"/>
        <pc:sldMkLst>
          <pc:docMk/>
          <pc:sldMk cId="1600039276" sldId="1227"/>
        </pc:sldMkLst>
      </pc:sldChg>
      <pc:sldChg chg="del">
        <pc:chgData name="Zailan Arabee Abdul Salam" userId="5bc04053-34d1-46af-a9d4-ff754460ad4b" providerId="ADAL" clId="{15765617-B2B5-4B1C-9860-B69577C533DF}" dt="2023-10-30T03:27:37.020" v="2" actId="47"/>
        <pc:sldMkLst>
          <pc:docMk/>
          <pc:sldMk cId="4158129888" sldId="1229"/>
        </pc:sldMkLst>
      </pc:sldChg>
      <pc:sldChg chg="del">
        <pc:chgData name="Zailan Arabee Abdul Salam" userId="5bc04053-34d1-46af-a9d4-ff754460ad4b" providerId="ADAL" clId="{15765617-B2B5-4B1C-9860-B69577C533DF}" dt="2023-10-30T03:27:37.020" v="2" actId="47"/>
        <pc:sldMkLst>
          <pc:docMk/>
          <pc:sldMk cId="1283043137" sldId="1230"/>
        </pc:sldMkLst>
      </pc:sldChg>
      <pc:sldChg chg="del">
        <pc:chgData name="Zailan Arabee Abdul Salam" userId="5bc04053-34d1-46af-a9d4-ff754460ad4b" providerId="ADAL" clId="{15765617-B2B5-4B1C-9860-B69577C533DF}" dt="2023-10-30T03:27:37.020" v="2" actId="47"/>
        <pc:sldMkLst>
          <pc:docMk/>
          <pc:sldMk cId="3745391551" sldId="1231"/>
        </pc:sldMkLst>
      </pc:sldChg>
      <pc:sldChg chg="del">
        <pc:chgData name="Zailan Arabee Abdul Salam" userId="5bc04053-34d1-46af-a9d4-ff754460ad4b" providerId="ADAL" clId="{15765617-B2B5-4B1C-9860-B69577C533DF}" dt="2023-10-30T03:27:37.020" v="2" actId="47"/>
        <pc:sldMkLst>
          <pc:docMk/>
          <pc:sldMk cId="536754208" sldId="1232"/>
        </pc:sldMkLst>
      </pc:sldChg>
      <pc:sldChg chg="del">
        <pc:chgData name="Zailan Arabee Abdul Salam" userId="5bc04053-34d1-46af-a9d4-ff754460ad4b" providerId="ADAL" clId="{15765617-B2B5-4B1C-9860-B69577C533DF}" dt="2023-10-30T03:27:37.020" v="2" actId="47"/>
        <pc:sldMkLst>
          <pc:docMk/>
          <pc:sldMk cId="2081593252" sldId="1234"/>
        </pc:sldMkLst>
      </pc:sldChg>
      <pc:sldChg chg="del">
        <pc:chgData name="Zailan Arabee Abdul Salam" userId="5bc04053-34d1-46af-a9d4-ff754460ad4b" providerId="ADAL" clId="{15765617-B2B5-4B1C-9860-B69577C533DF}" dt="2023-10-30T03:27:37.020" v="2" actId="47"/>
        <pc:sldMkLst>
          <pc:docMk/>
          <pc:sldMk cId="474274139" sldId="1235"/>
        </pc:sldMkLst>
      </pc:sldChg>
      <pc:sldChg chg="del">
        <pc:chgData name="Zailan Arabee Abdul Salam" userId="5bc04053-34d1-46af-a9d4-ff754460ad4b" providerId="ADAL" clId="{15765617-B2B5-4B1C-9860-B69577C533DF}" dt="2023-10-30T03:27:37.020" v="2" actId="47"/>
        <pc:sldMkLst>
          <pc:docMk/>
          <pc:sldMk cId="2560256601" sldId="1238"/>
        </pc:sldMkLst>
      </pc:sldChg>
      <pc:sldChg chg="del">
        <pc:chgData name="Zailan Arabee Abdul Salam" userId="5bc04053-34d1-46af-a9d4-ff754460ad4b" providerId="ADAL" clId="{15765617-B2B5-4B1C-9860-B69577C533DF}" dt="2023-10-30T03:27:26.827" v="1" actId="47"/>
        <pc:sldMkLst>
          <pc:docMk/>
          <pc:sldMk cId="0" sldId="1935"/>
        </pc:sldMkLst>
      </pc:sldChg>
      <pc:sldChg chg="del">
        <pc:chgData name="Zailan Arabee Abdul Salam" userId="5bc04053-34d1-46af-a9d4-ff754460ad4b" providerId="ADAL" clId="{15765617-B2B5-4B1C-9860-B69577C533DF}" dt="2023-10-30T03:27:37.020" v="2" actId="47"/>
        <pc:sldMkLst>
          <pc:docMk/>
          <pc:sldMk cId="0" sldId="1936"/>
        </pc:sldMkLst>
      </pc:sldChg>
      <pc:sldChg chg="del">
        <pc:chgData name="Zailan Arabee Abdul Salam" userId="5bc04053-34d1-46af-a9d4-ff754460ad4b" providerId="ADAL" clId="{15765617-B2B5-4B1C-9860-B69577C533DF}" dt="2023-10-30T03:27:37.020" v="2" actId="47"/>
        <pc:sldMkLst>
          <pc:docMk/>
          <pc:sldMk cId="2421019088" sldId="1937"/>
        </pc:sldMkLst>
      </pc:sldChg>
      <pc:sldChg chg="del">
        <pc:chgData name="Zailan Arabee Abdul Salam" userId="5bc04053-34d1-46af-a9d4-ff754460ad4b" providerId="ADAL" clId="{15765617-B2B5-4B1C-9860-B69577C533DF}" dt="2023-10-30T03:27:37.020" v="2" actId="47"/>
        <pc:sldMkLst>
          <pc:docMk/>
          <pc:sldMk cId="0" sldId="1938"/>
        </pc:sldMkLst>
      </pc:sldChg>
      <pc:sldChg chg="del">
        <pc:chgData name="Zailan Arabee Abdul Salam" userId="5bc04053-34d1-46af-a9d4-ff754460ad4b" providerId="ADAL" clId="{15765617-B2B5-4B1C-9860-B69577C533DF}" dt="2023-10-30T03:27:37.020" v="2" actId="47"/>
        <pc:sldMkLst>
          <pc:docMk/>
          <pc:sldMk cId="2513217203" sldId="1939"/>
        </pc:sldMkLst>
      </pc:sldChg>
      <pc:sldChg chg="del">
        <pc:chgData name="Zailan Arabee Abdul Salam" userId="5bc04053-34d1-46af-a9d4-ff754460ad4b" providerId="ADAL" clId="{15765617-B2B5-4B1C-9860-B69577C533DF}" dt="2023-10-30T03:27:37.020" v="2" actId="47"/>
        <pc:sldMkLst>
          <pc:docMk/>
          <pc:sldMk cId="1636985544" sldId="1940"/>
        </pc:sldMkLst>
      </pc:sldChg>
      <pc:sldChg chg="del">
        <pc:chgData name="Zailan Arabee Abdul Salam" userId="5bc04053-34d1-46af-a9d4-ff754460ad4b" providerId="ADAL" clId="{15765617-B2B5-4B1C-9860-B69577C533DF}" dt="2023-10-30T03:27:37.020" v="2" actId="47"/>
        <pc:sldMkLst>
          <pc:docMk/>
          <pc:sldMk cId="713316994" sldId="1941"/>
        </pc:sldMkLst>
      </pc:sldChg>
      <pc:sldChg chg="del">
        <pc:chgData name="Zailan Arabee Abdul Salam" userId="5bc04053-34d1-46af-a9d4-ff754460ad4b" providerId="ADAL" clId="{15765617-B2B5-4B1C-9860-B69577C533DF}" dt="2023-10-30T03:27:37.020" v="2" actId="47"/>
        <pc:sldMkLst>
          <pc:docMk/>
          <pc:sldMk cId="1845779338" sldId="1942"/>
        </pc:sldMkLst>
      </pc:sldChg>
      <pc:sldChg chg="del">
        <pc:chgData name="Zailan Arabee Abdul Salam" userId="5bc04053-34d1-46af-a9d4-ff754460ad4b" providerId="ADAL" clId="{15765617-B2B5-4B1C-9860-B69577C533DF}" dt="2023-10-30T03:27:37.020" v="2" actId="47"/>
        <pc:sldMkLst>
          <pc:docMk/>
          <pc:sldMk cId="1233749879" sldId="1943"/>
        </pc:sldMkLst>
      </pc:sldChg>
      <pc:sldChg chg="del">
        <pc:chgData name="Zailan Arabee Abdul Salam" userId="5bc04053-34d1-46af-a9d4-ff754460ad4b" providerId="ADAL" clId="{15765617-B2B5-4B1C-9860-B69577C533DF}" dt="2023-10-30T03:27:37.020" v="2" actId="47"/>
        <pc:sldMkLst>
          <pc:docMk/>
          <pc:sldMk cId="2196535212" sldId="1944"/>
        </pc:sldMkLst>
      </pc:sldChg>
      <pc:sldChg chg="del">
        <pc:chgData name="Zailan Arabee Abdul Salam" userId="5bc04053-34d1-46af-a9d4-ff754460ad4b" providerId="ADAL" clId="{15765617-B2B5-4B1C-9860-B69577C533DF}" dt="2023-10-30T03:27:37.020" v="2" actId="47"/>
        <pc:sldMkLst>
          <pc:docMk/>
          <pc:sldMk cId="2672633410" sldId="1945"/>
        </pc:sldMkLst>
      </pc:sldChg>
      <pc:sldChg chg="del">
        <pc:chgData name="Zailan Arabee Abdul Salam" userId="5bc04053-34d1-46af-a9d4-ff754460ad4b" providerId="ADAL" clId="{15765617-B2B5-4B1C-9860-B69577C533DF}" dt="2023-10-30T03:27:37.020" v="2" actId="47"/>
        <pc:sldMkLst>
          <pc:docMk/>
          <pc:sldMk cId="3874458156" sldId="1946"/>
        </pc:sldMkLst>
      </pc:sldChg>
      <pc:sldChg chg="del">
        <pc:chgData name="Zailan Arabee Abdul Salam" userId="5bc04053-34d1-46af-a9d4-ff754460ad4b" providerId="ADAL" clId="{15765617-B2B5-4B1C-9860-B69577C533DF}" dt="2023-10-30T03:27:37.020" v="2" actId="47"/>
        <pc:sldMkLst>
          <pc:docMk/>
          <pc:sldMk cId="0" sldId="1947"/>
        </pc:sldMkLst>
      </pc:sldChg>
      <pc:sldMasterChg chg="delSldLayout">
        <pc:chgData name="Zailan Arabee Abdul Salam" userId="5bc04053-34d1-46af-a9d4-ff754460ad4b" providerId="ADAL" clId="{15765617-B2B5-4B1C-9860-B69577C533DF}" dt="2023-10-30T03:27:37.020" v="2" actId="47"/>
        <pc:sldMasterMkLst>
          <pc:docMk/>
          <pc:sldMasterMk cId="0" sldId="2147483651"/>
        </pc:sldMasterMkLst>
        <pc:sldLayoutChg chg="del">
          <pc:chgData name="Zailan Arabee Abdul Salam" userId="5bc04053-34d1-46af-a9d4-ff754460ad4b" providerId="ADAL" clId="{15765617-B2B5-4B1C-9860-B69577C533DF}" dt="2023-10-30T03:27:37.020" v="2" actId="47"/>
          <pc:sldLayoutMkLst>
            <pc:docMk/>
            <pc:sldMasterMk cId="0" sldId="2147483651"/>
            <pc:sldLayoutMk cId="3394914884" sldId="2147483765"/>
          </pc:sldLayoutMkLst>
        </pc:sldLayoutChg>
        <pc:sldLayoutChg chg="del">
          <pc:chgData name="Zailan Arabee Abdul Salam" userId="5bc04053-34d1-46af-a9d4-ff754460ad4b" providerId="ADAL" clId="{15765617-B2B5-4B1C-9860-B69577C533DF}" dt="2023-10-30T03:27:37.020" v="2" actId="47"/>
          <pc:sldLayoutMkLst>
            <pc:docMk/>
            <pc:sldMasterMk cId="0" sldId="2147483651"/>
            <pc:sldLayoutMk cId="3057104794" sldId="2147483766"/>
          </pc:sldLayoutMkLst>
        </pc:sldLayoutChg>
      </pc:sldMasterChg>
    </pc:docChg>
  </pc:docChgLst>
  <pc:docChgLst>
    <pc:chgData name="Zailan Arabee Abdul Salam" userId="5bc04053-34d1-46af-a9d4-ff754460ad4b" providerId="ADAL" clId="{4FF8285E-39F7-4C24-A91D-468700658EB6}"/>
    <pc:docChg chg="addSld delSld modSld modSection">
      <pc:chgData name="Zailan Arabee Abdul Salam" userId="5bc04053-34d1-46af-a9d4-ff754460ad4b" providerId="ADAL" clId="{4FF8285E-39F7-4C24-A91D-468700658EB6}" dt="2023-10-30T03:29:31.809" v="2" actId="47"/>
      <pc:docMkLst>
        <pc:docMk/>
      </pc:docMkLst>
      <pc:sldChg chg="add">
        <pc:chgData name="Zailan Arabee Abdul Salam" userId="5bc04053-34d1-46af-a9d4-ff754460ad4b" providerId="ADAL" clId="{4FF8285E-39F7-4C24-A91D-468700658EB6}" dt="2023-10-30T03:29:19.672" v="0"/>
        <pc:sldMkLst>
          <pc:docMk/>
          <pc:sldMk cId="0" sldId="342"/>
        </pc:sldMkLst>
      </pc:sldChg>
      <pc:sldChg chg="add">
        <pc:chgData name="Zailan Arabee Abdul Salam" userId="5bc04053-34d1-46af-a9d4-ff754460ad4b" providerId="ADAL" clId="{4FF8285E-39F7-4C24-A91D-468700658EB6}" dt="2023-10-30T03:29:19.672" v="0"/>
        <pc:sldMkLst>
          <pc:docMk/>
          <pc:sldMk cId="0" sldId="364"/>
        </pc:sldMkLst>
      </pc:sldChg>
      <pc:sldChg chg="add">
        <pc:chgData name="Zailan Arabee Abdul Salam" userId="5bc04053-34d1-46af-a9d4-ff754460ad4b" providerId="ADAL" clId="{4FF8285E-39F7-4C24-A91D-468700658EB6}" dt="2023-10-30T03:29:19.672" v="0"/>
        <pc:sldMkLst>
          <pc:docMk/>
          <pc:sldMk cId="0" sldId="367"/>
        </pc:sldMkLst>
      </pc:sldChg>
      <pc:sldChg chg="add">
        <pc:chgData name="Zailan Arabee Abdul Salam" userId="5bc04053-34d1-46af-a9d4-ff754460ad4b" providerId="ADAL" clId="{4FF8285E-39F7-4C24-A91D-468700658EB6}" dt="2023-10-30T03:29:19.672" v="0"/>
        <pc:sldMkLst>
          <pc:docMk/>
          <pc:sldMk cId="0" sldId="368"/>
        </pc:sldMkLst>
      </pc:sldChg>
      <pc:sldChg chg="add">
        <pc:chgData name="Zailan Arabee Abdul Salam" userId="5bc04053-34d1-46af-a9d4-ff754460ad4b" providerId="ADAL" clId="{4FF8285E-39F7-4C24-A91D-468700658EB6}" dt="2023-10-30T03:29:19.672" v="0"/>
        <pc:sldMkLst>
          <pc:docMk/>
          <pc:sldMk cId="0" sldId="373"/>
        </pc:sldMkLst>
      </pc:sldChg>
      <pc:sldChg chg="add">
        <pc:chgData name="Zailan Arabee Abdul Salam" userId="5bc04053-34d1-46af-a9d4-ff754460ad4b" providerId="ADAL" clId="{4FF8285E-39F7-4C24-A91D-468700658EB6}" dt="2023-10-30T03:29:19.672" v="0"/>
        <pc:sldMkLst>
          <pc:docMk/>
          <pc:sldMk cId="0" sldId="377"/>
        </pc:sldMkLst>
      </pc:sldChg>
      <pc:sldChg chg="add">
        <pc:chgData name="Zailan Arabee Abdul Salam" userId="5bc04053-34d1-46af-a9d4-ff754460ad4b" providerId="ADAL" clId="{4FF8285E-39F7-4C24-A91D-468700658EB6}" dt="2023-10-30T03:29:19.672" v="0"/>
        <pc:sldMkLst>
          <pc:docMk/>
          <pc:sldMk cId="0" sldId="379"/>
        </pc:sldMkLst>
      </pc:sldChg>
      <pc:sldChg chg="add">
        <pc:chgData name="Zailan Arabee Abdul Salam" userId="5bc04053-34d1-46af-a9d4-ff754460ad4b" providerId="ADAL" clId="{4FF8285E-39F7-4C24-A91D-468700658EB6}" dt="2023-10-30T03:29:19.672" v="0"/>
        <pc:sldMkLst>
          <pc:docMk/>
          <pc:sldMk cId="0" sldId="382"/>
        </pc:sldMkLst>
      </pc:sldChg>
      <pc:sldChg chg="add">
        <pc:chgData name="Zailan Arabee Abdul Salam" userId="5bc04053-34d1-46af-a9d4-ff754460ad4b" providerId="ADAL" clId="{4FF8285E-39F7-4C24-A91D-468700658EB6}" dt="2023-10-30T03:29:19.672" v="0"/>
        <pc:sldMkLst>
          <pc:docMk/>
          <pc:sldMk cId="0" sldId="384"/>
        </pc:sldMkLst>
      </pc:sldChg>
      <pc:sldChg chg="add">
        <pc:chgData name="Zailan Arabee Abdul Salam" userId="5bc04053-34d1-46af-a9d4-ff754460ad4b" providerId="ADAL" clId="{4FF8285E-39F7-4C24-A91D-468700658EB6}" dt="2023-10-30T03:29:19.672" v="0"/>
        <pc:sldMkLst>
          <pc:docMk/>
          <pc:sldMk cId="0" sldId="385"/>
        </pc:sldMkLst>
      </pc:sldChg>
      <pc:sldChg chg="add">
        <pc:chgData name="Zailan Arabee Abdul Salam" userId="5bc04053-34d1-46af-a9d4-ff754460ad4b" providerId="ADAL" clId="{4FF8285E-39F7-4C24-A91D-468700658EB6}" dt="2023-10-30T03:29:19.672" v="0"/>
        <pc:sldMkLst>
          <pc:docMk/>
          <pc:sldMk cId="0" sldId="386"/>
        </pc:sldMkLst>
      </pc:sldChg>
      <pc:sldChg chg="add">
        <pc:chgData name="Zailan Arabee Abdul Salam" userId="5bc04053-34d1-46af-a9d4-ff754460ad4b" providerId="ADAL" clId="{4FF8285E-39F7-4C24-A91D-468700658EB6}" dt="2023-10-30T03:29:19.672" v="0"/>
        <pc:sldMkLst>
          <pc:docMk/>
          <pc:sldMk cId="0" sldId="387"/>
        </pc:sldMkLst>
      </pc:sldChg>
      <pc:sldChg chg="add">
        <pc:chgData name="Zailan Arabee Abdul Salam" userId="5bc04053-34d1-46af-a9d4-ff754460ad4b" providerId="ADAL" clId="{4FF8285E-39F7-4C24-A91D-468700658EB6}" dt="2023-10-30T03:29:19.672" v="0"/>
        <pc:sldMkLst>
          <pc:docMk/>
          <pc:sldMk cId="0" sldId="388"/>
        </pc:sldMkLst>
      </pc:sldChg>
      <pc:sldChg chg="add">
        <pc:chgData name="Zailan Arabee Abdul Salam" userId="5bc04053-34d1-46af-a9d4-ff754460ad4b" providerId="ADAL" clId="{4FF8285E-39F7-4C24-A91D-468700658EB6}" dt="2023-10-30T03:29:19.672" v="0"/>
        <pc:sldMkLst>
          <pc:docMk/>
          <pc:sldMk cId="0" sldId="389"/>
        </pc:sldMkLst>
      </pc:sldChg>
      <pc:sldChg chg="add">
        <pc:chgData name="Zailan Arabee Abdul Salam" userId="5bc04053-34d1-46af-a9d4-ff754460ad4b" providerId="ADAL" clId="{4FF8285E-39F7-4C24-A91D-468700658EB6}" dt="2023-10-30T03:29:19.672" v="0"/>
        <pc:sldMkLst>
          <pc:docMk/>
          <pc:sldMk cId="0" sldId="390"/>
        </pc:sldMkLst>
      </pc:sldChg>
      <pc:sldChg chg="add">
        <pc:chgData name="Zailan Arabee Abdul Salam" userId="5bc04053-34d1-46af-a9d4-ff754460ad4b" providerId="ADAL" clId="{4FF8285E-39F7-4C24-A91D-468700658EB6}" dt="2023-10-30T03:29:19.672" v="0"/>
        <pc:sldMkLst>
          <pc:docMk/>
          <pc:sldMk cId="0" sldId="395"/>
        </pc:sldMkLst>
      </pc:sldChg>
      <pc:sldChg chg="add">
        <pc:chgData name="Zailan Arabee Abdul Salam" userId="5bc04053-34d1-46af-a9d4-ff754460ad4b" providerId="ADAL" clId="{4FF8285E-39F7-4C24-A91D-468700658EB6}" dt="2023-10-30T03:29:19.672" v="0"/>
        <pc:sldMkLst>
          <pc:docMk/>
          <pc:sldMk cId="0" sldId="396"/>
        </pc:sldMkLst>
      </pc:sldChg>
      <pc:sldChg chg="add">
        <pc:chgData name="Zailan Arabee Abdul Salam" userId="5bc04053-34d1-46af-a9d4-ff754460ad4b" providerId="ADAL" clId="{4FF8285E-39F7-4C24-A91D-468700658EB6}" dt="2023-10-30T03:29:19.672" v="0"/>
        <pc:sldMkLst>
          <pc:docMk/>
          <pc:sldMk cId="0" sldId="397"/>
        </pc:sldMkLst>
      </pc:sldChg>
      <pc:sldChg chg="add">
        <pc:chgData name="Zailan Arabee Abdul Salam" userId="5bc04053-34d1-46af-a9d4-ff754460ad4b" providerId="ADAL" clId="{4FF8285E-39F7-4C24-A91D-468700658EB6}" dt="2023-10-30T03:29:19.672" v="0"/>
        <pc:sldMkLst>
          <pc:docMk/>
          <pc:sldMk cId="0" sldId="398"/>
        </pc:sldMkLst>
      </pc:sldChg>
      <pc:sldChg chg="add">
        <pc:chgData name="Zailan Arabee Abdul Salam" userId="5bc04053-34d1-46af-a9d4-ff754460ad4b" providerId="ADAL" clId="{4FF8285E-39F7-4C24-A91D-468700658EB6}" dt="2023-10-30T03:29:19.672" v="0"/>
        <pc:sldMkLst>
          <pc:docMk/>
          <pc:sldMk cId="0" sldId="399"/>
        </pc:sldMkLst>
      </pc:sldChg>
      <pc:sldChg chg="add">
        <pc:chgData name="Zailan Arabee Abdul Salam" userId="5bc04053-34d1-46af-a9d4-ff754460ad4b" providerId="ADAL" clId="{4FF8285E-39F7-4C24-A91D-468700658EB6}" dt="2023-10-30T03:29:19.672" v="0"/>
        <pc:sldMkLst>
          <pc:docMk/>
          <pc:sldMk cId="0" sldId="400"/>
        </pc:sldMkLst>
      </pc:sldChg>
      <pc:sldChg chg="add">
        <pc:chgData name="Zailan Arabee Abdul Salam" userId="5bc04053-34d1-46af-a9d4-ff754460ad4b" providerId="ADAL" clId="{4FF8285E-39F7-4C24-A91D-468700658EB6}" dt="2023-10-30T03:29:19.672" v="0"/>
        <pc:sldMkLst>
          <pc:docMk/>
          <pc:sldMk cId="0" sldId="401"/>
        </pc:sldMkLst>
      </pc:sldChg>
      <pc:sldChg chg="add">
        <pc:chgData name="Zailan Arabee Abdul Salam" userId="5bc04053-34d1-46af-a9d4-ff754460ad4b" providerId="ADAL" clId="{4FF8285E-39F7-4C24-A91D-468700658EB6}" dt="2023-10-30T03:29:19.672" v="0"/>
        <pc:sldMkLst>
          <pc:docMk/>
          <pc:sldMk cId="0" sldId="402"/>
        </pc:sldMkLst>
      </pc:sldChg>
      <pc:sldChg chg="add">
        <pc:chgData name="Zailan Arabee Abdul Salam" userId="5bc04053-34d1-46af-a9d4-ff754460ad4b" providerId="ADAL" clId="{4FF8285E-39F7-4C24-A91D-468700658EB6}" dt="2023-10-30T03:29:19.672" v="0"/>
        <pc:sldMkLst>
          <pc:docMk/>
          <pc:sldMk cId="0" sldId="403"/>
        </pc:sldMkLst>
      </pc:sldChg>
      <pc:sldChg chg="add">
        <pc:chgData name="Zailan Arabee Abdul Salam" userId="5bc04053-34d1-46af-a9d4-ff754460ad4b" providerId="ADAL" clId="{4FF8285E-39F7-4C24-A91D-468700658EB6}" dt="2023-10-30T03:29:19.672" v="0"/>
        <pc:sldMkLst>
          <pc:docMk/>
          <pc:sldMk cId="0" sldId="404"/>
        </pc:sldMkLst>
      </pc:sldChg>
      <pc:sldChg chg="del">
        <pc:chgData name="Zailan Arabee Abdul Salam" userId="5bc04053-34d1-46af-a9d4-ff754460ad4b" providerId="ADAL" clId="{4FF8285E-39F7-4C24-A91D-468700658EB6}" dt="2023-10-30T03:29:21.926" v="1" actId="47"/>
        <pc:sldMkLst>
          <pc:docMk/>
          <pc:sldMk cId="0" sldId="405"/>
        </pc:sldMkLst>
      </pc:sldChg>
      <pc:sldChg chg="del">
        <pc:chgData name="Zailan Arabee Abdul Salam" userId="5bc04053-34d1-46af-a9d4-ff754460ad4b" providerId="ADAL" clId="{4FF8285E-39F7-4C24-A91D-468700658EB6}" dt="2023-10-30T03:29:31.809" v="2" actId="47"/>
        <pc:sldMkLst>
          <pc:docMk/>
          <pc:sldMk cId="0" sldId="406"/>
        </pc:sldMkLst>
      </pc:sldChg>
      <pc:sldChg chg="del">
        <pc:chgData name="Zailan Arabee Abdul Salam" userId="5bc04053-34d1-46af-a9d4-ff754460ad4b" providerId="ADAL" clId="{4FF8285E-39F7-4C24-A91D-468700658EB6}" dt="2023-10-30T03:29:31.809" v="2" actId="47"/>
        <pc:sldMkLst>
          <pc:docMk/>
          <pc:sldMk cId="0" sldId="407"/>
        </pc:sldMkLst>
      </pc:sldChg>
      <pc:sldChg chg="del">
        <pc:chgData name="Zailan Arabee Abdul Salam" userId="5bc04053-34d1-46af-a9d4-ff754460ad4b" providerId="ADAL" clId="{4FF8285E-39F7-4C24-A91D-468700658EB6}" dt="2023-10-30T03:29:31.809" v="2" actId="47"/>
        <pc:sldMkLst>
          <pc:docMk/>
          <pc:sldMk cId="0" sldId="408"/>
        </pc:sldMkLst>
      </pc:sldChg>
      <pc:sldChg chg="del">
        <pc:chgData name="Zailan Arabee Abdul Salam" userId="5bc04053-34d1-46af-a9d4-ff754460ad4b" providerId="ADAL" clId="{4FF8285E-39F7-4C24-A91D-468700658EB6}" dt="2023-10-30T03:29:31.809" v="2" actId="47"/>
        <pc:sldMkLst>
          <pc:docMk/>
          <pc:sldMk cId="0" sldId="409"/>
        </pc:sldMkLst>
      </pc:sldChg>
      <pc:sldChg chg="del">
        <pc:chgData name="Zailan Arabee Abdul Salam" userId="5bc04053-34d1-46af-a9d4-ff754460ad4b" providerId="ADAL" clId="{4FF8285E-39F7-4C24-A91D-468700658EB6}" dt="2023-10-30T03:29:31.809" v="2" actId="47"/>
        <pc:sldMkLst>
          <pc:docMk/>
          <pc:sldMk cId="0" sldId="410"/>
        </pc:sldMkLst>
      </pc:sldChg>
      <pc:sldChg chg="del">
        <pc:chgData name="Zailan Arabee Abdul Salam" userId="5bc04053-34d1-46af-a9d4-ff754460ad4b" providerId="ADAL" clId="{4FF8285E-39F7-4C24-A91D-468700658EB6}" dt="2023-10-30T03:29:31.809" v="2" actId="47"/>
        <pc:sldMkLst>
          <pc:docMk/>
          <pc:sldMk cId="0" sldId="411"/>
        </pc:sldMkLst>
      </pc:sldChg>
      <pc:sldChg chg="del">
        <pc:chgData name="Zailan Arabee Abdul Salam" userId="5bc04053-34d1-46af-a9d4-ff754460ad4b" providerId="ADAL" clId="{4FF8285E-39F7-4C24-A91D-468700658EB6}" dt="2023-10-30T03:29:31.809" v="2" actId="47"/>
        <pc:sldMkLst>
          <pc:docMk/>
          <pc:sldMk cId="0" sldId="412"/>
        </pc:sldMkLst>
      </pc:sldChg>
      <pc:sldChg chg="del">
        <pc:chgData name="Zailan Arabee Abdul Salam" userId="5bc04053-34d1-46af-a9d4-ff754460ad4b" providerId="ADAL" clId="{4FF8285E-39F7-4C24-A91D-468700658EB6}" dt="2023-10-30T03:29:31.809" v="2" actId="47"/>
        <pc:sldMkLst>
          <pc:docMk/>
          <pc:sldMk cId="0" sldId="413"/>
        </pc:sldMkLst>
      </pc:sldChg>
      <pc:sldChg chg="del">
        <pc:chgData name="Zailan Arabee Abdul Salam" userId="5bc04053-34d1-46af-a9d4-ff754460ad4b" providerId="ADAL" clId="{4FF8285E-39F7-4C24-A91D-468700658EB6}" dt="2023-10-30T03:29:31.809" v="2" actId="47"/>
        <pc:sldMkLst>
          <pc:docMk/>
          <pc:sldMk cId="0" sldId="414"/>
        </pc:sldMkLst>
      </pc:sldChg>
      <pc:sldChg chg="del">
        <pc:chgData name="Zailan Arabee Abdul Salam" userId="5bc04053-34d1-46af-a9d4-ff754460ad4b" providerId="ADAL" clId="{4FF8285E-39F7-4C24-A91D-468700658EB6}" dt="2023-10-30T03:29:31.809" v="2" actId="47"/>
        <pc:sldMkLst>
          <pc:docMk/>
          <pc:sldMk cId="0" sldId="415"/>
        </pc:sldMkLst>
      </pc:sldChg>
      <pc:sldChg chg="del">
        <pc:chgData name="Zailan Arabee Abdul Salam" userId="5bc04053-34d1-46af-a9d4-ff754460ad4b" providerId="ADAL" clId="{4FF8285E-39F7-4C24-A91D-468700658EB6}" dt="2023-10-30T03:29:31.809" v="2" actId="47"/>
        <pc:sldMkLst>
          <pc:docMk/>
          <pc:sldMk cId="0" sldId="416"/>
        </pc:sldMkLst>
      </pc:sldChg>
      <pc:sldChg chg="del">
        <pc:chgData name="Zailan Arabee Abdul Salam" userId="5bc04053-34d1-46af-a9d4-ff754460ad4b" providerId="ADAL" clId="{4FF8285E-39F7-4C24-A91D-468700658EB6}" dt="2023-10-30T03:29:31.809" v="2" actId="47"/>
        <pc:sldMkLst>
          <pc:docMk/>
          <pc:sldMk cId="0" sldId="417"/>
        </pc:sldMkLst>
      </pc:sldChg>
      <pc:sldChg chg="del">
        <pc:chgData name="Zailan Arabee Abdul Salam" userId="5bc04053-34d1-46af-a9d4-ff754460ad4b" providerId="ADAL" clId="{4FF8285E-39F7-4C24-A91D-468700658EB6}" dt="2023-10-30T03:29:31.809" v="2" actId="47"/>
        <pc:sldMkLst>
          <pc:docMk/>
          <pc:sldMk cId="0" sldId="418"/>
        </pc:sldMkLst>
      </pc:sldChg>
      <pc:sldChg chg="del">
        <pc:chgData name="Zailan Arabee Abdul Salam" userId="5bc04053-34d1-46af-a9d4-ff754460ad4b" providerId="ADAL" clId="{4FF8285E-39F7-4C24-A91D-468700658EB6}" dt="2023-10-30T03:29:31.809" v="2" actId="47"/>
        <pc:sldMkLst>
          <pc:docMk/>
          <pc:sldMk cId="0" sldId="419"/>
        </pc:sldMkLst>
      </pc:sldChg>
      <pc:sldChg chg="del">
        <pc:chgData name="Zailan Arabee Abdul Salam" userId="5bc04053-34d1-46af-a9d4-ff754460ad4b" providerId="ADAL" clId="{4FF8285E-39F7-4C24-A91D-468700658EB6}" dt="2023-10-30T03:29:31.809" v="2" actId="47"/>
        <pc:sldMkLst>
          <pc:docMk/>
          <pc:sldMk cId="0" sldId="420"/>
        </pc:sldMkLst>
      </pc:sldChg>
      <pc:sldChg chg="del">
        <pc:chgData name="Zailan Arabee Abdul Salam" userId="5bc04053-34d1-46af-a9d4-ff754460ad4b" providerId="ADAL" clId="{4FF8285E-39F7-4C24-A91D-468700658EB6}" dt="2023-10-30T03:29:31.809" v="2" actId="47"/>
        <pc:sldMkLst>
          <pc:docMk/>
          <pc:sldMk cId="0" sldId="421"/>
        </pc:sldMkLst>
      </pc:sldChg>
      <pc:sldChg chg="del">
        <pc:chgData name="Zailan Arabee Abdul Salam" userId="5bc04053-34d1-46af-a9d4-ff754460ad4b" providerId="ADAL" clId="{4FF8285E-39F7-4C24-A91D-468700658EB6}" dt="2023-10-30T03:29:31.809" v="2" actId="47"/>
        <pc:sldMkLst>
          <pc:docMk/>
          <pc:sldMk cId="0" sldId="422"/>
        </pc:sldMkLst>
      </pc:sldChg>
      <pc:sldChg chg="del">
        <pc:chgData name="Zailan Arabee Abdul Salam" userId="5bc04053-34d1-46af-a9d4-ff754460ad4b" providerId="ADAL" clId="{4FF8285E-39F7-4C24-A91D-468700658EB6}" dt="2023-10-30T03:29:31.809" v="2" actId="47"/>
        <pc:sldMkLst>
          <pc:docMk/>
          <pc:sldMk cId="0" sldId="423"/>
        </pc:sldMkLst>
      </pc:sldChg>
      <pc:sldChg chg="del">
        <pc:chgData name="Zailan Arabee Abdul Salam" userId="5bc04053-34d1-46af-a9d4-ff754460ad4b" providerId="ADAL" clId="{4FF8285E-39F7-4C24-A91D-468700658EB6}" dt="2023-10-30T03:29:31.809" v="2" actId="47"/>
        <pc:sldMkLst>
          <pc:docMk/>
          <pc:sldMk cId="0" sldId="424"/>
        </pc:sldMkLst>
      </pc:sldChg>
      <pc:sldChg chg="del">
        <pc:chgData name="Zailan Arabee Abdul Salam" userId="5bc04053-34d1-46af-a9d4-ff754460ad4b" providerId="ADAL" clId="{4FF8285E-39F7-4C24-A91D-468700658EB6}" dt="2023-10-30T03:29:31.809" v="2" actId="47"/>
        <pc:sldMkLst>
          <pc:docMk/>
          <pc:sldMk cId="0" sldId="425"/>
        </pc:sldMkLst>
      </pc:sldChg>
      <pc:sldChg chg="add">
        <pc:chgData name="Zailan Arabee Abdul Salam" userId="5bc04053-34d1-46af-a9d4-ff754460ad4b" providerId="ADAL" clId="{4FF8285E-39F7-4C24-A91D-468700658EB6}" dt="2023-10-30T03:29:19.672" v="0"/>
        <pc:sldMkLst>
          <pc:docMk/>
          <pc:sldMk cId="0" sldId="426"/>
        </pc:sldMkLst>
      </pc:sldChg>
      <pc:sldChg chg="del">
        <pc:chgData name="Zailan Arabee Abdul Salam" userId="5bc04053-34d1-46af-a9d4-ff754460ad4b" providerId="ADAL" clId="{4FF8285E-39F7-4C24-A91D-468700658EB6}" dt="2023-10-30T03:29:31.809" v="2" actId="47"/>
        <pc:sldMkLst>
          <pc:docMk/>
          <pc:sldMk cId="0" sldId="427"/>
        </pc:sldMkLst>
      </pc:sldChg>
      <pc:sldChg chg="del">
        <pc:chgData name="Zailan Arabee Abdul Salam" userId="5bc04053-34d1-46af-a9d4-ff754460ad4b" providerId="ADAL" clId="{4FF8285E-39F7-4C24-A91D-468700658EB6}" dt="2023-10-30T03:29:31.809" v="2" actId="47"/>
        <pc:sldMkLst>
          <pc:docMk/>
          <pc:sldMk cId="0" sldId="428"/>
        </pc:sldMkLst>
      </pc:sldChg>
      <pc:sldChg chg="del">
        <pc:chgData name="Zailan Arabee Abdul Salam" userId="5bc04053-34d1-46af-a9d4-ff754460ad4b" providerId="ADAL" clId="{4FF8285E-39F7-4C24-A91D-468700658EB6}" dt="2023-10-30T03:29:31.809" v="2" actId="47"/>
        <pc:sldMkLst>
          <pc:docMk/>
          <pc:sldMk cId="0" sldId="429"/>
        </pc:sldMkLst>
      </pc:sldChg>
      <pc:sldChg chg="add">
        <pc:chgData name="Zailan Arabee Abdul Salam" userId="5bc04053-34d1-46af-a9d4-ff754460ad4b" providerId="ADAL" clId="{4FF8285E-39F7-4C24-A91D-468700658EB6}" dt="2023-10-30T03:29:19.672" v="0"/>
        <pc:sldMkLst>
          <pc:docMk/>
          <pc:sldMk cId="0" sldId="430"/>
        </pc:sldMkLst>
      </pc:sldChg>
      <pc:sldChg chg="del">
        <pc:chgData name="Zailan Arabee Abdul Salam" userId="5bc04053-34d1-46af-a9d4-ff754460ad4b" providerId="ADAL" clId="{4FF8285E-39F7-4C24-A91D-468700658EB6}" dt="2023-10-30T03:29:31.809" v="2" actId="47"/>
        <pc:sldMkLst>
          <pc:docMk/>
          <pc:sldMk cId="0" sldId="431"/>
        </pc:sldMkLst>
      </pc:sldChg>
      <pc:sldChg chg="add">
        <pc:chgData name="Zailan Arabee Abdul Salam" userId="5bc04053-34d1-46af-a9d4-ff754460ad4b" providerId="ADAL" clId="{4FF8285E-39F7-4C24-A91D-468700658EB6}" dt="2023-10-30T03:29:19.672" v="0"/>
        <pc:sldMkLst>
          <pc:docMk/>
          <pc:sldMk cId="0" sldId="432"/>
        </pc:sldMkLst>
      </pc:sldChg>
      <pc:sldChg chg="add">
        <pc:chgData name="Zailan Arabee Abdul Salam" userId="5bc04053-34d1-46af-a9d4-ff754460ad4b" providerId="ADAL" clId="{4FF8285E-39F7-4C24-A91D-468700658EB6}" dt="2023-10-30T03:29:19.672" v="0"/>
        <pc:sldMkLst>
          <pc:docMk/>
          <pc:sldMk cId="0" sldId="433"/>
        </pc:sldMkLst>
      </pc:sldChg>
      <pc:sldChg chg="add">
        <pc:chgData name="Zailan Arabee Abdul Salam" userId="5bc04053-34d1-46af-a9d4-ff754460ad4b" providerId="ADAL" clId="{4FF8285E-39F7-4C24-A91D-468700658EB6}" dt="2023-10-30T03:29:19.672" v="0"/>
        <pc:sldMkLst>
          <pc:docMk/>
          <pc:sldMk cId="0" sldId="434"/>
        </pc:sldMkLst>
      </pc:sldChg>
      <pc:sldChg chg="add">
        <pc:chgData name="Zailan Arabee Abdul Salam" userId="5bc04053-34d1-46af-a9d4-ff754460ad4b" providerId="ADAL" clId="{4FF8285E-39F7-4C24-A91D-468700658EB6}" dt="2023-10-30T03:29:19.672" v="0"/>
        <pc:sldMkLst>
          <pc:docMk/>
          <pc:sldMk cId="0" sldId="435"/>
        </pc:sldMkLst>
      </pc:sldChg>
      <pc:sldChg chg="add">
        <pc:chgData name="Zailan Arabee Abdul Salam" userId="5bc04053-34d1-46af-a9d4-ff754460ad4b" providerId="ADAL" clId="{4FF8285E-39F7-4C24-A91D-468700658EB6}" dt="2023-10-30T03:29:19.672" v="0"/>
        <pc:sldMkLst>
          <pc:docMk/>
          <pc:sldMk cId="0" sldId="436"/>
        </pc:sldMkLst>
      </pc:sldChg>
      <pc:sldChg chg="add">
        <pc:chgData name="Zailan Arabee Abdul Salam" userId="5bc04053-34d1-46af-a9d4-ff754460ad4b" providerId="ADAL" clId="{4FF8285E-39F7-4C24-A91D-468700658EB6}" dt="2023-10-30T03:29:19.672" v="0"/>
        <pc:sldMkLst>
          <pc:docMk/>
          <pc:sldMk cId="0" sldId="437"/>
        </pc:sldMkLst>
      </pc:sldChg>
      <pc:sldChg chg="add">
        <pc:chgData name="Zailan Arabee Abdul Salam" userId="5bc04053-34d1-46af-a9d4-ff754460ad4b" providerId="ADAL" clId="{4FF8285E-39F7-4C24-A91D-468700658EB6}" dt="2023-10-30T03:29:19.672" v="0"/>
        <pc:sldMkLst>
          <pc:docMk/>
          <pc:sldMk cId="0" sldId="438"/>
        </pc:sldMkLst>
      </pc:sldChg>
      <pc:sldChg chg="add">
        <pc:chgData name="Zailan Arabee Abdul Salam" userId="5bc04053-34d1-46af-a9d4-ff754460ad4b" providerId="ADAL" clId="{4FF8285E-39F7-4C24-A91D-468700658EB6}" dt="2023-10-30T03:29:19.672" v="0"/>
        <pc:sldMkLst>
          <pc:docMk/>
          <pc:sldMk cId="0" sldId="439"/>
        </pc:sldMkLst>
      </pc:sldChg>
      <pc:sldChg chg="add">
        <pc:chgData name="Zailan Arabee Abdul Salam" userId="5bc04053-34d1-46af-a9d4-ff754460ad4b" providerId="ADAL" clId="{4FF8285E-39F7-4C24-A91D-468700658EB6}" dt="2023-10-30T03:29:19.672" v="0"/>
        <pc:sldMkLst>
          <pc:docMk/>
          <pc:sldMk cId="0" sldId="440"/>
        </pc:sldMkLst>
      </pc:sldChg>
      <pc:sldChg chg="add">
        <pc:chgData name="Zailan Arabee Abdul Salam" userId="5bc04053-34d1-46af-a9d4-ff754460ad4b" providerId="ADAL" clId="{4FF8285E-39F7-4C24-A91D-468700658EB6}" dt="2023-10-30T03:29:19.672" v="0"/>
        <pc:sldMkLst>
          <pc:docMk/>
          <pc:sldMk cId="0" sldId="441"/>
        </pc:sldMkLst>
      </pc:sldChg>
      <pc:sldChg chg="add">
        <pc:chgData name="Zailan Arabee Abdul Salam" userId="5bc04053-34d1-46af-a9d4-ff754460ad4b" providerId="ADAL" clId="{4FF8285E-39F7-4C24-A91D-468700658EB6}" dt="2023-10-30T03:29:19.672" v="0"/>
        <pc:sldMkLst>
          <pc:docMk/>
          <pc:sldMk cId="0" sldId="442"/>
        </pc:sldMkLst>
      </pc:sldChg>
      <pc:sldChg chg="add">
        <pc:chgData name="Zailan Arabee Abdul Salam" userId="5bc04053-34d1-46af-a9d4-ff754460ad4b" providerId="ADAL" clId="{4FF8285E-39F7-4C24-A91D-468700658EB6}" dt="2023-10-30T03:29:19.672" v="0"/>
        <pc:sldMkLst>
          <pc:docMk/>
          <pc:sldMk cId="0" sldId="443"/>
        </pc:sldMkLst>
      </pc:sldChg>
      <pc:sldChg chg="add">
        <pc:chgData name="Zailan Arabee Abdul Salam" userId="5bc04053-34d1-46af-a9d4-ff754460ad4b" providerId="ADAL" clId="{4FF8285E-39F7-4C24-A91D-468700658EB6}" dt="2023-10-30T03:29:19.672" v="0"/>
        <pc:sldMkLst>
          <pc:docMk/>
          <pc:sldMk cId="0" sldId="444"/>
        </pc:sldMkLst>
      </pc:sldChg>
      <pc:sldChg chg="add">
        <pc:chgData name="Zailan Arabee Abdul Salam" userId="5bc04053-34d1-46af-a9d4-ff754460ad4b" providerId="ADAL" clId="{4FF8285E-39F7-4C24-A91D-468700658EB6}" dt="2023-10-30T03:29:19.672" v="0"/>
        <pc:sldMkLst>
          <pc:docMk/>
          <pc:sldMk cId="0" sldId="445"/>
        </pc:sldMkLst>
      </pc:sldChg>
      <pc:sldChg chg="add">
        <pc:chgData name="Zailan Arabee Abdul Salam" userId="5bc04053-34d1-46af-a9d4-ff754460ad4b" providerId="ADAL" clId="{4FF8285E-39F7-4C24-A91D-468700658EB6}" dt="2023-10-30T03:29:19.672" v="0"/>
        <pc:sldMkLst>
          <pc:docMk/>
          <pc:sldMk cId="0" sldId="446"/>
        </pc:sldMkLst>
      </pc:sldChg>
      <pc:sldChg chg="add">
        <pc:chgData name="Zailan Arabee Abdul Salam" userId="5bc04053-34d1-46af-a9d4-ff754460ad4b" providerId="ADAL" clId="{4FF8285E-39F7-4C24-A91D-468700658EB6}" dt="2023-10-30T03:29:19.672" v="0"/>
        <pc:sldMkLst>
          <pc:docMk/>
          <pc:sldMk cId="0" sldId="447"/>
        </pc:sldMkLst>
      </pc:sldChg>
      <pc:sldChg chg="add">
        <pc:chgData name="Zailan Arabee Abdul Salam" userId="5bc04053-34d1-46af-a9d4-ff754460ad4b" providerId="ADAL" clId="{4FF8285E-39F7-4C24-A91D-468700658EB6}" dt="2023-10-30T03:29:19.672" v="0"/>
        <pc:sldMkLst>
          <pc:docMk/>
          <pc:sldMk cId="0" sldId="448"/>
        </pc:sldMkLst>
      </pc:sldChg>
      <pc:sldChg chg="add">
        <pc:chgData name="Zailan Arabee Abdul Salam" userId="5bc04053-34d1-46af-a9d4-ff754460ad4b" providerId="ADAL" clId="{4FF8285E-39F7-4C24-A91D-468700658EB6}" dt="2023-10-30T03:29:19.672" v="0"/>
        <pc:sldMkLst>
          <pc:docMk/>
          <pc:sldMk cId="0" sldId="449"/>
        </pc:sldMkLst>
      </pc:sldChg>
      <pc:sldChg chg="add">
        <pc:chgData name="Zailan Arabee Abdul Salam" userId="5bc04053-34d1-46af-a9d4-ff754460ad4b" providerId="ADAL" clId="{4FF8285E-39F7-4C24-A91D-468700658EB6}" dt="2023-10-30T03:29:19.672" v="0"/>
        <pc:sldMkLst>
          <pc:docMk/>
          <pc:sldMk cId="0" sldId="450"/>
        </pc:sldMkLst>
      </pc:sldChg>
      <pc:sldChg chg="add">
        <pc:chgData name="Zailan Arabee Abdul Salam" userId="5bc04053-34d1-46af-a9d4-ff754460ad4b" providerId="ADAL" clId="{4FF8285E-39F7-4C24-A91D-468700658EB6}" dt="2023-10-30T03:29:19.672" v="0"/>
        <pc:sldMkLst>
          <pc:docMk/>
          <pc:sldMk cId="0" sldId="451"/>
        </pc:sldMkLst>
      </pc:sldChg>
      <pc:sldChg chg="add">
        <pc:chgData name="Zailan Arabee Abdul Salam" userId="5bc04053-34d1-46af-a9d4-ff754460ad4b" providerId="ADAL" clId="{4FF8285E-39F7-4C24-A91D-468700658EB6}" dt="2023-10-30T03:29:19.672" v="0"/>
        <pc:sldMkLst>
          <pc:docMk/>
          <pc:sldMk cId="0" sldId="452"/>
        </pc:sldMkLst>
      </pc:sldChg>
      <pc:sldChg chg="add">
        <pc:chgData name="Zailan Arabee Abdul Salam" userId="5bc04053-34d1-46af-a9d4-ff754460ad4b" providerId="ADAL" clId="{4FF8285E-39F7-4C24-A91D-468700658EB6}" dt="2023-10-30T03:29:19.672" v="0"/>
        <pc:sldMkLst>
          <pc:docMk/>
          <pc:sldMk cId="0" sldId="453"/>
        </pc:sldMkLst>
      </pc:sldChg>
      <pc:sldChg chg="add">
        <pc:chgData name="Zailan Arabee Abdul Salam" userId="5bc04053-34d1-46af-a9d4-ff754460ad4b" providerId="ADAL" clId="{4FF8285E-39F7-4C24-A91D-468700658EB6}" dt="2023-10-30T03:29:19.672" v="0"/>
        <pc:sldMkLst>
          <pc:docMk/>
          <pc:sldMk cId="0" sldId="454"/>
        </pc:sldMkLst>
      </pc:sldChg>
      <pc:sldChg chg="add">
        <pc:chgData name="Zailan Arabee Abdul Salam" userId="5bc04053-34d1-46af-a9d4-ff754460ad4b" providerId="ADAL" clId="{4FF8285E-39F7-4C24-A91D-468700658EB6}" dt="2023-10-30T03:29:19.672" v="0"/>
        <pc:sldMkLst>
          <pc:docMk/>
          <pc:sldMk cId="0" sldId="455"/>
        </pc:sldMkLst>
      </pc:sldChg>
      <pc:sldChg chg="add">
        <pc:chgData name="Zailan Arabee Abdul Salam" userId="5bc04053-34d1-46af-a9d4-ff754460ad4b" providerId="ADAL" clId="{4FF8285E-39F7-4C24-A91D-468700658EB6}" dt="2023-10-30T03:29:19.672" v="0"/>
        <pc:sldMkLst>
          <pc:docMk/>
          <pc:sldMk cId="0" sldId="456"/>
        </pc:sldMkLst>
      </pc:sldChg>
      <pc:sldChg chg="add">
        <pc:chgData name="Zailan Arabee Abdul Salam" userId="5bc04053-34d1-46af-a9d4-ff754460ad4b" providerId="ADAL" clId="{4FF8285E-39F7-4C24-A91D-468700658EB6}" dt="2023-10-30T03:29:19.672" v="0"/>
        <pc:sldMkLst>
          <pc:docMk/>
          <pc:sldMk cId="0" sldId="457"/>
        </pc:sldMkLst>
      </pc:sldChg>
      <pc:sldChg chg="add">
        <pc:chgData name="Zailan Arabee Abdul Salam" userId="5bc04053-34d1-46af-a9d4-ff754460ad4b" providerId="ADAL" clId="{4FF8285E-39F7-4C24-A91D-468700658EB6}" dt="2023-10-30T03:29:19.672" v="0"/>
        <pc:sldMkLst>
          <pc:docMk/>
          <pc:sldMk cId="0" sldId="458"/>
        </pc:sldMkLst>
      </pc:sldChg>
      <pc:sldChg chg="add">
        <pc:chgData name="Zailan Arabee Abdul Salam" userId="5bc04053-34d1-46af-a9d4-ff754460ad4b" providerId="ADAL" clId="{4FF8285E-39F7-4C24-A91D-468700658EB6}" dt="2023-10-30T03:29:19.672" v="0"/>
        <pc:sldMkLst>
          <pc:docMk/>
          <pc:sldMk cId="0" sldId="459"/>
        </pc:sldMkLst>
      </pc:sldChg>
      <pc:sldChg chg="add">
        <pc:chgData name="Zailan Arabee Abdul Salam" userId="5bc04053-34d1-46af-a9d4-ff754460ad4b" providerId="ADAL" clId="{4FF8285E-39F7-4C24-A91D-468700658EB6}" dt="2023-10-30T03:29:19.672" v="0"/>
        <pc:sldMkLst>
          <pc:docMk/>
          <pc:sldMk cId="0" sldId="460"/>
        </pc:sldMkLst>
      </pc:sldChg>
      <pc:sldChg chg="add">
        <pc:chgData name="Zailan Arabee Abdul Salam" userId="5bc04053-34d1-46af-a9d4-ff754460ad4b" providerId="ADAL" clId="{4FF8285E-39F7-4C24-A91D-468700658EB6}" dt="2023-10-30T03:29:19.672" v="0"/>
        <pc:sldMkLst>
          <pc:docMk/>
          <pc:sldMk cId="0" sldId="461"/>
        </pc:sldMkLst>
      </pc:sldChg>
      <pc:sldChg chg="add">
        <pc:chgData name="Zailan Arabee Abdul Salam" userId="5bc04053-34d1-46af-a9d4-ff754460ad4b" providerId="ADAL" clId="{4FF8285E-39F7-4C24-A91D-468700658EB6}" dt="2023-10-30T03:29:19.672" v="0"/>
        <pc:sldMkLst>
          <pc:docMk/>
          <pc:sldMk cId="0" sldId="462"/>
        </pc:sldMkLst>
      </pc:sldChg>
      <pc:sldChg chg="add">
        <pc:chgData name="Zailan Arabee Abdul Salam" userId="5bc04053-34d1-46af-a9d4-ff754460ad4b" providerId="ADAL" clId="{4FF8285E-39F7-4C24-A91D-468700658EB6}" dt="2023-10-30T03:29:19.672" v="0"/>
        <pc:sldMkLst>
          <pc:docMk/>
          <pc:sldMk cId="0" sldId="463"/>
        </pc:sldMkLst>
      </pc:sldChg>
      <pc:sldChg chg="add">
        <pc:chgData name="Zailan Arabee Abdul Salam" userId="5bc04053-34d1-46af-a9d4-ff754460ad4b" providerId="ADAL" clId="{4FF8285E-39F7-4C24-A91D-468700658EB6}" dt="2023-10-30T03:29:19.672" v="0"/>
        <pc:sldMkLst>
          <pc:docMk/>
          <pc:sldMk cId="0" sldId="464"/>
        </pc:sldMkLst>
      </pc:sldChg>
      <pc:sldChg chg="add">
        <pc:chgData name="Zailan Arabee Abdul Salam" userId="5bc04053-34d1-46af-a9d4-ff754460ad4b" providerId="ADAL" clId="{4FF8285E-39F7-4C24-A91D-468700658EB6}" dt="2023-10-30T03:29:19.672" v="0"/>
        <pc:sldMkLst>
          <pc:docMk/>
          <pc:sldMk cId="0" sldId="465"/>
        </pc:sldMkLst>
      </pc:sldChg>
      <pc:sldChg chg="add">
        <pc:chgData name="Zailan Arabee Abdul Salam" userId="5bc04053-34d1-46af-a9d4-ff754460ad4b" providerId="ADAL" clId="{4FF8285E-39F7-4C24-A91D-468700658EB6}" dt="2023-10-30T03:29:19.672" v="0"/>
        <pc:sldMkLst>
          <pc:docMk/>
          <pc:sldMk cId="0" sldId="466"/>
        </pc:sldMkLst>
      </pc:sldChg>
      <pc:sldChg chg="add">
        <pc:chgData name="Zailan Arabee Abdul Salam" userId="5bc04053-34d1-46af-a9d4-ff754460ad4b" providerId="ADAL" clId="{4FF8285E-39F7-4C24-A91D-468700658EB6}" dt="2023-10-30T03:29:19.672" v="0"/>
        <pc:sldMkLst>
          <pc:docMk/>
          <pc:sldMk cId="0" sldId="467"/>
        </pc:sldMkLst>
      </pc:sldChg>
      <pc:sldChg chg="add">
        <pc:chgData name="Zailan Arabee Abdul Salam" userId="5bc04053-34d1-46af-a9d4-ff754460ad4b" providerId="ADAL" clId="{4FF8285E-39F7-4C24-A91D-468700658EB6}" dt="2023-10-30T03:29:19.672" v="0"/>
        <pc:sldMkLst>
          <pc:docMk/>
          <pc:sldMk cId="0" sldId="468"/>
        </pc:sldMkLst>
      </pc:sldChg>
      <pc:sldChg chg="add">
        <pc:chgData name="Zailan Arabee Abdul Salam" userId="5bc04053-34d1-46af-a9d4-ff754460ad4b" providerId="ADAL" clId="{4FF8285E-39F7-4C24-A91D-468700658EB6}" dt="2023-10-30T03:29:19.672" v="0"/>
        <pc:sldMkLst>
          <pc:docMk/>
          <pc:sldMk cId="0" sldId="469"/>
        </pc:sldMkLst>
      </pc:sldChg>
      <pc:sldChg chg="add">
        <pc:chgData name="Zailan Arabee Abdul Salam" userId="5bc04053-34d1-46af-a9d4-ff754460ad4b" providerId="ADAL" clId="{4FF8285E-39F7-4C24-A91D-468700658EB6}" dt="2023-10-30T03:29:19.672" v="0"/>
        <pc:sldMkLst>
          <pc:docMk/>
          <pc:sldMk cId="0" sldId="470"/>
        </pc:sldMkLst>
      </pc:sldChg>
      <pc:sldMasterChg chg="delSldLayout">
        <pc:chgData name="Zailan Arabee Abdul Salam" userId="5bc04053-34d1-46af-a9d4-ff754460ad4b" providerId="ADAL" clId="{4FF8285E-39F7-4C24-A91D-468700658EB6}" dt="2023-10-30T03:29:31.809" v="2" actId="47"/>
        <pc:sldMasterMkLst>
          <pc:docMk/>
          <pc:sldMasterMk cId="0" sldId="2147483651"/>
        </pc:sldMasterMkLst>
        <pc:sldLayoutChg chg="del">
          <pc:chgData name="Zailan Arabee Abdul Salam" userId="5bc04053-34d1-46af-a9d4-ff754460ad4b" providerId="ADAL" clId="{4FF8285E-39F7-4C24-A91D-468700658EB6}" dt="2023-10-30T03:29:31.809" v="2" actId="47"/>
          <pc:sldLayoutMkLst>
            <pc:docMk/>
            <pc:sldMasterMk cId="0" sldId="2147483651"/>
            <pc:sldLayoutMk cId="1623527397" sldId="214748376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2F2B131E-C817-6322-0E53-D4B81EBB0C6D}"/>
              </a:ext>
            </a:extLst>
          </p:cNvPr>
          <p:cNvSpPr>
            <a:spLocks noChangeArrowheads="1" noTextEdit="1"/>
          </p:cNvSpPr>
          <p:nvPr>
            <p:ph type="sldImg"/>
          </p:nvPr>
        </p:nvSpPr>
        <p:spPr>
          <a:ln/>
        </p:spPr>
      </p:sp>
      <p:sp>
        <p:nvSpPr>
          <p:cNvPr id="15363" name="Rectangle 3">
            <a:extLst>
              <a:ext uri="{FF2B5EF4-FFF2-40B4-BE49-F238E27FC236}">
                <a16:creationId xmlns:a16="http://schemas.microsoft.com/office/drawing/2014/main" id="{68B9910B-49A8-DA2E-4286-0192A170B29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B8E6210F-DB3E-5938-C622-0BA72CBA92CB}"/>
              </a:ext>
            </a:extLst>
          </p:cNvPr>
          <p:cNvSpPr>
            <a:spLocks noGrp="1" noRot="1" noChangeAspect="1" noChangeArrowheads="1" noTextEdit="1"/>
          </p:cNvSpPr>
          <p:nvPr>
            <p:ph type="sldImg"/>
          </p:nvPr>
        </p:nvSpPr>
        <p:spPr>
          <a:ln/>
        </p:spPr>
      </p:sp>
      <p:sp>
        <p:nvSpPr>
          <p:cNvPr id="20483" name="Notes Placeholder 2">
            <a:extLst>
              <a:ext uri="{FF2B5EF4-FFF2-40B4-BE49-F238E27FC236}">
                <a16:creationId xmlns:a16="http://schemas.microsoft.com/office/drawing/2014/main" id="{94B0C856-5E8D-8F65-1B20-DCD368726D0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E1E56A2-2519-FC7B-E07A-7EBC86C1DA01}"/>
              </a:ext>
            </a:extLst>
          </p:cNvPr>
          <p:cNvSpPr>
            <a:spLocks noChangeArrowheads="1" noTextEdit="1"/>
          </p:cNvSpPr>
          <p:nvPr>
            <p:ph type="sldImg"/>
          </p:nvPr>
        </p:nvSpPr>
        <p:spPr>
          <a:xfrm>
            <a:off x="1141413" y="850900"/>
            <a:ext cx="4575175" cy="3430588"/>
          </a:xfrm>
          <a:ln/>
        </p:spPr>
      </p:sp>
      <p:sp>
        <p:nvSpPr>
          <p:cNvPr id="24579" name="Rectangle 3">
            <a:extLst>
              <a:ext uri="{FF2B5EF4-FFF2-40B4-BE49-F238E27FC236}">
                <a16:creationId xmlns:a16="http://schemas.microsoft.com/office/drawing/2014/main" id="{3DDAD5D1-EDE5-BD36-B3A1-6C14067A9F14}"/>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284F169-FCB9-83B0-96F4-AE71F58585E1}"/>
              </a:ext>
            </a:extLst>
          </p:cNvPr>
          <p:cNvSpPr>
            <a:spLocks noChangeArrowheads="1" noTextEdit="1"/>
          </p:cNvSpPr>
          <p:nvPr>
            <p:ph type="sldImg"/>
          </p:nvPr>
        </p:nvSpPr>
        <p:spPr>
          <a:xfrm>
            <a:off x="984250" y="733425"/>
            <a:ext cx="4889500" cy="3667125"/>
          </a:xfrm>
          <a:ln/>
        </p:spPr>
      </p:sp>
      <p:sp>
        <p:nvSpPr>
          <p:cNvPr id="26627" name="Rectangle 3">
            <a:extLst>
              <a:ext uri="{FF2B5EF4-FFF2-40B4-BE49-F238E27FC236}">
                <a16:creationId xmlns:a16="http://schemas.microsoft.com/office/drawing/2014/main" id="{C68369B5-B0F3-7C00-DF36-D023EFA2E346}"/>
              </a:ext>
            </a:extLst>
          </p:cNvPr>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E520D575-A190-9A3C-E4BE-F9CE953AEFA2}"/>
              </a:ext>
            </a:extLst>
          </p:cNvPr>
          <p:cNvSpPr>
            <a:spLocks noChangeArrowheads="1" noTextEdit="1"/>
          </p:cNvSpPr>
          <p:nvPr>
            <p:ph type="sldImg"/>
          </p:nvPr>
        </p:nvSpPr>
        <p:spPr>
          <a:xfrm>
            <a:off x="984250" y="733425"/>
            <a:ext cx="4889500" cy="3667125"/>
          </a:xfrm>
          <a:ln/>
        </p:spPr>
      </p:sp>
      <p:sp>
        <p:nvSpPr>
          <p:cNvPr id="28675" name="Rectangle 3">
            <a:extLst>
              <a:ext uri="{FF2B5EF4-FFF2-40B4-BE49-F238E27FC236}">
                <a16:creationId xmlns:a16="http://schemas.microsoft.com/office/drawing/2014/main" id="{D70891D5-8879-E8CC-A700-6B82A15F9FFB}"/>
              </a:ext>
            </a:extLst>
          </p:cNvPr>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4EA66A9-30D6-D932-A1D2-F6EDBE87D15E}"/>
              </a:ext>
            </a:extLst>
          </p:cNvPr>
          <p:cNvSpPr>
            <a:spLocks noChangeArrowheads="1" noTextEdit="1"/>
          </p:cNvSpPr>
          <p:nvPr>
            <p:ph type="sldImg"/>
          </p:nvPr>
        </p:nvSpPr>
        <p:spPr>
          <a:xfrm>
            <a:off x="1141413" y="850900"/>
            <a:ext cx="4575175" cy="3430588"/>
          </a:xfrm>
          <a:ln/>
        </p:spPr>
      </p:sp>
      <p:sp>
        <p:nvSpPr>
          <p:cNvPr id="30723" name="Rectangle 3">
            <a:extLst>
              <a:ext uri="{FF2B5EF4-FFF2-40B4-BE49-F238E27FC236}">
                <a16:creationId xmlns:a16="http://schemas.microsoft.com/office/drawing/2014/main" id="{19960227-0BB0-1B52-7E17-DEE880BB90F5}"/>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DFD8167-CCE0-8754-409E-8D5C992D72BD}"/>
              </a:ext>
            </a:extLst>
          </p:cNvPr>
          <p:cNvSpPr>
            <a:spLocks noChangeArrowheads="1" noTextEdit="1"/>
          </p:cNvSpPr>
          <p:nvPr>
            <p:ph type="sldImg"/>
          </p:nvPr>
        </p:nvSpPr>
        <p:spPr>
          <a:xfrm>
            <a:off x="1141413" y="850900"/>
            <a:ext cx="4575175" cy="3430588"/>
          </a:xfrm>
          <a:ln/>
        </p:spPr>
      </p:sp>
      <p:sp>
        <p:nvSpPr>
          <p:cNvPr id="32771" name="Rectangle 3">
            <a:extLst>
              <a:ext uri="{FF2B5EF4-FFF2-40B4-BE49-F238E27FC236}">
                <a16:creationId xmlns:a16="http://schemas.microsoft.com/office/drawing/2014/main" id="{4E5EC603-5B63-AFFF-4D1D-9044CEFE883E}"/>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4E658B76-0E52-6611-602B-899033FC0E64}"/>
              </a:ext>
            </a:extLst>
          </p:cNvPr>
          <p:cNvSpPr>
            <a:spLocks noChangeArrowheads="1" noTextEdit="1"/>
          </p:cNvSpPr>
          <p:nvPr>
            <p:ph type="sldImg"/>
          </p:nvPr>
        </p:nvSpPr>
        <p:spPr>
          <a:xfrm>
            <a:off x="1141413" y="850900"/>
            <a:ext cx="4575175" cy="3430588"/>
          </a:xfrm>
          <a:ln/>
        </p:spPr>
      </p:sp>
      <p:sp>
        <p:nvSpPr>
          <p:cNvPr id="34819" name="Rectangle 3">
            <a:extLst>
              <a:ext uri="{FF2B5EF4-FFF2-40B4-BE49-F238E27FC236}">
                <a16:creationId xmlns:a16="http://schemas.microsoft.com/office/drawing/2014/main" id="{60C2D374-E114-DADC-2E28-5AD11CF9A7CB}"/>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Cars can actually leave the car park. There is arrival and departure, instead of just arrival. Also there is limited parking space. Therefore, some form of control needed to control arrival and departure actions.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CD4DD78-039A-3B2F-9B99-1FCE0D6AB240}"/>
              </a:ext>
            </a:extLst>
          </p:cNvPr>
          <p:cNvSpPr>
            <a:spLocks noChangeArrowheads="1" noTextEdit="1"/>
          </p:cNvSpPr>
          <p:nvPr>
            <p:ph type="sldImg"/>
          </p:nvPr>
        </p:nvSpPr>
        <p:spPr>
          <a:xfrm>
            <a:off x="1141413" y="850900"/>
            <a:ext cx="4575175" cy="3430588"/>
          </a:xfrm>
          <a:ln/>
        </p:spPr>
      </p:sp>
      <p:sp>
        <p:nvSpPr>
          <p:cNvPr id="36867" name="Rectangle 3">
            <a:extLst>
              <a:ext uri="{FF2B5EF4-FFF2-40B4-BE49-F238E27FC236}">
                <a16:creationId xmlns:a16="http://schemas.microsoft.com/office/drawing/2014/main" id="{E5382D44-2CA3-E26C-C8C2-F560C9A57894}"/>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7C1AB64-A619-0000-29D5-03D1F6150F38}"/>
              </a:ext>
            </a:extLst>
          </p:cNvPr>
          <p:cNvSpPr>
            <a:spLocks noChangeArrowheads="1" noTextEdit="1"/>
          </p:cNvSpPr>
          <p:nvPr>
            <p:ph type="sldImg"/>
          </p:nvPr>
        </p:nvSpPr>
        <p:spPr>
          <a:xfrm>
            <a:off x="1143000" y="850900"/>
            <a:ext cx="4572000" cy="3429000"/>
          </a:xfrm>
          <a:ln/>
        </p:spPr>
      </p:sp>
      <p:sp>
        <p:nvSpPr>
          <p:cNvPr id="38915" name="Rectangle 3">
            <a:extLst>
              <a:ext uri="{FF2B5EF4-FFF2-40B4-BE49-F238E27FC236}">
                <a16:creationId xmlns:a16="http://schemas.microsoft.com/office/drawing/2014/main" id="{4AB422DE-780A-6C02-A42D-C4605E2ECF40}"/>
              </a:ext>
            </a:extLst>
          </p:cNvPr>
          <p:cNvSpPr>
            <a:spLocks noGrp="1" noChangeArrowheads="1"/>
          </p:cNvSpPr>
          <p:nvPr>
            <p:ph type="body" idx="1"/>
          </p:nvPr>
        </p:nvSpPr>
        <p:spPr>
          <a:xfrm>
            <a:off x="720725" y="4437063"/>
            <a:ext cx="5491163"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B18C4A5E-1E4C-F05D-C6C3-DEA8F11CC079}"/>
              </a:ext>
            </a:extLst>
          </p:cNvPr>
          <p:cNvSpPr>
            <a:spLocks noChangeArrowheads="1" noTextEdit="1"/>
          </p:cNvSpPr>
          <p:nvPr>
            <p:ph type="sldImg"/>
          </p:nvPr>
        </p:nvSpPr>
        <p:spPr>
          <a:xfrm>
            <a:off x="1141413" y="850900"/>
            <a:ext cx="4575175" cy="3430588"/>
          </a:xfrm>
          <a:ln/>
        </p:spPr>
      </p:sp>
      <p:sp>
        <p:nvSpPr>
          <p:cNvPr id="40963" name="Rectangle 3">
            <a:extLst>
              <a:ext uri="{FF2B5EF4-FFF2-40B4-BE49-F238E27FC236}">
                <a16:creationId xmlns:a16="http://schemas.microsoft.com/office/drawing/2014/main" id="{803C1979-86DD-CB0B-E063-ADC9D1719F2D}"/>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3F6116E4-E346-F7D3-DE3F-0DA07193F361}"/>
              </a:ext>
            </a:extLst>
          </p:cNvPr>
          <p:cNvSpPr>
            <a:spLocks noChangeArrowheads="1" noTextEdit="1"/>
          </p:cNvSpPr>
          <p:nvPr>
            <p:ph type="sldImg"/>
          </p:nvPr>
        </p:nvSpPr>
        <p:spPr>
          <a:xfrm>
            <a:off x="1141413" y="850900"/>
            <a:ext cx="4575175" cy="3430588"/>
          </a:xfrm>
          <a:ln/>
        </p:spPr>
      </p:sp>
      <p:sp>
        <p:nvSpPr>
          <p:cNvPr id="43011" name="Rectangle 3">
            <a:extLst>
              <a:ext uri="{FF2B5EF4-FFF2-40B4-BE49-F238E27FC236}">
                <a16:creationId xmlns:a16="http://schemas.microsoft.com/office/drawing/2014/main" id="{5EC02F02-634C-97A8-B693-81DE85EC47DC}"/>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2505557C-EFDE-B8AE-A762-7D5D109B8009}"/>
              </a:ext>
            </a:extLst>
          </p:cNvPr>
          <p:cNvSpPr>
            <a:spLocks noChangeArrowheads="1" noTextEdit="1"/>
          </p:cNvSpPr>
          <p:nvPr>
            <p:ph type="sldImg"/>
          </p:nvPr>
        </p:nvSpPr>
        <p:spPr>
          <a:xfrm>
            <a:off x="1141413" y="850900"/>
            <a:ext cx="4575175" cy="3430588"/>
          </a:xfrm>
          <a:ln/>
        </p:spPr>
      </p:sp>
      <p:sp>
        <p:nvSpPr>
          <p:cNvPr id="45059" name="Rectangle 3">
            <a:extLst>
              <a:ext uri="{FF2B5EF4-FFF2-40B4-BE49-F238E27FC236}">
                <a16:creationId xmlns:a16="http://schemas.microsoft.com/office/drawing/2014/main" id="{34DABB0B-D2FE-D23C-79A9-4859FD44559A}"/>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91AAC36-05CC-0F50-37E7-A4BD02EE34F0}"/>
              </a:ext>
            </a:extLst>
          </p:cNvPr>
          <p:cNvSpPr>
            <a:spLocks noChangeArrowheads="1" noTextEdit="1"/>
          </p:cNvSpPr>
          <p:nvPr>
            <p:ph type="sldImg"/>
          </p:nvPr>
        </p:nvSpPr>
        <p:spPr>
          <a:xfrm>
            <a:off x="1141413" y="850900"/>
            <a:ext cx="4575175" cy="3430588"/>
          </a:xfrm>
          <a:ln/>
        </p:spPr>
      </p:sp>
      <p:sp>
        <p:nvSpPr>
          <p:cNvPr id="47107" name="Rectangle 3">
            <a:extLst>
              <a:ext uri="{FF2B5EF4-FFF2-40B4-BE49-F238E27FC236}">
                <a16:creationId xmlns:a16="http://schemas.microsoft.com/office/drawing/2014/main" id="{A6E96606-EB74-D7C6-EB4C-91EE60D50E21}"/>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53BA1FAC-BE3E-3385-44EB-3CA1E5726F0A}"/>
              </a:ext>
            </a:extLst>
          </p:cNvPr>
          <p:cNvSpPr>
            <a:spLocks noChangeArrowheads="1" noTextEdit="1"/>
          </p:cNvSpPr>
          <p:nvPr>
            <p:ph type="sldImg"/>
          </p:nvPr>
        </p:nvSpPr>
        <p:spPr>
          <a:xfrm>
            <a:off x="1141413" y="850900"/>
            <a:ext cx="4575175" cy="3430588"/>
          </a:xfrm>
          <a:ln/>
        </p:spPr>
      </p:sp>
      <p:sp>
        <p:nvSpPr>
          <p:cNvPr id="50179" name="Rectangle 3">
            <a:extLst>
              <a:ext uri="{FF2B5EF4-FFF2-40B4-BE49-F238E27FC236}">
                <a16:creationId xmlns:a16="http://schemas.microsoft.com/office/drawing/2014/main" id="{1ABE1D69-5C6B-DF66-E595-46DB5E3784C3}"/>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F4668060-CDC2-E06C-FF3F-E5E74CE45D3D}"/>
              </a:ext>
            </a:extLst>
          </p:cNvPr>
          <p:cNvSpPr>
            <a:spLocks noChangeArrowheads="1" noTextEdit="1"/>
          </p:cNvSpPr>
          <p:nvPr>
            <p:ph type="sldImg"/>
          </p:nvPr>
        </p:nvSpPr>
        <p:spPr>
          <a:xfrm>
            <a:off x="1141413" y="850900"/>
            <a:ext cx="4575175" cy="3430588"/>
          </a:xfrm>
          <a:ln/>
        </p:spPr>
      </p:sp>
      <p:sp>
        <p:nvSpPr>
          <p:cNvPr id="52227" name="Rectangle 3">
            <a:extLst>
              <a:ext uri="{FF2B5EF4-FFF2-40B4-BE49-F238E27FC236}">
                <a16:creationId xmlns:a16="http://schemas.microsoft.com/office/drawing/2014/main" id="{6514701C-1D72-7269-4CFC-26FE74B25072}"/>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BB7D563-A24E-7E0A-89EB-B6B6AB908F6C}"/>
              </a:ext>
            </a:extLst>
          </p:cNvPr>
          <p:cNvSpPr>
            <a:spLocks noChangeArrowheads="1" noTextEdit="1"/>
          </p:cNvSpPr>
          <p:nvPr>
            <p:ph type="sldImg"/>
          </p:nvPr>
        </p:nvSpPr>
        <p:spPr>
          <a:xfrm>
            <a:off x="1141413" y="850900"/>
            <a:ext cx="4575175" cy="3430588"/>
          </a:xfrm>
          <a:ln/>
        </p:spPr>
      </p:sp>
      <p:sp>
        <p:nvSpPr>
          <p:cNvPr id="54275" name="Rectangle 3">
            <a:extLst>
              <a:ext uri="{FF2B5EF4-FFF2-40B4-BE49-F238E27FC236}">
                <a16:creationId xmlns:a16="http://schemas.microsoft.com/office/drawing/2014/main" id="{1A65FC8C-C401-F831-FFAA-DFF8A9AF9B84}"/>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E59CF610-E0ED-521D-C95D-A497690F29A7}"/>
              </a:ext>
            </a:extLst>
          </p:cNvPr>
          <p:cNvSpPr>
            <a:spLocks noChangeArrowheads="1" noTextEdit="1"/>
          </p:cNvSpPr>
          <p:nvPr>
            <p:ph type="sldImg"/>
          </p:nvPr>
        </p:nvSpPr>
        <p:spPr>
          <a:xfrm>
            <a:off x="1141413" y="850900"/>
            <a:ext cx="4575175" cy="3430588"/>
          </a:xfrm>
          <a:ln/>
        </p:spPr>
      </p:sp>
      <p:sp>
        <p:nvSpPr>
          <p:cNvPr id="56323" name="Rectangle 3">
            <a:extLst>
              <a:ext uri="{FF2B5EF4-FFF2-40B4-BE49-F238E27FC236}">
                <a16:creationId xmlns:a16="http://schemas.microsoft.com/office/drawing/2014/main" id="{0FEFC44B-D73D-B1D4-655E-A7DB28D3E339}"/>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Although the thread invoking wait() may have been notified that cond is satisfied, thereby releasing it from the monitor wait set, cond may be invalidated by another thread that runs between the time that the waiting thread is awakened and the time it re-enters the monitor (by acquiring the lock).</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47FF2F7B-C626-AD6E-5B52-0C15EDEA18D9}"/>
              </a:ext>
            </a:extLst>
          </p:cNvPr>
          <p:cNvSpPr>
            <a:spLocks noChangeArrowheads="1" noTextEdit="1"/>
          </p:cNvSpPr>
          <p:nvPr>
            <p:ph type="sldImg"/>
          </p:nvPr>
        </p:nvSpPr>
        <p:spPr>
          <a:xfrm>
            <a:off x="1141413" y="850900"/>
            <a:ext cx="4575175" cy="3430588"/>
          </a:xfrm>
          <a:ln/>
        </p:spPr>
      </p:sp>
      <p:sp>
        <p:nvSpPr>
          <p:cNvPr id="58371" name="Rectangle 3">
            <a:extLst>
              <a:ext uri="{FF2B5EF4-FFF2-40B4-BE49-F238E27FC236}">
                <a16:creationId xmlns:a16="http://schemas.microsoft.com/office/drawing/2014/main" id="{7E3F2E5E-26F3-903E-440E-E84D8E19EBF8}"/>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Since either the ARRIVALS thread is blocked waiting space or the DEPARTURES thread is blocked waiting cars and these conditions are exclusive, only a single thread may be waiting on the monitor queue at any one time. Consequently, we can use notify() rather than notifyAll(). </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26C5853-88D0-140A-3D3D-31A999F76121}"/>
              </a:ext>
            </a:extLst>
          </p:cNvPr>
          <p:cNvSpPr>
            <a:spLocks noChangeArrowheads="1" noTextEdit="1"/>
          </p:cNvSpPr>
          <p:nvPr>
            <p:ph type="sldImg"/>
          </p:nvPr>
        </p:nvSpPr>
        <p:spPr>
          <a:xfrm>
            <a:off x="1141413" y="850900"/>
            <a:ext cx="4575175" cy="3430588"/>
          </a:xfrm>
          <a:ln/>
        </p:spPr>
      </p:sp>
      <p:sp>
        <p:nvSpPr>
          <p:cNvPr id="61443" name="Rectangle 3">
            <a:extLst>
              <a:ext uri="{FF2B5EF4-FFF2-40B4-BE49-F238E27FC236}">
                <a16:creationId xmlns:a16="http://schemas.microsoft.com/office/drawing/2014/main" id="{0B595DE9-A5FE-B973-59E8-220F05A81F4A}"/>
              </a:ext>
            </a:extLst>
          </p:cNvPr>
          <p:cNvSpPr>
            <a:spLocks noGrp="1" noChangeArrowheads="1"/>
          </p:cNvSpPr>
          <p:nvPr>
            <p:ph type="body" idx="1"/>
          </p:nvPr>
        </p:nvSpPr>
        <p:spPr>
          <a:xfrm>
            <a:off x="722313" y="4437063"/>
            <a:ext cx="5489575"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8650567E-6897-561C-7888-2F20678C9123}"/>
              </a:ext>
            </a:extLst>
          </p:cNvPr>
          <p:cNvSpPr>
            <a:spLocks noChangeArrowheads="1" noTextEdit="1"/>
          </p:cNvSpPr>
          <p:nvPr>
            <p:ph type="sldImg"/>
          </p:nvPr>
        </p:nvSpPr>
        <p:spPr>
          <a:xfrm>
            <a:off x="1143000" y="850900"/>
            <a:ext cx="4572000" cy="3429000"/>
          </a:xfrm>
          <a:ln/>
        </p:spPr>
      </p:sp>
      <p:sp>
        <p:nvSpPr>
          <p:cNvPr id="63491" name="Rectangle 3">
            <a:extLst>
              <a:ext uri="{FF2B5EF4-FFF2-40B4-BE49-F238E27FC236}">
                <a16:creationId xmlns:a16="http://schemas.microsoft.com/office/drawing/2014/main" id="{6B60B50F-96CB-3AA4-1990-B7127A7413EA}"/>
              </a:ext>
            </a:extLst>
          </p:cNvPr>
          <p:cNvSpPr>
            <a:spLocks noGrp="1" noChangeArrowheads="1"/>
          </p:cNvSpPr>
          <p:nvPr>
            <p:ph type="body" idx="1"/>
          </p:nvPr>
        </p:nvSpPr>
        <p:spPr>
          <a:xfrm>
            <a:off x="720725" y="4437063"/>
            <a:ext cx="5491163" cy="4606925"/>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DF5412A5-AC19-EB80-A267-58DC75EE3AD3}"/>
              </a:ext>
            </a:extLst>
          </p:cNvPr>
          <p:cNvSpPr>
            <a:spLocks noChangeArrowheads="1" noTextEdit="1"/>
          </p:cNvSpPr>
          <p:nvPr>
            <p:ph type="sldImg"/>
          </p:nvPr>
        </p:nvSpPr>
        <p:spPr>
          <a:xfrm>
            <a:off x="984250" y="733425"/>
            <a:ext cx="4889500" cy="3667125"/>
          </a:xfrm>
          <a:ln/>
        </p:spPr>
      </p:sp>
      <p:sp>
        <p:nvSpPr>
          <p:cNvPr id="77827" name="Rectangle 3">
            <a:extLst>
              <a:ext uri="{FF2B5EF4-FFF2-40B4-BE49-F238E27FC236}">
                <a16:creationId xmlns:a16="http://schemas.microsoft.com/office/drawing/2014/main" id="{414098B3-DBFB-AE83-CDA7-EE443C33002D}"/>
              </a:ext>
            </a:extLst>
          </p:cNvPr>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6AF0138D-5254-7E31-B7E2-F0F63B8D486C}"/>
              </a:ext>
            </a:extLst>
          </p:cNvPr>
          <p:cNvSpPr>
            <a:spLocks noChangeArrowheads="1" noTextEdit="1"/>
          </p:cNvSpPr>
          <p:nvPr>
            <p:ph type="sldImg"/>
          </p:nvPr>
        </p:nvSpPr>
        <p:spPr>
          <a:xfrm>
            <a:off x="984250" y="733425"/>
            <a:ext cx="4889500" cy="3667125"/>
          </a:xfrm>
          <a:ln/>
        </p:spPr>
      </p:sp>
      <p:sp>
        <p:nvSpPr>
          <p:cNvPr id="79875" name="Rectangle 3">
            <a:extLst>
              <a:ext uri="{FF2B5EF4-FFF2-40B4-BE49-F238E27FC236}">
                <a16:creationId xmlns:a16="http://schemas.microsoft.com/office/drawing/2014/main" id="{88A20055-4DBE-9768-C3C4-828DC0583C99}"/>
              </a:ext>
            </a:extLst>
          </p:cNvPr>
          <p:cNvSpPr>
            <a:spLocks noGrp="1" noChangeArrowheads="1"/>
          </p:cNvSpPr>
          <p:nvPr>
            <p:ph type="body" idx="1"/>
          </p:nvPr>
        </p:nvSpPr>
        <p:spPr>
          <a:xfrm>
            <a:off x="685800" y="4645025"/>
            <a:ext cx="5486400" cy="4398963"/>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8.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10.png"/><Relationship Id="rId4" Type="http://schemas.openxmlformats.org/officeDocument/2006/relationships/image" Target="../media/image9.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A56DA2C1-EF51-6301-9B12-DC1D858604E8}"/>
              </a:ext>
            </a:extLst>
          </p:cNvPr>
          <p:cNvSpPr>
            <a:spLocks noGrp="1" noChangeArrowheads="1"/>
          </p:cNvSpPr>
          <p:nvPr>
            <p:ph type="ctrTitle"/>
          </p:nvPr>
        </p:nvSpPr>
        <p:spPr>
          <a:xfrm>
            <a:off x="4572000" y="3779838"/>
            <a:ext cx="5695950" cy="781050"/>
          </a:xfrm>
          <a:noFill/>
        </p:spPr>
        <p:txBody>
          <a:bodyPr/>
          <a:lstStyle/>
          <a:p>
            <a:pPr eaLnBrk="1" hangingPunct="1"/>
            <a:r>
              <a:rPr lang="en-US" altLang="en-US"/>
              <a:t>Monitors</a:t>
            </a:r>
            <a:br>
              <a:rPr lang="en-US" altLang="en-US"/>
            </a:br>
            <a:r>
              <a:rPr lang="en-US" altLang="en-US"/>
              <a:t> &amp; Conditional Synchronisation</a:t>
            </a:r>
          </a:p>
        </p:txBody>
      </p:sp>
      <p:sp>
        <p:nvSpPr>
          <p:cNvPr id="4" name="Text Box 6">
            <a:extLst>
              <a:ext uri="{FF2B5EF4-FFF2-40B4-BE49-F238E27FC236}">
                <a16:creationId xmlns:a16="http://schemas.microsoft.com/office/drawing/2014/main" id="{39ED8E1E-1AAD-0FD5-A405-9B5BF3413A96}"/>
              </a:ext>
            </a:extLst>
          </p:cNvPr>
          <p:cNvSpPr txBox="1">
            <a:spLocks noChangeArrowheads="1"/>
          </p:cNvSpPr>
          <p:nvPr/>
        </p:nvSpPr>
        <p:spPr bwMode="auto">
          <a:xfrm>
            <a:off x="3913188" y="2241551"/>
            <a:ext cx="6754812" cy="892175"/>
          </a:xfrm>
          <a:prstGeom prst="rect">
            <a:avLst/>
          </a:prstGeom>
          <a:noFill/>
          <a:ln>
            <a:noFill/>
          </a:ln>
        </p:spPr>
        <p:txBody>
          <a:bodyPr anchor="ctr">
            <a:spAutoFit/>
          </a:bodyPr>
          <a:lstStyle>
            <a:lvl1pPr algn="ctr" rtl="0" eaLnBrk="1" fontAlgn="base" hangingPunct="1">
              <a:spcBef>
                <a:spcPct val="0"/>
              </a:spcBef>
              <a:spcAft>
                <a:spcPct val="0"/>
              </a:spcAft>
              <a:defRPr sz="2400">
                <a:solidFill>
                  <a:schemeClr val="tx1"/>
                </a:solidFill>
                <a:latin typeface="Arial" charset="0"/>
                <a:ea typeface="ＭＳ Ｐゴシック" charset="0"/>
                <a:cs typeface="ＭＳ Ｐゴシック" charset="0"/>
              </a:defRPr>
            </a:lvl1pPr>
            <a:lvl2pPr marL="742950" indent="-285750" algn="ctr" rtl="0" eaLnBrk="1" fontAlgn="base" hangingPunct="1">
              <a:spcBef>
                <a:spcPct val="0"/>
              </a:spcBef>
              <a:spcAft>
                <a:spcPct val="0"/>
              </a:spcAft>
              <a:defRPr sz="2400">
                <a:solidFill>
                  <a:schemeClr val="tx1"/>
                </a:solidFill>
                <a:latin typeface="Arial" charset="0"/>
                <a:ea typeface="ＭＳ Ｐゴシック" charset="0"/>
              </a:defRPr>
            </a:lvl2pPr>
            <a:lvl3pPr marL="1143000" indent="-228600" algn="ctr" rtl="0" eaLnBrk="1" fontAlgn="base" hangingPunct="1">
              <a:spcBef>
                <a:spcPct val="0"/>
              </a:spcBef>
              <a:spcAft>
                <a:spcPct val="0"/>
              </a:spcAft>
              <a:defRPr sz="2400">
                <a:solidFill>
                  <a:schemeClr val="tx1"/>
                </a:solidFill>
                <a:latin typeface="Arial" charset="0"/>
                <a:ea typeface="ＭＳ Ｐゴシック" charset="0"/>
              </a:defRPr>
            </a:lvl3pPr>
            <a:lvl4pPr marL="1600200" indent="-228600" algn="ctr" rtl="0" eaLnBrk="1" fontAlgn="base" hangingPunct="1">
              <a:spcBef>
                <a:spcPct val="0"/>
              </a:spcBef>
              <a:spcAft>
                <a:spcPct val="0"/>
              </a:spcAft>
              <a:defRPr sz="2400">
                <a:solidFill>
                  <a:schemeClr val="tx1"/>
                </a:solidFill>
                <a:latin typeface="Arial" charset="0"/>
                <a:ea typeface="ＭＳ Ｐゴシック" charset="0"/>
              </a:defRPr>
            </a:lvl4pPr>
            <a:lvl5pPr marL="2057400" indent="-228600" algn="ctr" rtl="0" eaLnBrk="1" fontAlgn="base" hangingPunct="1">
              <a:spcBef>
                <a:spcPct val="0"/>
              </a:spcBef>
              <a:spcAft>
                <a:spcPct val="0"/>
              </a:spcAft>
              <a:defRPr sz="2400">
                <a:solidFill>
                  <a:schemeClr val="tx1"/>
                </a:solidFill>
                <a:latin typeface="Arial" charset="0"/>
                <a:ea typeface="ＭＳ Ｐゴシック" charset="0"/>
              </a:defRPr>
            </a:lvl5pPr>
            <a:lvl6pPr marL="2514600" indent="-228600" algn="ctr" rtl="0" eaLnBrk="0" fontAlgn="base" hangingPunct="0">
              <a:spcBef>
                <a:spcPct val="0"/>
              </a:spcBef>
              <a:spcAft>
                <a:spcPct val="0"/>
              </a:spcAft>
              <a:defRPr sz="2400">
                <a:solidFill>
                  <a:schemeClr val="tx1"/>
                </a:solidFill>
                <a:latin typeface="Arial" charset="0"/>
                <a:ea typeface="ＭＳ Ｐゴシック" charset="0"/>
              </a:defRPr>
            </a:lvl6pPr>
            <a:lvl7pPr marL="2971800" indent="-228600" algn="ctr" rtl="0" eaLnBrk="0" fontAlgn="base" hangingPunct="0">
              <a:spcBef>
                <a:spcPct val="0"/>
              </a:spcBef>
              <a:spcAft>
                <a:spcPct val="0"/>
              </a:spcAft>
              <a:defRPr sz="2400">
                <a:solidFill>
                  <a:schemeClr val="tx1"/>
                </a:solidFill>
                <a:latin typeface="Arial" charset="0"/>
                <a:ea typeface="ＭＳ Ｐゴシック" charset="0"/>
              </a:defRPr>
            </a:lvl7pPr>
            <a:lvl8pPr marL="3429000" indent="-228600" algn="ctr" rtl="0" eaLnBrk="0" fontAlgn="base" hangingPunct="0">
              <a:spcBef>
                <a:spcPct val="0"/>
              </a:spcBef>
              <a:spcAft>
                <a:spcPct val="0"/>
              </a:spcAft>
              <a:defRPr sz="2400">
                <a:solidFill>
                  <a:schemeClr val="tx1"/>
                </a:solidFill>
                <a:latin typeface="Arial" charset="0"/>
                <a:ea typeface="ＭＳ Ｐゴシック" charset="0"/>
              </a:defRPr>
            </a:lvl8pPr>
            <a:lvl9pPr marL="3886200" indent="-228600" algn="ctr" rtl="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sz="3800" kern="0" dirty="0">
                <a:solidFill>
                  <a:schemeClr val="bg1"/>
                </a:solidFill>
              </a:rPr>
              <a:t>Concurrent Programming</a:t>
            </a:r>
            <a:br>
              <a:rPr lang="en-US" sz="3800" kern="0" dirty="0">
                <a:solidFill>
                  <a:schemeClr val="bg1"/>
                </a:solidFill>
              </a:rPr>
            </a:br>
            <a:r>
              <a:rPr lang="en-US" sz="1400" kern="0" dirty="0">
                <a:solidFill>
                  <a:schemeClr val="bg1"/>
                </a:solidFill>
              </a:rPr>
              <a:t>CT074-3-2 Version 0120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DE019A90-82F0-6001-496C-1DF6FCA4CD4E}"/>
              </a:ext>
            </a:extLst>
          </p:cNvPr>
          <p:cNvSpPr>
            <a:spLocks noGrp="1" noChangeArrowheads="1"/>
          </p:cNvSpPr>
          <p:nvPr>
            <p:ph type="title"/>
          </p:nvPr>
        </p:nvSpPr>
        <p:spPr/>
        <p:txBody>
          <a:bodyPr/>
          <a:lstStyle/>
          <a:p>
            <a:r>
              <a:rPr lang="en-US" altLang="en-US"/>
              <a:t>volatile</a:t>
            </a:r>
          </a:p>
        </p:txBody>
      </p:sp>
      <p:sp>
        <p:nvSpPr>
          <p:cNvPr id="16387" name="Content Placeholder 2">
            <a:extLst>
              <a:ext uri="{FF2B5EF4-FFF2-40B4-BE49-F238E27FC236}">
                <a16:creationId xmlns:a16="http://schemas.microsoft.com/office/drawing/2014/main" id="{41EACD70-F660-41FE-B36C-7C082BEDDC65}"/>
              </a:ext>
            </a:extLst>
          </p:cNvPr>
          <p:cNvSpPr>
            <a:spLocks noGrp="1" noChangeArrowheads="1"/>
          </p:cNvSpPr>
          <p:nvPr>
            <p:ph idx="1"/>
          </p:nvPr>
        </p:nvSpPr>
        <p:spPr/>
        <p:txBody>
          <a:bodyPr/>
          <a:lstStyle/>
          <a:p>
            <a:endParaRPr lang="en-US" altLang="en-US"/>
          </a:p>
        </p:txBody>
      </p:sp>
      <p:pic>
        <p:nvPicPr>
          <p:cNvPr id="16388" name="Picture 2" descr="Java Volatile Keyword">
            <a:extLst>
              <a:ext uri="{FF2B5EF4-FFF2-40B4-BE49-F238E27FC236}">
                <a16:creationId xmlns:a16="http://schemas.microsoft.com/office/drawing/2014/main" id="{7F7CA9AE-237F-EAD7-FB3B-0BB082EE7A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5589"/>
            <a:ext cx="6002338" cy="505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6E534B44-A974-3B63-B389-806B883FF75B}"/>
              </a:ext>
            </a:extLst>
          </p:cNvPr>
          <p:cNvSpPr>
            <a:spLocks noGrp="1" noChangeArrowheads="1"/>
          </p:cNvSpPr>
          <p:nvPr>
            <p:ph type="title"/>
          </p:nvPr>
        </p:nvSpPr>
        <p:spPr/>
        <p:txBody>
          <a:bodyPr/>
          <a:lstStyle/>
          <a:p>
            <a:endParaRPr lang="en-MY" altLang="en-US"/>
          </a:p>
        </p:txBody>
      </p:sp>
      <p:sp>
        <p:nvSpPr>
          <p:cNvPr id="17411" name="Content Placeholder 2">
            <a:extLst>
              <a:ext uri="{FF2B5EF4-FFF2-40B4-BE49-F238E27FC236}">
                <a16:creationId xmlns:a16="http://schemas.microsoft.com/office/drawing/2014/main" id="{11F546D7-8926-5CAA-F8E7-DA15574E598A}"/>
              </a:ext>
            </a:extLst>
          </p:cNvPr>
          <p:cNvSpPr>
            <a:spLocks noGrp="1" noChangeArrowheads="1"/>
          </p:cNvSpPr>
          <p:nvPr>
            <p:ph idx="1"/>
          </p:nvPr>
        </p:nvSpPr>
        <p:spPr/>
        <p:txBody>
          <a:bodyPr/>
          <a:lstStyle/>
          <a:p>
            <a:r>
              <a:rPr lang="en-MY" altLang="en-US"/>
              <a:t>Add Thread C with Normal priority to Priority.java</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D0339091-1D3C-AF3F-2CC3-108F74E24435}"/>
              </a:ext>
            </a:extLst>
          </p:cNvPr>
          <p:cNvSpPr>
            <a:spLocks noGrp="1" noChangeArrowheads="1"/>
          </p:cNvSpPr>
          <p:nvPr>
            <p:ph type="title"/>
          </p:nvPr>
        </p:nvSpPr>
        <p:spPr/>
        <p:txBody>
          <a:bodyPr/>
          <a:lstStyle/>
          <a:p>
            <a:r>
              <a:rPr lang="en-US" altLang="en-US"/>
              <a:t>Workshop Workers</a:t>
            </a:r>
          </a:p>
        </p:txBody>
      </p:sp>
      <p:pic>
        <p:nvPicPr>
          <p:cNvPr id="18435" name="Picture 2" descr="Adakah Kereta Anda Benar-benar Diservis? Atau Tidak Sama Sekali! | Gohed  Gostan">
            <a:extLst>
              <a:ext uri="{FF2B5EF4-FFF2-40B4-BE49-F238E27FC236}">
                <a16:creationId xmlns:a16="http://schemas.microsoft.com/office/drawing/2014/main" id="{0394A9B7-A0AC-F45D-6E12-C2331EEC61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440"/>
          <a:stretch>
            <a:fillRect/>
          </a:stretch>
        </p:blipFill>
        <p:spPr bwMode="auto">
          <a:xfrm>
            <a:off x="2346325" y="1843089"/>
            <a:ext cx="74993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A8CF8350-EAF6-3524-1864-E3E23A1DBF25}"/>
              </a:ext>
            </a:extLst>
          </p:cNvPr>
          <p:cNvSpPr txBox="1">
            <a:spLocks noGrp="1" noChangeArrowheads="1"/>
          </p:cNvSpPr>
          <p:nvPr>
            <p:ph type="title"/>
          </p:nvPr>
        </p:nvSpPr>
        <p:spPr>
          <a:xfrm>
            <a:off x="2111375" y="346095"/>
            <a:ext cx="5846472"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Topic &amp; Structure of The Lesson</a:t>
            </a:r>
            <a:endParaRPr lang="en-US" altLang="zh-TW" u="sng" dirty="0">
              <a:solidFill>
                <a:schemeClr val="accent6">
                  <a:lumMod val="75000"/>
                </a:schemeClr>
              </a:solidFill>
              <a:latin typeface="Century Gothic" panose="020B0502020202020204" pitchFamily="34" charset="0"/>
              <a:ea typeface="新細明體" pitchFamily="18" charset="-120"/>
            </a:endParaRPr>
          </a:p>
        </p:txBody>
      </p:sp>
      <p:sp>
        <p:nvSpPr>
          <p:cNvPr id="19459" name="Content Placeholder 2">
            <a:extLst>
              <a:ext uri="{FF2B5EF4-FFF2-40B4-BE49-F238E27FC236}">
                <a16:creationId xmlns:a16="http://schemas.microsoft.com/office/drawing/2014/main" id="{A09137BA-9215-B582-BA31-C4D726B38248}"/>
              </a:ext>
            </a:extLst>
          </p:cNvPr>
          <p:cNvSpPr>
            <a:spLocks noGrp="1" noChangeArrowheads="1"/>
          </p:cNvSpPr>
          <p:nvPr>
            <p:ph idx="1"/>
          </p:nvPr>
        </p:nvSpPr>
        <p:spPr>
          <a:xfrm>
            <a:off x="2033588" y="1697038"/>
            <a:ext cx="8229600" cy="4525962"/>
          </a:xfrm>
        </p:spPr>
        <p:txBody>
          <a:bodyPr/>
          <a:lstStyle/>
          <a:p>
            <a:pPr eaLnBrk="1" hangingPunct="1"/>
            <a:r>
              <a:rPr lang="en-US" altLang="en-US"/>
              <a:t>Monitors</a:t>
            </a:r>
          </a:p>
          <a:p>
            <a:pPr eaLnBrk="1" hangingPunct="1"/>
            <a:r>
              <a:rPr lang="en-US" altLang="en-US"/>
              <a:t>Conditional Synchronisation</a:t>
            </a:r>
          </a:p>
          <a:p>
            <a:pPr eaLnBrk="1" hangingPunct="1"/>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3FB210CD-8D43-F575-7FCD-774677C9A35B}"/>
              </a:ext>
            </a:extLst>
          </p:cNvPr>
          <p:cNvSpPr txBox="1">
            <a:spLocks noGrp="1" noChangeArrowheads="1"/>
          </p:cNvSpPr>
          <p:nvPr>
            <p:ph type="title"/>
          </p:nvPr>
        </p:nvSpPr>
        <p:spPr>
          <a:xfrm>
            <a:off x="3211514" y="350858"/>
            <a:ext cx="3836307"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Learning Outcomes</a:t>
            </a:r>
          </a:p>
        </p:txBody>
      </p:sp>
      <p:sp>
        <p:nvSpPr>
          <p:cNvPr id="21507" name="Content Placeholder 2">
            <a:extLst>
              <a:ext uri="{FF2B5EF4-FFF2-40B4-BE49-F238E27FC236}">
                <a16:creationId xmlns:a16="http://schemas.microsoft.com/office/drawing/2014/main" id="{2E67F959-0581-029E-74B4-2E3C2193B227}"/>
              </a:ext>
            </a:extLst>
          </p:cNvPr>
          <p:cNvSpPr>
            <a:spLocks noGrp="1" noChangeArrowheads="1"/>
          </p:cNvSpPr>
          <p:nvPr>
            <p:ph idx="1"/>
          </p:nvPr>
        </p:nvSpPr>
        <p:spPr/>
        <p:txBody>
          <a:bodyPr/>
          <a:lstStyle/>
          <a:p>
            <a:pPr eaLnBrk="1" hangingPunct="1"/>
            <a:r>
              <a:rPr lang="en-US" altLang="zh-TW" b="1">
                <a:latin typeface="Century Gothic" panose="020B0502020202020204" pitchFamily="34" charset="0"/>
                <a:ea typeface="PMingLiU" panose="02020500000000000000" pitchFamily="18" charset="-120"/>
              </a:rPr>
              <a:t>At the end of this topic, You should be able to</a:t>
            </a:r>
          </a:p>
          <a:p>
            <a:pPr eaLnBrk="1" hangingPunct="1"/>
            <a:r>
              <a:rPr lang="en-US" altLang="en-US" b="1">
                <a:latin typeface="Century Gothic" panose="020B0502020202020204" pitchFamily="34" charset="0"/>
                <a:ea typeface="PMingLiU" panose="02020500000000000000" pitchFamily="18" charset="-120"/>
              </a:rPr>
              <a:t>Describe Monitors </a:t>
            </a:r>
          </a:p>
          <a:p>
            <a:pPr eaLnBrk="1" hangingPunct="1"/>
            <a:r>
              <a:rPr lang="en-US" altLang="en-US" b="1">
                <a:latin typeface="Century Gothic" panose="020B0502020202020204" pitchFamily="34" charset="0"/>
                <a:ea typeface="PMingLiU" panose="02020500000000000000" pitchFamily="18" charset="-120"/>
              </a:rPr>
              <a:t>Implement Conditional Synchronisation</a:t>
            </a:r>
          </a:p>
          <a:p>
            <a:pPr eaLnBrk="1" hangingPunct="1"/>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28F04-FA4A-46C1-7671-F27E31E9162E}"/>
              </a:ext>
            </a:extLst>
          </p:cNvPr>
          <p:cNvSpPr>
            <a:spLocks noGrp="1"/>
          </p:cNvSpPr>
          <p:nvPr>
            <p:ph type="title"/>
          </p:nvPr>
        </p:nvSpPr>
        <p:spPr/>
        <p:txBody>
          <a:bodyPr/>
          <a:lstStyle/>
          <a:p>
            <a:pPr eaLnBrk="1" hangingPunct="1">
              <a:defRPr/>
            </a:pPr>
            <a:r>
              <a:rPr lang="en-US" altLang="en-US" b="1" u="sng" dirty="0">
                <a:solidFill>
                  <a:schemeClr val="accent6">
                    <a:lumMod val="75000"/>
                  </a:schemeClr>
                </a:solidFill>
                <a:latin typeface="Century Gothic" panose="020B0502020202020204" pitchFamily="34" charset="0"/>
                <a:cs typeface="Arial" panose="020B0604020202020204" pitchFamily="34" charset="0"/>
              </a:rPr>
              <a:t>Key Terms You Must Be Able To Use</a:t>
            </a:r>
            <a:endParaRPr lang="en-US" dirty="0">
              <a:solidFill>
                <a:schemeClr val="accent6">
                  <a:lumMod val="75000"/>
                </a:schemeClr>
              </a:solidFill>
              <a:latin typeface="Century Gothic" panose="020B0502020202020204" pitchFamily="34" charset="0"/>
            </a:endParaRPr>
          </a:p>
        </p:txBody>
      </p:sp>
      <p:sp>
        <p:nvSpPr>
          <p:cNvPr id="22531" name="Content Placeholder 2">
            <a:extLst>
              <a:ext uri="{FF2B5EF4-FFF2-40B4-BE49-F238E27FC236}">
                <a16:creationId xmlns:a16="http://schemas.microsoft.com/office/drawing/2014/main" id="{FFF0C664-278F-3FAB-823D-D9CFC84BEC0D}"/>
              </a:ext>
            </a:extLst>
          </p:cNvPr>
          <p:cNvSpPr>
            <a:spLocks noGrp="1" noChangeArrowheads="1"/>
          </p:cNvSpPr>
          <p:nvPr>
            <p:ph idx="1"/>
          </p:nvPr>
        </p:nvSpPr>
        <p:spPr/>
        <p:txBody>
          <a:bodyPr/>
          <a:lstStyle/>
          <a:p>
            <a:pPr eaLnBrk="1" hangingPunct="1"/>
            <a:r>
              <a:rPr lang="en-US" altLang="en-US" sz="2000" b="1">
                <a:latin typeface="Century Gothic" panose="020B0502020202020204" pitchFamily="34" charset="0"/>
              </a:rPr>
              <a:t>If you have mastered this topic, </a:t>
            </a:r>
            <a:r>
              <a:rPr lang="en-US" altLang="en-US" sz="2000" b="1">
                <a:solidFill>
                  <a:srgbClr val="990000"/>
                </a:solidFill>
                <a:latin typeface="Century Gothic" panose="020B0502020202020204" pitchFamily="34" charset="0"/>
              </a:rPr>
              <a:t>you should be able to use the following terms correctly in your assignments and exams</a:t>
            </a:r>
            <a:r>
              <a:rPr lang="en-US" altLang="en-US" sz="2000" b="1">
                <a:latin typeface="Century Gothic" panose="020B0502020202020204" pitchFamily="34" charset="0"/>
              </a:rPr>
              <a:t>:</a:t>
            </a:r>
          </a:p>
          <a:p>
            <a:pPr eaLnBrk="1" hangingPunct="1"/>
            <a:r>
              <a:rPr lang="en-US" altLang="en-US"/>
              <a:t>Monitors</a:t>
            </a:r>
          </a:p>
          <a:p>
            <a:pPr eaLnBrk="1" hangingPunct="1"/>
            <a:r>
              <a:rPr lang="en-US" altLang="en-US"/>
              <a:t>Conditional Synchronisation</a:t>
            </a:r>
          </a:p>
          <a:p>
            <a:pPr eaLnBrk="1" hangingPunct="1"/>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DABF0BA-0BFC-4990-8353-91B3283D328C}"/>
              </a:ext>
            </a:extLst>
          </p:cNvPr>
          <p:cNvSpPr>
            <a:spLocks noChangeArrowheads="1"/>
          </p:cNvSpPr>
          <p:nvPr/>
        </p:nvSpPr>
        <p:spPr bwMode="auto">
          <a:xfrm>
            <a:off x="1862139" y="1803400"/>
            <a:ext cx="8510587" cy="4495800"/>
          </a:xfrm>
          <a:prstGeom prst="rect">
            <a:avLst/>
          </a:prstGeom>
          <a:solidFill>
            <a:schemeClr val="bg1"/>
          </a:solidFill>
          <a:ln w="12700">
            <a:solidFill>
              <a:schemeClr val="tx1"/>
            </a:solidFill>
            <a:miter lim="800000"/>
            <a:headEnd/>
            <a:tailEnd/>
          </a:ln>
          <a:effectLst>
            <a:outerShdw dist="107763" dir="2700000" algn="ctr" rotWithShape="0">
              <a:schemeClr val="bg2"/>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23555" name="Rectangle 3">
            <a:extLst>
              <a:ext uri="{FF2B5EF4-FFF2-40B4-BE49-F238E27FC236}">
                <a16:creationId xmlns:a16="http://schemas.microsoft.com/office/drawing/2014/main" id="{8C8E84B2-7D28-A340-ACD9-77B1540A72EF}"/>
              </a:ext>
            </a:extLst>
          </p:cNvPr>
          <p:cNvSpPr>
            <a:spLocks noGrp="1" noChangeArrowheads="1"/>
          </p:cNvSpPr>
          <p:nvPr>
            <p:ph type="title"/>
          </p:nvPr>
        </p:nvSpPr>
        <p:spPr>
          <a:xfrm>
            <a:off x="2120900" y="38100"/>
            <a:ext cx="7042150" cy="1143000"/>
          </a:xfrm>
        </p:spPr>
        <p:txBody>
          <a:bodyPr/>
          <a:lstStyle/>
          <a:p>
            <a:pPr eaLnBrk="1" hangingPunct="1"/>
            <a:r>
              <a:rPr lang="en-GB" altLang="en-US" b="1"/>
              <a:t>Monitors &amp; Conditional Synchronization</a:t>
            </a:r>
          </a:p>
        </p:txBody>
      </p:sp>
      <p:sp>
        <p:nvSpPr>
          <p:cNvPr id="23556" name="Text Box 4">
            <a:extLst>
              <a:ext uri="{FF2B5EF4-FFF2-40B4-BE49-F238E27FC236}">
                <a16:creationId xmlns:a16="http://schemas.microsoft.com/office/drawing/2014/main" id="{6B63CE70-6964-CC3B-6B01-21B58EF139E7}"/>
              </a:ext>
            </a:extLst>
          </p:cNvPr>
          <p:cNvSpPr txBox="1">
            <a:spLocks noChangeArrowheads="1"/>
          </p:cNvSpPr>
          <p:nvPr/>
        </p:nvSpPr>
        <p:spPr bwMode="auto">
          <a:xfrm>
            <a:off x="1895476" y="1766889"/>
            <a:ext cx="8772525"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solidFill>
                  <a:srgbClr val="CC0000"/>
                </a:solidFill>
                <a:latin typeface="Calibri" panose="020F0502020204030204" pitchFamily="34" charset="0"/>
              </a:rPr>
              <a:t>Concepts</a:t>
            </a:r>
            <a:r>
              <a:rPr lang="en-GB" altLang="en-US" sz="2400">
                <a:latin typeface="Calibri" panose="020F0502020204030204" pitchFamily="34" charset="0"/>
              </a:rPr>
              <a:t>: 	</a:t>
            </a:r>
            <a:r>
              <a:rPr lang="en-GB" altLang="en-US" sz="2400">
                <a:solidFill>
                  <a:schemeClr val="accent2"/>
                </a:solidFill>
                <a:latin typeface="Calibri" panose="020F0502020204030204" pitchFamily="34" charset="0"/>
              </a:rPr>
              <a:t>monitors</a:t>
            </a:r>
            <a:r>
              <a:rPr lang="en-GB" altLang="en-US" sz="2400">
                <a:latin typeface="Calibri" panose="020F0502020204030204" pitchFamily="34" charset="0"/>
              </a:rPr>
              <a:t>: </a:t>
            </a:r>
          </a:p>
          <a:p>
            <a:pPr>
              <a:spcBef>
                <a:spcPct val="0"/>
              </a:spcBef>
              <a:buFontTx/>
              <a:buNone/>
            </a:pPr>
            <a:r>
              <a:rPr lang="en-GB" altLang="en-US" sz="2400">
                <a:latin typeface="Calibri" panose="020F0502020204030204" pitchFamily="34" charset="0"/>
              </a:rPr>
              <a:t>			encapsulated data + access procedures</a:t>
            </a:r>
          </a:p>
          <a:p>
            <a:pPr>
              <a:spcBef>
                <a:spcPct val="0"/>
              </a:spcBef>
              <a:buFontTx/>
              <a:buNone/>
            </a:pPr>
            <a:r>
              <a:rPr lang="en-GB" altLang="en-US" sz="2400">
                <a:latin typeface="Calibri" panose="020F0502020204030204" pitchFamily="34" charset="0"/>
              </a:rPr>
              <a:t>			mutual exclusion + </a:t>
            </a:r>
            <a:r>
              <a:rPr lang="en-GB" altLang="en-US" sz="2400">
                <a:solidFill>
                  <a:schemeClr val="accent2"/>
                </a:solidFill>
                <a:latin typeface="Calibri" panose="020F0502020204030204" pitchFamily="34" charset="0"/>
              </a:rPr>
              <a:t>condition synchronization</a:t>
            </a:r>
            <a:endParaRPr lang="en-GB" altLang="en-US" sz="2400">
              <a:latin typeface="Calibri" panose="020F0502020204030204" pitchFamily="34" charset="0"/>
            </a:endParaRPr>
          </a:p>
          <a:p>
            <a:pPr>
              <a:spcBef>
                <a:spcPct val="0"/>
              </a:spcBef>
              <a:buFontTx/>
              <a:buNone/>
            </a:pPr>
            <a:r>
              <a:rPr lang="en-GB" altLang="en-US" sz="2400">
                <a:latin typeface="Calibri" panose="020F0502020204030204" pitchFamily="34" charset="0"/>
              </a:rPr>
              <a:t>		           single access procedure active  in the monitor</a:t>
            </a:r>
          </a:p>
          <a:p>
            <a:pPr>
              <a:spcBef>
                <a:spcPct val="0"/>
              </a:spcBef>
              <a:buFontTx/>
              <a:buNone/>
            </a:pPr>
            <a:r>
              <a:rPr lang="en-GB" altLang="en-US" sz="2400">
                <a:latin typeface="Calibri" panose="020F0502020204030204" pitchFamily="34" charset="0"/>
              </a:rPr>
              <a:t>		 </a:t>
            </a:r>
            <a:r>
              <a:rPr lang="en-GB" altLang="en-US" sz="2400">
                <a:solidFill>
                  <a:schemeClr val="accent2"/>
                </a:solidFill>
                <a:latin typeface="Calibri" panose="020F0502020204030204" pitchFamily="34" charset="0"/>
              </a:rPr>
              <a:t>nested monitors</a:t>
            </a:r>
            <a:endParaRPr lang="en-GB" altLang="en-US" sz="2400">
              <a:latin typeface="Calibri" panose="020F0502020204030204" pitchFamily="34" charset="0"/>
            </a:endParaRPr>
          </a:p>
          <a:p>
            <a:pPr>
              <a:spcBef>
                <a:spcPct val="0"/>
              </a:spcBef>
              <a:buFontTx/>
              <a:buNone/>
            </a:pPr>
            <a:endParaRPr lang="en-GB" altLang="en-US" sz="2400">
              <a:latin typeface="Calibri" panose="020F0502020204030204" pitchFamily="34" charset="0"/>
            </a:endParaRPr>
          </a:p>
          <a:p>
            <a:pPr>
              <a:spcBef>
                <a:spcPct val="0"/>
              </a:spcBef>
              <a:buFontTx/>
              <a:buNone/>
            </a:pPr>
            <a:endParaRPr lang="en-GB" altLang="en-US" sz="2400">
              <a:latin typeface="Calibri" panose="020F0502020204030204" pitchFamily="34" charset="0"/>
            </a:endParaRPr>
          </a:p>
          <a:p>
            <a:pPr>
              <a:spcBef>
                <a:spcPct val="0"/>
              </a:spcBef>
              <a:buFontTx/>
              <a:buNone/>
            </a:pPr>
            <a:r>
              <a:rPr lang="en-GB" altLang="en-US" sz="2400">
                <a:solidFill>
                  <a:srgbClr val="CC0000"/>
                </a:solidFill>
                <a:latin typeface="Calibri" panose="020F0502020204030204" pitchFamily="34" charset="0"/>
              </a:rPr>
              <a:t>Practice</a:t>
            </a:r>
            <a:r>
              <a:rPr lang="en-GB" altLang="en-US" sz="2400">
                <a:latin typeface="Calibri" panose="020F0502020204030204" pitchFamily="34" charset="0"/>
              </a:rPr>
              <a:t>:	 private data and synchronized methods (exclusion).</a:t>
            </a:r>
          </a:p>
          <a:p>
            <a:pPr>
              <a:spcBef>
                <a:spcPct val="0"/>
              </a:spcBef>
              <a:buFontTx/>
              <a:buNone/>
            </a:pPr>
            <a:r>
              <a:rPr lang="en-GB" altLang="en-US" sz="2400">
                <a:latin typeface="Calibri" panose="020F0502020204030204" pitchFamily="34" charset="0"/>
              </a:rPr>
              <a:t>		 </a:t>
            </a:r>
            <a:r>
              <a:rPr lang="en-GB" altLang="en-US" sz="2400">
                <a:solidFill>
                  <a:schemeClr val="accent2"/>
                </a:solidFill>
                <a:latin typeface="Calibri" panose="020F0502020204030204" pitchFamily="34" charset="0"/>
              </a:rPr>
              <a:t>wait(),</a:t>
            </a:r>
            <a:r>
              <a:rPr lang="en-GB" altLang="en-US" sz="2400">
                <a:latin typeface="Calibri" panose="020F0502020204030204" pitchFamily="34" charset="0"/>
              </a:rPr>
              <a:t> </a:t>
            </a:r>
            <a:r>
              <a:rPr lang="en-GB" altLang="en-US" sz="2400">
                <a:solidFill>
                  <a:schemeClr val="accent2"/>
                </a:solidFill>
                <a:latin typeface="Calibri" panose="020F0502020204030204" pitchFamily="34" charset="0"/>
              </a:rPr>
              <a:t>notify()</a:t>
            </a:r>
            <a:r>
              <a:rPr lang="en-GB" altLang="en-US" sz="2400">
                <a:latin typeface="Calibri" panose="020F0502020204030204" pitchFamily="34" charset="0"/>
              </a:rPr>
              <a:t> and </a:t>
            </a:r>
            <a:r>
              <a:rPr lang="en-GB" altLang="en-US" sz="2400">
                <a:solidFill>
                  <a:schemeClr val="accent2"/>
                </a:solidFill>
                <a:latin typeface="Calibri" panose="020F0502020204030204" pitchFamily="34" charset="0"/>
              </a:rPr>
              <a:t>notifyAll()</a:t>
            </a:r>
            <a:r>
              <a:rPr lang="en-GB" altLang="en-US" sz="2400">
                <a:latin typeface="Calibri" panose="020F0502020204030204" pitchFamily="34" charset="0"/>
              </a:rPr>
              <a:t> for condition synch.</a:t>
            </a:r>
          </a:p>
          <a:p>
            <a:pPr>
              <a:spcBef>
                <a:spcPct val="0"/>
              </a:spcBef>
              <a:buFontTx/>
              <a:buNone/>
            </a:pPr>
            <a:r>
              <a:rPr lang="en-GB" altLang="en-US" sz="2400">
                <a:latin typeface="Calibri" panose="020F0502020204030204" pitchFamily="34" charset="0"/>
              </a:rPr>
              <a:t>		 single thread active in the monitor at a time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a:extLst>
              <a:ext uri="{FF2B5EF4-FFF2-40B4-BE49-F238E27FC236}">
                <a16:creationId xmlns:a16="http://schemas.microsoft.com/office/drawing/2014/main" id="{E99A4369-0EFA-FCE5-DDA8-7949625C97E4}"/>
              </a:ext>
            </a:extLst>
          </p:cNvPr>
          <p:cNvSpPr txBox="1">
            <a:spLocks noChangeArrowheads="1"/>
          </p:cNvSpPr>
          <p:nvPr/>
        </p:nvSpPr>
        <p:spPr bwMode="auto">
          <a:xfrm>
            <a:off x="3243263" y="411164"/>
            <a:ext cx="3994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t>Learning Outcomes</a:t>
            </a:r>
          </a:p>
        </p:txBody>
      </p:sp>
      <p:sp>
        <p:nvSpPr>
          <p:cNvPr id="124931" name="Rectangle 3">
            <a:extLst>
              <a:ext uri="{FF2B5EF4-FFF2-40B4-BE49-F238E27FC236}">
                <a16:creationId xmlns:a16="http://schemas.microsoft.com/office/drawing/2014/main" id="{ED7BC8AF-3CFE-8BF5-C553-CAB34071BC7B}"/>
              </a:ext>
            </a:extLst>
          </p:cNvPr>
          <p:cNvSpPr>
            <a:spLocks noChangeArrowheads="1"/>
          </p:cNvSpPr>
          <p:nvPr/>
        </p:nvSpPr>
        <p:spPr bwMode="auto">
          <a:xfrm>
            <a:off x="1882776" y="2354264"/>
            <a:ext cx="800417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har char="•"/>
              <a:tabLst>
                <a:tab pos="914400" algn="l"/>
              </a:tabLst>
              <a:defRPr sz="3200">
                <a:solidFill>
                  <a:schemeClr val="tx1"/>
                </a:solidFill>
                <a:latin typeface="Arial" panose="020B0604020202020204" pitchFamily="34" charset="0"/>
              </a:defRPr>
            </a:lvl1pPr>
            <a:lvl2pPr marL="800100" indent="-342900">
              <a:spcBef>
                <a:spcPct val="20000"/>
              </a:spcBef>
              <a:buChar char="–"/>
              <a:tabLst>
                <a:tab pos="914400" algn="l"/>
              </a:tabLst>
              <a:defRPr sz="2800">
                <a:solidFill>
                  <a:schemeClr val="tx1"/>
                </a:solidFill>
                <a:latin typeface="Arial" panose="020B0604020202020204" pitchFamily="34" charset="0"/>
              </a:defRPr>
            </a:lvl2pPr>
            <a:lvl3pPr marL="1143000" indent="-228600">
              <a:spcBef>
                <a:spcPct val="20000"/>
              </a:spcBef>
              <a:buChar char="•"/>
              <a:tabLst>
                <a:tab pos="914400" algn="l"/>
              </a:tabLst>
              <a:defRPr sz="2400">
                <a:solidFill>
                  <a:schemeClr val="tx1"/>
                </a:solidFill>
                <a:latin typeface="Arial" panose="020B0604020202020204" pitchFamily="34" charset="0"/>
              </a:defRPr>
            </a:lvl3pPr>
            <a:lvl4pPr marL="1600200" indent="-228600">
              <a:spcBef>
                <a:spcPct val="20000"/>
              </a:spcBef>
              <a:buChar char="–"/>
              <a:tabLst>
                <a:tab pos="914400" algn="l"/>
              </a:tabLst>
              <a:defRPr sz="2000">
                <a:solidFill>
                  <a:schemeClr val="tx1"/>
                </a:solidFill>
                <a:latin typeface="Arial" panose="020B0604020202020204" pitchFamily="34" charset="0"/>
              </a:defRPr>
            </a:lvl4pPr>
            <a:lvl5pPr marL="2057400" indent="-22860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eaLnBrk="1" hangingPunct="1">
              <a:spcBef>
                <a:spcPct val="0"/>
              </a:spcBef>
              <a:buFontTx/>
              <a:buNone/>
            </a:pPr>
            <a:r>
              <a:rPr lang="en-GB" altLang="en-US" sz="2200" b="1"/>
              <a:t>    At the end of this module, you should be able to do the following:</a:t>
            </a:r>
          </a:p>
          <a:p>
            <a:pPr eaLnBrk="1" hangingPunct="1">
              <a:spcBef>
                <a:spcPct val="0"/>
              </a:spcBef>
              <a:buFontTx/>
              <a:buNone/>
            </a:pPr>
            <a:endParaRPr lang="en-GB" altLang="en-US" sz="2200" b="1"/>
          </a:p>
          <a:p>
            <a:pPr lvl="1" eaLnBrk="1" hangingPunct="1">
              <a:spcBef>
                <a:spcPct val="0"/>
              </a:spcBef>
              <a:buFontTx/>
              <a:buAutoNum type="arabicPeriod"/>
            </a:pPr>
            <a:r>
              <a:rPr lang="en-US" altLang="en-US" sz="2200" b="1"/>
              <a:t>Explain and apply the fundamental concepts of concurrency in the design and construction of a concurrent system using  Java application. </a:t>
            </a:r>
          </a:p>
          <a:p>
            <a:pPr lvl="1" eaLnBrk="1" hangingPunct="1">
              <a:spcBef>
                <a:spcPct val="0"/>
              </a:spcBef>
              <a:buFontTx/>
              <a:buAutoNum type="arabicPeriod"/>
            </a:pPr>
            <a:r>
              <a:rPr lang="en-US" altLang="en-US" sz="2200" b="1"/>
              <a:t>Discuss the safety aspects of multi threaded system</a:t>
            </a:r>
          </a:p>
          <a:p>
            <a:pPr lvl="1" eaLnBrk="1" hangingPunct="1">
              <a:spcBef>
                <a:spcPct val="0"/>
              </a:spcBef>
              <a:buFontTx/>
              <a:buAutoNum type="arabicPeriod"/>
            </a:pPr>
            <a:r>
              <a:rPr lang="en-US" altLang="en-US" sz="2200" b="1"/>
              <a:t>Discuss the need for encapsulation in concurrent systems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4931">
                                            <p:txEl>
                                              <p:pRg st="0" end="0"/>
                                            </p:txEl>
                                          </p:spTgt>
                                        </p:tgtEl>
                                        <p:attrNameLst>
                                          <p:attrName>style.visibility</p:attrName>
                                        </p:attrNameLst>
                                      </p:cBhvr>
                                      <p:to>
                                        <p:strVal val="visible"/>
                                      </p:to>
                                    </p:set>
                                    <p:anim calcmode="lin" valueType="num">
                                      <p:cBhvr additive="base">
                                        <p:cTn id="7" dur="500" fill="hold"/>
                                        <p:tgtEl>
                                          <p:spTgt spid="1249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49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a:extLst>
              <a:ext uri="{FF2B5EF4-FFF2-40B4-BE49-F238E27FC236}">
                <a16:creationId xmlns:a16="http://schemas.microsoft.com/office/drawing/2014/main" id="{FEEA9A0D-BC26-4A1F-5C3D-E389256C13BA}"/>
              </a:ext>
            </a:extLst>
          </p:cNvPr>
          <p:cNvSpPr txBox="1">
            <a:spLocks noChangeArrowheads="1"/>
          </p:cNvSpPr>
          <p:nvPr/>
        </p:nvSpPr>
        <p:spPr bwMode="auto">
          <a:xfrm>
            <a:off x="3621088" y="0"/>
            <a:ext cx="39941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b="1"/>
              <a:t>Learning Outcomes</a:t>
            </a:r>
          </a:p>
        </p:txBody>
      </p:sp>
      <p:sp>
        <p:nvSpPr>
          <p:cNvPr id="27651" name="Rectangle 3">
            <a:extLst>
              <a:ext uri="{FF2B5EF4-FFF2-40B4-BE49-F238E27FC236}">
                <a16:creationId xmlns:a16="http://schemas.microsoft.com/office/drawing/2014/main" id="{3671190D-CD20-E7AD-5B99-047E946AA230}"/>
              </a:ext>
            </a:extLst>
          </p:cNvPr>
          <p:cNvSpPr>
            <a:spLocks noChangeArrowheads="1"/>
          </p:cNvSpPr>
          <p:nvPr/>
        </p:nvSpPr>
        <p:spPr bwMode="auto">
          <a:xfrm>
            <a:off x="1524001" y="2073276"/>
            <a:ext cx="8545513"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Char char="•"/>
              <a:tabLst>
                <a:tab pos="914400" algn="l"/>
              </a:tabLst>
              <a:defRPr sz="3200">
                <a:solidFill>
                  <a:schemeClr val="tx1"/>
                </a:solidFill>
                <a:latin typeface="Arial" panose="020B0604020202020204" pitchFamily="34" charset="0"/>
              </a:defRPr>
            </a:lvl1pPr>
            <a:lvl2pPr marL="800100" indent="-342900">
              <a:spcBef>
                <a:spcPct val="20000"/>
              </a:spcBef>
              <a:buChar char="–"/>
              <a:tabLst>
                <a:tab pos="914400" algn="l"/>
              </a:tabLst>
              <a:defRPr sz="2800">
                <a:solidFill>
                  <a:schemeClr val="tx1"/>
                </a:solidFill>
                <a:latin typeface="Arial" panose="020B0604020202020204" pitchFamily="34" charset="0"/>
              </a:defRPr>
            </a:lvl2pPr>
            <a:lvl3pPr marL="1143000" indent="-228600">
              <a:spcBef>
                <a:spcPct val="20000"/>
              </a:spcBef>
              <a:buChar char="•"/>
              <a:tabLst>
                <a:tab pos="914400" algn="l"/>
              </a:tabLst>
              <a:defRPr sz="2400">
                <a:solidFill>
                  <a:schemeClr val="tx1"/>
                </a:solidFill>
                <a:latin typeface="Arial" panose="020B0604020202020204" pitchFamily="34" charset="0"/>
              </a:defRPr>
            </a:lvl3pPr>
            <a:lvl4pPr marL="1600200" indent="-228600">
              <a:spcBef>
                <a:spcPct val="20000"/>
              </a:spcBef>
              <a:buChar char="–"/>
              <a:tabLst>
                <a:tab pos="914400" algn="l"/>
              </a:tabLst>
              <a:defRPr sz="2000">
                <a:solidFill>
                  <a:schemeClr val="tx1"/>
                </a:solidFill>
                <a:latin typeface="Arial" panose="020B0604020202020204" pitchFamily="34" charset="0"/>
              </a:defRPr>
            </a:lvl4pPr>
            <a:lvl5pPr marL="2057400" indent="-228600">
              <a:spcBef>
                <a:spcPct val="20000"/>
              </a:spcBef>
              <a:buChar char="»"/>
              <a:tabLst>
                <a:tab pos="9144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914400" algn="l"/>
              </a:tabLst>
              <a:defRPr sz="2000">
                <a:solidFill>
                  <a:schemeClr val="tx1"/>
                </a:solidFill>
                <a:latin typeface="Arial" panose="020B0604020202020204" pitchFamily="34" charset="0"/>
              </a:defRPr>
            </a:lvl9pPr>
          </a:lstStyle>
          <a:p>
            <a:pPr eaLnBrk="1" hangingPunct="1">
              <a:spcBef>
                <a:spcPct val="0"/>
              </a:spcBef>
              <a:buFontTx/>
              <a:buNone/>
            </a:pPr>
            <a:r>
              <a:rPr lang="en-GB" altLang="en-US" b="1"/>
              <a:t>   At the end of this module, you should be able to do the following:</a:t>
            </a:r>
          </a:p>
          <a:p>
            <a:pPr eaLnBrk="1" hangingPunct="1">
              <a:spcBef>
                <a:spcPct val="0"/>
              </a:spcBef>
              <a:buFontTx/>
              <a:buNone/>
            </a:pPr>
            <a:endParaRPr lang="en-GB" altLang="en-US" b="1"/>
          </a:p>
          <a:p>
            <a:pPr lvl="1" eaLnBrk="1" hangingPunct="1">
              <a:spcBef>
                <a:spcPct val="0"/>
              </a:spcBef>
              <a:buFontTx/>
              <a:buAutoNum type="arabicPeriod"/>
            </a:pPr>
            <a:r>
              <a:rPr lang="en-GB" altLang="en-US" b="1"/>
              <a:t>Discuss the concept of condition synchronisation. </a:t>
            </a:r>
          </a:p>
          <a:p>
            <a:pPr lvl="1" eaLnBrk="1" hangingPunct="1">
              <a:spcBef>
                <a:spcPct val="0"/>
              </a:spcBef>
              <a:buFontTx/>
              <a:buAutoNum type="arabicPeriod"/>
            </a:pPr>
            <a:r>
              <a:rPr lang="en-GB" altLang="en-US" b="1"/>
              <a:t>Represent condition synchronisation in Java.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C812947-71BD-9B25-A517-52A3384E14C0}"/>
              </a:ext>
            </a:extLst>
          </p:cNvPr>
          <p:cNvSpPr>
            <a:spLocks noGrp="1" noChangeArrowheads="1"/>
          </p:cNvSpPr>
          <p:nvPr>
            <p:ph type="title"/>
          </p:nvPr>
        </p:nvSpPr>
        <p:spPr>
          <a:xfrm>
            <a:off x="1971675" y="0"/>
            <a:ext cx="7042150" cy="1143000"/>
          </a:xfrm>
        </p:spPr>
        <p:txBody>
          <a:bodyPr/>
          <a:lstStyle/>
          <a:p>
            <a:pPr eaLnBrk="1" hangingPunct="1"/>
            <a:r>
              <a:rPr lang="en-GB" altLang="en-US" b="1"/>
              <a:t>Condition Synchronization</a:t>
            </a:r>
          </a:p>
        </p:txBody>
      </p:sp>
      <p:sp>
        <p:nvSpPr>
          <p:cNvPr id="433155" name="Text Box 3">
            <a:extLst>
              <a:ext uri="{FF2B5EF4-FFF2-40B4-BE49-F238E27FC236}">
                <a16:creationId xmlns:a16="http://schemas.microsoft.com/office/drawing/2014/main" id="{6E3B6082-45FA-C09E-A23B-7489F32076E2}"/>
              </a:ext>
            </a:extLst>
          </p:cNvPr>
          <p:cNvSpPr txBox="1">
            <a:spLocks noChangeArrowheads="1"/>
          </p:cNvSpPr>
          <p:nvPr/>
        </p:nvSpPr>
        <p:spPr bwMode="auto">
          <a:xfrm>
            <a:off x="2065338" y="2203451"/>
            <a:ext cx="8158162"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Char char="-"/>
            </a:pPr>
            <a:r>
              <a:rPr lang="en-GB" altLang="en-US" sz="2400">
                <a:latin typeface="Comic Sans MS" panose="030F0702030302020204" pitchFamily="66" charset="0"/>
              </a:rPr>
              <a:t>Monitors are language features for concurrent programming.</a:t>
            </a:r>
          </a:p>
          <a:p>
            <a:pPr>
              <a:spcBef>
                <a:spcPct val="50000"/>
              </a:spcBef>
              <a:buFontTx/>
              <a:buChar char="-"/>
            </a:pPr>
            <a:r>
              <a:rPr lang="en-GB" altLang="en-US" sz="2400">
                <a:latin typeface="Comic Sans MS" panose="030F0702030302020204" pitchFamily="66" charset="0"/>
              </a:rPr>
              <a:t>A monitor encapsulates data which can only be </a:t>
            </a:r>
            <a:r>
              <a:rPr lang="en-GB" altLang="en-US" sz="2400" u="sng">
                <a:latin typeface="Comic Sans MS" panose="030F0702030302020204" pitchFamily="66" charset="0"/>
              </a:rPr>
              <a:t>observed and modified</a:t>
            </a:r>
            <a:r>
              <a:rPr lang="en-GB" altLang="en-US" sz="2400">
                <a:latin typeface="Comic Sans MS" panose="030F0702030302020204" pitchFamily="66" charset="0"/>
              </a:rPr>
              <a:t> by monitor access procedures. </a:t>
            </a:r>
          </a:p>
          <a:p>
            <a:pPr>
              <a:spcBef>
                <a:spcPct val="50000"/>
              </a:spcBef>
              <a:buFontTx/>
              <a:buChar char="-"/>
            </a:pPr>
            <a:r>
              <a:rPr lang="en-GB" altLang="en-US" sz="2400">
                <a:latin typeface="Comic Sans MS" panose="030F0702030302020204" pitchFamily="66" charset="0"/>
              </a:rPr>
              <a:t> Monitors support </a:t>
            </a:r>
            <a:r>
              <a:rPr lang="en-GB" altLang="en-US" sz="2400" u="sng">
                <a:latin typeface="Comic Sans MS" panose="030F0702030302020204" pitchFamily="66" charset="0"/>
              </a:rPr>
              <a:t>conditional synchronisation</a:t>
            </a:r>
            <a:r>
              <a:rPr lang="en-GB" altLang="en-US" sz="2400">
                <a:latin typeface="Comic Sans MS" panose="030F0702030302020204" pitchFamily="66" charset="0"/>
              </a:rPr>
              <a:t> in addition to ensuring that access to the data they encapsulate is mutually exclusive.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433155">
                                            <p:txEl>
                                              <p:pRg st="0" end="0"/>
                                            </p:txEl>
                                          </p:spTgt>
                                        </p:tgtEl>
                                        <p:attrNameLst>
                                          <p:attrName>style.visibility</p:attrName>
                                        </p:attrNameLst>
                                      </p:cBhvr>
                                      <p:to>
                                        <p:strVal val="visible"/>
                                      </p:to>
                                    </p:set>
                                    <p:animEffect transition="in" filter="diamond(in)">
                                      <p:cBhvr>
                                        <p:cTn id="7" dur="2000"/>
                                        <p:tgtEl>
                                          <p:spTgt spid="4331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433155">
                                            <p:txEl>
                                              <p:pRg st="1" end="1"/>
                                            </p:txEl>
                                          </p:spTgt>
                                        </p:tgtEl>
                                        <p:attrNameLst>
                                          <p:attrName>style.visibility</p:attrName>
                                        </p:attrNameLst>
                                      </p:cBhvr>
                                      <p:to>
                                        <p:strVal val="visible"/>
                                      </p:to>
                                    </p:set>
                                    <p:animEffect transition="in" filter="diamond(in)">
                                      <p:cBhvr>
                                        <p:cTn id="12" dur="2000"/>
                                        <p:tgtEl>
                                          <p:spTgt spid="4331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433155">
                                            <p:txEl>
                                              <p:pRg st="2" end="2"/>
                                            </p:txEl>
                                          </p:spTgt>
                                        </p:tgtEl>
                                        <p:attrNameLst>
                                          <p:attrName>style.visibility</p:attrName>
                                        </p:attrNameLst>
                                      </p:cBhvr>
                                      <p:to>
                                        <p:strVal val="visible"/>
                                      </p:to>
                                    </p:set>
                                    <p:animEffect transition="in" filter="diamond(in)">
                                      <p:cBhvr>
                                        <p:cTn id="17" dur="2000"/>
                                        <p:tgtEl>
                                          <p:spTgt spid="4331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7E9E4CF7-6E6D-C641-A0FB-38AF3D02EF0E}"/>
              </a:ext>
            </a:extLst>
          </p:cNvPr>
          <p:cNvSpPr>
            <a:spLocks noGrp="1" noChangeArrowheads="1"/>
          </p:cNvSpPr>
          <p:nvPr>
            <p:ph type="title"/>
          </p:nvPr>
        </p:nvSpPr>
        <p:spPr>
          <a:xfrm>
            <a:off x="1971675" y="0"/>
            <a:ext cx="7042150" cy="1143000"/>
          </a:xfrm>
        </p:spPr>
        <p:txBody>
          <a:bodyPr/>
          <a:lstStyle/>
          <a:p>
            <a:pPr eaLnBrk="1" hangingPunct="1"/>
            <a:r>
              <a:rPr lang="en-GB" altLang="en-US" b="1"/>
              <a:t>Condition Synchronization</a:t>
            </a:r>
          </a:p>
        </p:txBody>
      </p:sp>
      <p:sp>
        <p:nvSpPr>
          <p:cNvPr id="355331" name="Text Box 3">
            <a:extLst>
              <a:ext uri="{FF2B5EF4-FFF2-40B4-BE49-F238E27FC236}">
                <a16:creationId xmlns:a16="http://schemas.microsoft.com/office/drawing/2014/main" id="{E9331666-1678-0724-9D98-C5F769921E39}"/>
              </a:ext>
            </a:extLst>
          </p:cNvPr>
          <p:cNvSpPr txBox="1">
            <a:spLocks noChangeArrowheads="1"/>
          </p:cNvSpPr>
          <p:nvPr/>
        </p:nvSpPr>
        <p:spPr bwMode="auto">
          <a:xfrm>
            <a:off x="2157413" y="4724400"/>
            <a:ext cx="815816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a:latin typeface="Comic Sans MS" panose="030F0702030302020204" pitchFamily="66" charset="0"/>
              </a:rPr>
              <a:t>A controller is required for a carpark, which only permits cars to enter when the carpark is not full and does not permit cars to leave when there are no cars in the carpark. Car arrival and departure are simulated by separate threads.</a:t>
            </a:r>
          </a:p>
        </p:txBody>
      </p:sp>
      <p:pic>
        <p:nvPicPr>
          <p:cNvPr id="31748" name="Picture 4" descr="figure5-1">
            <a:extLst>
              <a:ext uri="{FF2B5EF4-FFF2-40B4-BE49-F238E27FC236}">
                <a16:creationId xmlns:a16="http://schemas.microsoft.com/office/drawing/2014/main" id="{1348189B-A09A-FF0D-C84F-8A89B65951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8513" y="1371601"/>
            <a:ext cx="8037512"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55331"/>
                                        </p:tgtEl>
                                        <p:attrNameLst>
                                          <p:attrName>style.visibility</p:attrName>
                                        </p:attrNameLst>
                                      </p:cBhvr>
                                      <p:to>
                                        <p:strVal val="visible"/>
                                      </p:to>
                                    </p:set>
                                    <p:animEffect transition="in" filter="checkerboard(across)">
                                      <p:cBhvr>
                                        <p:cTn id="7" dur="500"/>
                                        <p:tgtEl>
                                          <p:spTgt spid="355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53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6503E6D-4B76-1B16-5ABC-3897D57DF617}"/>
              </a:ext>
            </a:extLst>
          </p:cNvPr>
          <p:cNvSpPr>
            <a:spLocks noGrp="1" noChangeArrowheads="1"/>
          </p:cNvSpPr>
          <p:nvPr>
            <p:ph type="title"/>
          </p:nvPr>
        </p:nvSpPr>
        <p:spPr>
          <a:xfrm>
            <a:off x="2363788" y="2836863"/>
            <a:ext cx="7042150" cy="1143000"/>
          </a:xfrm>
        </p:spPr>
        <p:txBody>
          <a:bodyPr/>
          <a:lstStyle/>
          <a:p>
            <a:pPr eaLnBrk="1" hangingPunct="1"/>
            <a:r>
              <a:rPr lang="en-GB" altLang="en-US" b="1"/>
              <a:t>What is the most noticeable difference between the Carpark problem and the Ornamental Garden problem?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4A7330F-DB02-D2B2-C23C-87F348D9610B}"/>
              </a:ext>
            </a:extLst>
          </p:cNvPr>
          <p:cNvSpPr>
            <a:spLocks noGrp="1" noChangeArrowheads="1"/>
          </p:cNvSpPr>
          <p:nvPr>
            <p:ph type="title"/>
          </p:nvPr>
        </p:nvSpPr>
        <p:spPr>
          <a:xfrm>
            <a:off x="2028825" y="0"/>
            <a:ext cx="7042150" cy="825500"/>
          </a:xfrm>
        </p:spPr>
        <p:txBody>
          <a:bodyPr/>
          <a:lstStyle/>
          <a:p>
            <a:pPr eaLnBrk="1" hangingPunct="1"/>
            <a:r>
              <a:rPr lang="en-GB" altLang="en-US" b="1"/>
              <a:t>Carpark model</a:t>
            </a:r>
          </a:p>
        </p:txBody>
      </p:sp>
      <p:sp>
        <p:nvSpPr>
          <p:cNvPr id="35843" name="Text Box 3">
            <a:extLst>
              <a:ext uri="{FF2B5EF4-FFF2-40B4-BE49-F238E27FC236}">
                <a16:creationId xmlns:a16="http://schemas.microsoft.com/office/drawing/2014/main" id="{F2DC4634-33AB-FEC7-0ED9-08C46246DAF3}"/>
              </a:ext>
            </a:extLst>
          </p:cNvPr>
          <p:cNvSpPr txBox="1">
            <a:spLocks noChangeArrowheads="1"/>
          </p:cNvSpPr>
          <p:nvPr/>
        </p:nvSpPr>
        <p:spPr bwMode="auto">
          <a:xfrm>
            <a:off x="1914526" y="1360488"/>
            <a:ext cx="7807325"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57150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
                <a:srgbClr val="CC3300"/>
              </a:buClr>
              <a:buFont typeface="Symbol" panose="05050102010706020507" pitchFamily="18" charset="2"/>
              <a:buChar char="¨"/>
            </a:pPr>
            <a:r>
              <a:rPr lang="en-GB" altLang="en-US" sz="2400">
                <a:latin typeface="Comic Sans MS" panose="030F0702030302020204" pitchFamily="66" charset="0"/>
              </a:rPr>
              <a:t> Events or actions of interest?</a:t>
            </a:r>
          </a:p>
          <a:p>
            <a:pPr lvl="1">
              <a:spcBef>
                <a:spcPct val="50000"/>
              </a:spcBef>
              <a:buClr>
                <a:srgbClr val="CC3300"/>
              </a:buClr>
              <a:buFont typeface="Symbol" panose="05050102010706020507" pitchFamily="18" charset="2"/>
              <a:buNone/>
            </a:pPr>
            <a:r>
              <a:rPr lang="en-GB" altLang="en-US" sz="2400">
                <a:latin typeface="Comic Sans MS" panose="030F0702030302020204" pitchFamily="66" charset="0"/>
              </a:rPr>
              <a:t>		arrive and depart</a:t>
            </a:r>
          </a:p>
          <a:p>
            <a:pPr>
              <a:spcBef>
                <a:spcPct val="50000"/>
              </a:spcBef>
              <a:buClr>
                <a:srgbClr val="CC3300"/>
              </a:buClr>
              <a:buFont typeface="Symbol" panose="05050102010706020507" pitchFamily="18" charset="2"/>
              <a:buChar char="¨"/>
            </a:pPr>
            <a:r>
              <a:rPr lang="en-GB" altLang="en-US" sz="2400">
                <a:latin typeface="Comic Sans MS" panose="030F0702030302020204" pitchFamily="66" charset="0"/>
              </a:rPr>
              <a:t> Identify processes.</a:t>
            </a:r>
          </a:p>
          <a:p>
            <a:pPr lvl="1">
              <a:spcBef>
                <a:spcPct val="50000"/>
              </a:spcBef>
              <a:buClr>
                <a:srgbClr val="CC3300"/>
              </a:buClr>
              <a:buFont typeface="Symbol" panose="05050102010706020507" pitchFamily="18" charset="2"/>
              <a:buNone/>
            </a:pPr>
            <a:r>
              <a:rPr lang="en-GB" altLang="en-US" sz="2400">
                <a:latin typeface="Comic Sans MS" panose="030F0702030302020204" pitchFamily="66" charset="0"/>
              </a:rPr>
              <a:t>		arrivals, departures and carpark control</a:t>
            </a:r>
          </a:p>
          <a:p>
            <a:pPr>
              <a:spcBef>
                <a:spcPct val="50000"/>
              </a:spcBef>
              <a:buClr>
                <a:srgbClr val="CC3300"/>
              </a:buClr>
              <a:buFontTx/>
              <a:buNone/>
            </a:pPr>
            <a:endParaRPr lang="en-GB" altLang="en-US" sz="2400">
              <a:latin typeface="Comic Sans MS" panose="030F07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39B327C4-484C-E118-C9AB-99FC17CE3B9C}"/>
              </a:ext>
            </a:extLst>
          </p:cNvPr>
          <p:cNvSpPr>
            <a:spLocks noGrp="1" noChangeArrowheads="1"/>
          </p:cNvSpPr>
          <p:nvPr>
            <p:ph type="title"/>
          </p:nvPr>
        </p:nvSpPr>
        <p:spPr>
          <a:xfrm>
            <a:off x="2084388" y="0"/>
            <a:ext cx="7042150" cy="1143000"/>
          </a:xfrm>
        </p:spPr>
        <p:txBody>
          <a:bodyPr/>
          <a:lstStyle/>
          <a:p>
            <a:pPr eaLnBrk="1" hangingPunct="1"/>
            <a:r>
              <a:rPr lang="en-GB" altLang="en-US" sz="3200"/>
              <a:t>Ornamental garden Program - class diagram</a:t>
            </a:r>
          </a:p>
        </p:txBody>
      </p:sp>
      <p:sp>
        <p:nvSpPr>
          <p:cNvPr id="37891" name="Text Box 3">
            <a:extLst>
              <a:ext uri="{FF2B5EF4-FFF2-40B4-BE49-F238E27FC236}">
                <a16:creationId xmlns:a16="http://schemas.microsoft.com/office/drawing/2014/main" id="{A8592FB4-3BF2-1DB2-2D93-722830C2531D}"/>
              </a:ext>
            </a:extLst>
          </p:cNvPr>
          <p:cNvSpPr txBox="1">
            <a:spLocks noChangeArrowheads="1"/>
          </p:cNvSpPr>
          <p:nvPr/>
        </p:nvSpPr>
        <p:spPr bwMode="auto">
          <a:xfrm>
            <a:off x="1862138" y="5116514"/>
            <a:ext cx="880586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The </a:t>
            </a:r>
            <a:r>
              <a:rPr lang="en-GB" altLang="en-US" sz="2400" b="1">
                <a:latin typeface="Courier New" panose="02070309020205020404" pitchFamily="49" charset="0"/>
              </a:rPr>
              <a:t>Turnstile</a:t>
            </a:r>
            <a:r>
              <a:rPr lang="en-GB" altLang="en-US" sz="2400" b="1">
                <a:latin typeface="Times New Roman" panose="02020603050405020304" pitchFamily="18" charset="0"/>
              </a:rPr>
              <a:t> thread simulates the periodic arrival of a visitor to the garden every second by sleeping for a second and then invoking the </a:t>
            </a:r>
            <a:r>
              <a:rPr lang="en-GB" altLang="en-US" sz="2400" b="1">
                <a:latin typeface="Courier New" panose="02070309020205020404" pitchFamily="49" charset="0"/>
              </a:rPr>
              <a:t>increment()</a:t>
            </a:r>
            <a:r>
              <a:rPr lang="en-GB" altLang="en-US" sz="2400" b="1">
                <a:latin typeface="Times New Roman" panose="02020603050405020304" pitchFamily="18" charset="0"/>
              </a:rPr>
              <a:t> method of the counter object.</a:t>
            </a:r>
          </a:p>
        </p:txBody>
      </p:sp>
      <p:graphicFrame>
        <p:nvGraphicFramePr>
          <p:cNvPr id="37892" name="Object 4">
            <a:extLst>
              <a:ext uri="{FF2B5EF4-FFF2-40B4-BE49-F238E27FC236}">
                <a16:creationId xmlns:a16="http://schemas.microsoft.com/office/drawing/2014/main" id="{4D63B66A-9DDE-9F97-840B-DC91F4022F03}"/>
              </a:ext>
            </a:extLst>
          </p:cNvPr>
          <p:cNvGraphicFramePr>
            <a:graphicFrameLocks noChangeAspect="1"/>
          </p:cNvGraphicFramePr>
          <p:nvPr/>
        </p:nvGraphicFramePr>
        <p:xfrm>
          <a:off x="2790825" y="1090614"/>
          <a:ext cx="6751638" cy="3938587"/>
        </p:xfrm>
        <a:graphic>
          <a:graphicData uri="http://schemas.openxmlformats.org/presentationml/2006/ole">
            <mc:AlternateContent xmlns:mc="http://schemas.openxmlformats.org/markup-compatibility/2006">
              <mc:Choice xmlns:v="urn:schemas-microsoft-com:vml" Requires="v">
                <p:oleObj name="Drawing" r:id="rId3" imgW="4105543" imgH="2200686" progId="MSDraw.Drawing.8">
                  <p:embed/>
                </p:oleObj>
              </mc:Choice>
              <mc:Fallback>
                <p:oleObj name="Drawing" r:id="rId3" imgW="4105543" imgH="2200686" progId="MSDraw.Drawing.8">
                  <p:embed/>
                  <p:pic>
                    <p:nvPicPr>
                      <p:cNvPr id="37892" name="Object 4">
                        <a:extLst>
                          <a:ext uri="{FF2B5EF4-FFF2-40B4-BE49-F238E27FC236}">
                            <a16:creationId xmlns:a16="http://schemas.microsoft.com/office/drawing/2014/main" id="{4D63B66A-9DDE-9F97-840B-DC91F4022F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0825" y="1090614"/>
                        <a:ext cx="6751638" cy="393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682BB9B-0960-2F32-28DC-5CD557A8DB64}"/>
              </a:ext>
            </a:extLst>
          </p:cNvPr>
          <p:cNvSpPr>
            <a:spLocks noGrp="1" noChangeArrowheads="1"/>
          </p:cNvSpPr>
          <p:nvPr>
            <p:ph type="title"/>
          </p:nvPr>
        </p:nvSpPr>
        <p:spPr>
          <a:xfrm>
            <a:off x="2063750" y="0"/>
            <a:ext cx="7024688" cy="1143000"/>
          </a:xfrm>
        </p:spPr>
        <p:txBody>
          <a:bodyPr/>
          <a:lstStyle/>
          <a:p>
            <a:pPr eaLnBrk="1" hangingPunct="1"/>
            <a:r>
              <a:rPr lang="en-GB" altLang="en-US" sz="3200"/>
              <a:t>carpark program - class diagram</a:t>
            </a:r>
          </a:p>
        </p:txBody>
      </p:sp>
      <p:graphicFrame>
        <p:nvGraphicFramePr>
          <p:cNvPr id="39939" name="Object 3">
            <a:extLst>
              <a:ext uri="{FF2B5EF4-FFF2-40B4-BE49-F238E27FC236}">
                <a16:creationId xmlns:a16="http://schemas.microsoft.com/office/drawing/2014/main" id="{34F22BB8-BF85-4580-8509-35F7D8E062F5}"/>
              </a:ext>
            </a:extLst>
          </p:cNvPr>
          <p:cNvGraphicFramePr>
            <a:graphicFrameLocks noChangeAspect="1"/>
          </p:cNvGraphicFramePr>
          <p:nvPr/>
        </p:nvGraphicFramePr>
        <p:xfrm>
          <a:off x="2016125" y="1143001"/>
          <a:ext cx="7175500" cy="4657725"/>
        </p:xfrm>
        <a:graphic>
          <a:graphicData uri="http://schemas.openxmlformats.org/presentationml/2006/ole">
            <mc:AlternateContent xmlns:mc="http://schemas.openxmlformats.org/markup-compatibility/2006">
              <mc:Choice xmlns:v="urn:schemas-microsoft-com:vml" Requires="v">
                <p:oleObj name="Drawing" r:id="rId3" imgW="4582025" imgH="2724642" progId="MSDraw.Drawing.8">
                  <p:embed/>
                </p:oleObj>
              </mc:Choice>
              <mc:Fallback>
                <p:oleObj name="Drawing" r:id="rId3" imgW="4582025" imgH="2724642" progId="MSDraw.Drawing.8">
                  <p:embed/>
                  <p:pic>
                    <p:nvPicPr>
                      <p:cNvPr id="39939" name="Object 3">
                        <a:extLst>
                          <a:ext uri="{FF2B5EF4-FFF2-40B4-BE49-F238E27FC236}">
                            <a16:creationId xmlns:a16="http://schemas.microsoft.com/office/drawing/2014/main" id="{34F22BB8-BF85-4580-8509-35F7D8E062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6125" y="1143001"/>
                        <a:ext cx="7175500" cy="465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940" name="Text Box 4" descr="50%">
            <a:extLst>
              <a:ext uri="{FF2B5EF4-FFF2-40B4-BE49-F238E27FC236}">
                <a16:creationId xmlns:a16="http://schemas.microsoft.com/office/drawing/2014/main" id="{BE094E95-415E-789C-6D6D-44AFC0A3FA42}"/>
              </a:ext>
            </a:extLst>
          </p:cNvPr>
          <p:cNvSpPr txBox="1">
            <a:spLocks noChangeArrowheads="1"/>
          </p:cNvSpPr>
          <p:nvPr/>
        </p:nvSpPr>
        <p:spPr bwMode="auto">
          <a:xfrm>
            <a:off x="1524000" y="5702301"/>
            <a:ext cx="9144000" cy="830997"/>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We have omitted </a:t>
            </a:r>
            <a:r>
              <a:rPr lang="en-GB" altLang="en-US" sz="2400" b="1">
                <a:latin typeface="Courier New" panose="02070309020205020404" pitchFamily="49" charset="0"/>
              </a:rPr>
              <a:t>DisplayThread</a:t>
            </a:r>
            <a:r>
              <a:rPr lang="en-GB" altLang="en-US" sz="2400" b="1">
                <a:latin typeface="Times New Roman" panose="02020603050405020304" pitchFamily="18" charset="0"/>
              </a:rPr>
              <a:t> and </a:t>
            </a:r>
            <a:r>
              <a:rPr lang="en-GB" altLang="en-US" sz="2400" b="1">
                <a:latin typeface="Courier New" panose="02070309020205020404" pitchFamily="49" charset="0"/>
              </a:rPr>
              <a:t>GraphicCanvas</a:t>
            </a:r>
            <a:r>
              <a:rPr lang="en-GB" altLang="en-US" sz="2400" b="1">
                <a:latin typeface="Times New Roman" panose="02020603050405020304" pitchFamily="18" charset="0"/>
              </a:rPr>
              <a:t> threads managed by </a:t>
            </a:r>
            <a:r>
              <a:rPr lang="en-GB" altLang="en-US" sz="2400" b="1">
                <a:latin typeface="Courier New" panose="02070309020205020404" pitchFamily="49" charset="0"/>
              </a:rPr>
              <a:t>ThreadPanel</a:t>
            </a:r>
            <a:r>
              <a:rPr lang="en-GB" altLang="en-US" sz="2400" b="1">
                <a:latin typeface="Times New Roman" panose="02020603050405020304" pitchFamily="18" charset="0"/>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D348A01-2AB6-8E5E-12B6-3126A97DC52D}"/>
              </a:ext>
            </a:extLst>
          </p:cNvPr>
          <p:cNvSpPr>
            <a:spLocks noChangeArrowheads="1"/>
          </p:cNvSpPr>
          <p:nvPr/>
        </p:nvSpPr>
        <p:spPr bwMode="auto">
          <a:xfrm>
            <a:off x="2055814" y="3665538"/>
            <a:ext cx="7737475" cy="24384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1987" name="Text Box 3">
            <a:extLst>
              <a:ext uri="{FF2B5EF4-FFF2-40B4-BE49-F238E27FC236}">
                <a16:creationId xmlns:a16="http://schemas.microsoft.com/office/drawing/2014/main" id="{CFFF95C9-7BE7-24DE-7E2A-08BE11DA76D3}"/>
              </a:ext>
            </a:extLst>
          </p:cNvPr>
          <p:cNvSpPr txBox="1">
            <a:spLocks noChangeArrowheads="1"/>
          </p:cNvSpPr>
          <p:nvPr/>
        </p:nvSpPr>
        <p:spPr bwMode="auto">
          <a:xfrm>
            <a:off x="2127251" y="3665538"/>
            <a:ext cx="773747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MY" altLang="en-US" sz="2400" b="1" noProof="1">
                <a:solidFill>
                  <a:srgbClr val="0000FF"/>
                </a:solidFill>
                <a:latin typeface="Courier New" panose="02070309020205020404" pitchFamily="49" charset="0"/>
              </a:rPr>
              <a:t>public</a:t>
            </a:r>
            <a:r>
              <a:rPr lang="en-MY" altLang="en-US" sz="2400" b="1" noProof="1">
                <a:latin typeface="Courier New" panose="02070309020205020404" pitchFamily="49" charset="0"/>
              </a:rPr>
              <a:t> void start() {</a:t>
            </a:r>
          </a:p>
          <a:p>
            <a:pPr>
              <a:spcBef>
                <a:spcPct val="0"/>
              </a:spcBef>
              <a:buFontTx/>
              <a:buNone/>
            </a:pPr>
            <a:r>
              <a:rPr lang="en-MY" altLang="en-US" sz="2400" b="1" noProof="1">
                <a:latin typeface="Courier New" panose="02070309020205020404" pitchFamily="49" charset="0"/>
              </a:rPr>
              <a:t>  CarParkControl c = </a:t>
            </a:r>
          </a:p>
          <a:p>
            <a:pPr>
              <a:spcBef>
                <a:spcPct val="0"/>
              </a:spcBef>
              <a:buFontTx/>
              <a:buNone/>
            </a:pPr>
            <a:r>
              <a:rPr lang="en-MY" altLang="en-US" sz="2400" b="1" noProof="1">
                <a:latin typeface="Courier New" panose="02070309020205020404" pitchFamily="49" charset="0"/>
              </a:rPr>
              <a:t>     </a:t>
            </a:r>
            <a:r>
              <a:rPr lang="en-MY" altLang="en-US" sz="2400" b="1" noProof="1">
                <a:solidFill>
                  <a:srgbClr val="0000FF"/>
                </a:solidFill>
                <a:latin typeface="Courier New" panose="02070309020205020404" pitchFamily="49" charset="0"/>
              </a:rPr>
              <a:t>new</a:t>
            </a:r>
            <a:r>
              <a:rPr lang="en-MY" altLang="en-US" sz="2400" b="1" noProof="1">
                <a:latin typeface="Courier New" panose="02070309020205020404" pitchFamily="49" charset="0"/>
              </a:rPr>
              <a:t> DisplayCarPark(carDisplay,Places);</a:t>
            </a:r>
          </a:p>
          <a:p>
            <a:pPr>
              <a:spcBef>
                <a:spcPct val="0"/>
              </a:spcBef>
              <a:buFontTx/>
              <a:buNone/>
            </a:pPr>
            <a:r>
              <a:rPr lang="en-MY" altLang="en-US" sz="2400" b="1" noProof="1">
                <a:latin typeface="Courier New" panose="02070309020205020404" pitchFamily="49" charset="0"/>
              </a:rPr>
              <a:t>     arrivals.start(</a:t>
            </a:r>
            <a:r>
              <a:rPr lang="en-MY" altLang="en-US" sz="2400" b="1" noProof="1">
                <a:solidFill>
                  <a:srgbClr val="0000FF"/>
                </a:solidFill>
                <a:latin typeface="Courier New" panose="02070309020205020404" pitchFamily="49" charset="0"/>
              </a:rPr>
              <a:t>new</a:t>
            </a:r>
            <a:r>
              <a:rPr lang="en-MY" altLang="en-US" sz="2400" b="1" noProof="1">
                <a:latin typeface="Courier New" panose="02070309020205020404" pitchFamily="49" charset="0"/>
              </a:rPr>
              <a:t> Arrivals(c));</a:t>
            </a:r>
          </a:p>
          <a:p>
            <a:pPr>
              <a:spcBef>
                <a:spcPct val="0"/>
              </a:spcBef>
              <a:buFontTx/>
              <a:buNone/>
            </a:pPr>
            <a:r>
              <a:rPr lang="en-MY" altLang="en-US" sz="2400" b="1" noProof="1">
                <a:latin typeface="Courier New" panose="02070309020205020404" pitchFamily="49" charset="0"/>
              </a:rPr>
              <a:t>     departures.start(</a:t>
            </a:r>
            <a:r>
              <a:rPr lang="en-MY" altLang="en-US" sz="2400" b="1" noProof="1">
                <a:solidFill>
                  <a:srgbClr val="0000FF"/>
                </a:solidFill>
                <a:latin typeface="Courier New" panose="02070309020205020404" pitchFamily="49" charset="0"/>
              </a:rPr>
              <a:t>new</a:t>
            </a:r>
            <a:r>
              <a:rPr lang="en-MY" altLang="en-US" sz="2400" b="1" noProof="1">
                <a:latin typeface="Courier New" panose="02070309020205020404" pitchFamily="49" charset="0"/>
              </a:rPr>
              <a:t> Departures(c));</a:t>
            </a:r>
          </a:p>
          <a:p>
            <a:pPr>
              <a:spcBef>
                <a:spcPct val="0"/>
              </a:spcBef>
              <a:buFontTx/>
              <a:buNone/>
            </a:pPr>
            <a:r>
              <a:rPr lang="en-MY" altLang="en-US" sz="2400" b="1" noProof="1">
                <a:latin typeface="Courier New" panose="02070309020205020404" pitchFamily="49" charset="0"/>
              </a:rPr>
              <a:t>}</a:t>
            </a:r>
          </a:p>
        </p:txBody>
      </p:sp>
      <p:sp>
        <p:nvSpPr>
          <p:cNvPr id="41988" name="Rectangle 4">
            <a:extLst>
              <a:ext uri="{FF2B5EF4-FFF2-40B4-BE49-F238E27FC236}">
                <a16:creationId xmlns:a16="http://schemas.microsoft.com/office/drawing/2014/main" id="{DFB469AC-3C14-9C2B-AA9A-54C06472BDC4}"/>
              </a:ext>
            </a:extLst>
          </p:cNvPr>
          <p:cNvSpPr>
            <a:spLocks noGrp="1" noChangeArrowheads="1"/>
          </p:cNvSpPr>
          <p:nvPr>
            <p:ph type="title"/>
          </p:nvPr>
        </p:nvSpPr>
        <p:spPr>
          <a:xfrm>
            <a:off x="2046288" y="0"/>
            <a:ext cx="7042150" cy="1143000"/>
          </a:xfrm>
        </p:spPr>
        <p:txBody>
          <a:bodyPr/>
          <a:lstStyle/>
          <a:p>
            <a:pPr eaLnBrk="1" hangingPunct="1"/>
            <a:r>
              <a:rPr lang="en-GB" altLang="en-US" b="1"/>
              <a:t>carpark program</a:t>
            </a:r>
          </a:p>
        </p:txBody>
      </p:sp>
      <p:sp>
        <p:nvSpPr>
          <p:cNvPr id="41989" name="Text Box 5">
            <a:extLst>
              <a:ext uri="{FF2B5EF4-FFF2-40B4-BE49-F238E27FC236}">
                <a16:creationId xmlns:a16="http://schemas.microsoft.com/office/drawing/2014/main" id="{93C75800-F855-7E83-A720-850859FE14FE}"/>
              </a:ext>
            </a:extLst>
          </p:cNvPr>
          <p:cNvSpPr txBox="1">
            <a:spLocks noChangeArrowheads="1"/>
          </p:cNvSpPr>
          <p:nvPr/>
        </p:nvSpPr>
        <p:spPr bwMode="auto">
          <a:xfrm>
            <a:off x="2227263" y="1219200"/>
            <a:ext cx="8159750"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Courier New" panose="02070309020205020404" pitchFamily="49" charset="0"/>
              </a:rPr>
              <a:t>Arrivals</a:t>
            </a:r>
            <a:r>
              <a:rPr lang="en-GB" altLang="en-US" sz="2400">
                <a:latin typeface="Comic Sans MS" panose="030F0702030302020204" pitchFamily="66" charset="0"/>
              </a:rPr>
              <a:t> </a:t>
            </a:r>
            <a:r>
              <a:rPr lang="en-GB" altLang="en-US" sz="2400">
                <a:latin typeface="Times New Roman" panose="02020603050405020304" pitchFamily="18" charset="0"/>
              </a:rPr>
              <a:t>and</a:t>
            </a:r>
            <a:r>
              <a:rPr lang="en-GB" altLang="en-US" sz="2400">
                <a:latin typeface="Comic Sans MS" panose="030F0702030302020204" pitchFamily="66" charset="0"/>
              </a:rPr>
              <a:t> </a:t>
            </a:r>
            <a:r>
              <a:rPr lang="en-GB" altLang="en-US" sz="2400" b="1">
                <a:latin typeface="Courier New" panose="02070309020205020404" pitchFamily="49" charset="0"/>
              </a:rPr>
              <a:t>Departures</a:t>
            </a:r>
            <a:r>
              <a:rPr lang="en-GB" altLang="en-US" sz="2400">
                <a:latin typeface="Comic Sans MS" panose="030F0702030302020204" pitchFamily="66" charset="0"/>
              </a:rPr>
              <a:t> </a:t>
            </a:r>
            <a:r>
              <a:rPr lang="en-GB" altLang="en-US" sz="2400">
                <a:latin typeface="Times New Roman" panose="02020603050405020304" pitchFamily="18" charset="0"/>
              </a:rPr>
              <a:t>implement</a:t>
            </a:r>
            <a:r>
              <a:rPr lang="en-GB" altLang="en-US" sz="2400">
                <a:latin typeface="Comic Sans MS" panose="030F0702030302020204" pitchFamily="66" charset="0"/>
              </a:rPr>
              <a:t> </a:t>
            </a:r>
            <a:r>
              <a:rPr lang="en-GB" altLang="en-US" sz="2400" b="1">
                <a:latin typeface="Courier New" panose="02070309020205020404" pitchFamily="49" charset="0"/>
              </a:rPr>
              <a:t>Runnable</a:t>
            </a:r>
            <a:r>
              <a:rPr lang="en-GB" altLang="en-US" sz="2400">
                <a:latin typeface="Comic Sans MS" panose="030F0702030302020204" pitchFamily="66" charset="0"/>
              </a:rPr>
              <a:t>, </a:t>
            </a:r>
            <a:r>
              <a:rPr lang="en-GB" altLang="en-US" sz="2400" b="1">
                <a:latin typeface="Courier New" panose="02070309020205020404" pitchFamily="49" charset="0"/>
              </a:rPr>
              <a:t>CarParkControl</a:t>
            </a:r>
            <a:r>
              <a:rPr lang="en-GB" altLang="en-US" sz="2400">
                <a:latin typeface="Comic Sans MS" panose="030F0702030302020204" pitchFamily="66" charset="0"/>
              </a:rPr>
              <a:t> </a:t>
            </a:r>
            <a:r>
              <a:rPr lang="en-GB" altLang="en-US" sz="2400">
                <a:latin typeface="Times New Roman" panose="02020603050405020304" pitchFamily="18" charset="0"/>
              </a:rPr>
              <a:t>provides the control (condition synchronization).</a:t>
            </a:r>
          </a:p>
          <a:p>
            <a:pPr>
              <a:spcBef>
                <a:spcPct val="50000"/>
              </a:spcBef>
              <a:buFontTx/>
              <a:buNone/>
            </a:pPr>
            <a:r>
              <a:rPr lang="en-GB" altLang="en-US" sz="2400">
                <a:latin typeface="Times New Roman" panose="02020603050405020304" pitchFamily="18" charset="0"/>
              </a:rPr>
              <a:t>Instances of these are created by the</a:t>
            </a:r>
            <a:r>
              <a:rPr lang="en-GB" altLang="en-US" sz="2400">
                <a:latin typeface="Comic Sans MS" panose="030F0702030302020204" pitchFamily="66" charset="0"/>
              </a:rPr>
              <a:t> </a:t>
            </a:r>
            <a:r>
              <a:rPr lang="en-GB" altLang="en-US" sz="2400" b="1" noProof="1">
                <a:latin typeface="Courier New" panose="02070309020205020404" pitchFamily="49" charset="0"/>
              </a:rPr>
              <a:t>start() </a:t>
            </a:r>
            <a:r>
              <a:rPr lang="en-GB" altLang="en-US" sz="2400" noProof="1">
                <a:latin typeface="Times New Roman" panose="02020603050405020304" pitchFamily="18" charset="0"/>
              </a:rPr>
              <a:t>method</a:t>
            </a:r>
            <a:r>
              <a:rPr lang="en-GB" altLang="en-US" sz="2400">
                <a:latin typeface="Times New Roman" panose="02020603050405020304" pitchFamily="18" charset="0"/>
              </a:rPr>
              <a:t> of the</a:t>
            </a:r>
            <a:r>
              <a:rPr lang="en-GB" altLang="en-US" sz="2400">
                <a:latin typeface="Comic Sans MS" panose="030F0702030302020204" pitchFamily="66" charset="0"/>
              </a:rPr>
              <a:t> </a:t>
            </a:r>
            <a:r>
              <a:rPr lang="en-GB" altLang="en-US" sz="2400" b="1" noProof="1">
                <a:latin typeface="Courier New" panose="02070309020205020404" pitchFamily="49" charset="0"/>
              </a:rPr>
              <a:t>CarPark </a:t>
            </a:r>
            <a:r>
              <a:rPr lang="en-GB" altLang="en-US" sz="2400" noProof="1">
                <a:latin typeface="Times New Roman" panose="02020603050405020304" pitchFamily="18" charset="0"/>
              </a:rPr>
              <a:t>applet</a:t>
            </a:r>
            <a:r>
              <a:rPr lang="en-GB" altLang="en-US" sz="2400" b="1" noProof="1">
                <a:latin typeface="Courier New" panose="02070309020205020404" pitchFamily="49" charset="0"/>
              </a:rPr>
              <a:t> :</a:t>
            </a:r>
            <a:endParaRPr lang="en-GB" altLang="en-US" sz="2400" b="1">
              <a:latin typeface="Courier New" panose="02070309020205020404"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1D36A4E3-F83A-62DC-4092-717230D5C06B}"/>
              </a:ext>
            </a:extLst>
          </p:cNvPr>
          <p:cNvSpPr>
            <a:spLocks noGrp="1" noChangeArrowheads="1"/>
          </p:cNvSpPr>
          <p:nvPr>
            <p:ph type="title"/>
          </p:nvPr>
        </p:nvSpPr>
        <p:spPr>
          <a:xfrm>
            <a:off x="2009775" y="0"/>
            <a:ext cx="7042150" cy="1143000"/>
          </a:xfrm>
        </p:spPr>
        <p:txBody>
          <a:bodyPr/>
          <a:lstStyle/>
          <a:p>
            <a:pPr eaLnBrk="1" hangingPunct="1"/>
            <a:r>
              <a:rPr lang="en-GB" altLang="en-US" b="1"/>
              <a:t>carpark program - </a:t>
            </a:r>
            <a:r>
              <a:rPr lang="en-GB" altLang="en-US" b="1">
                <a:latin typeface="Courier New" panose="02070309020205020404" pitchFamily="49" charset="0"/>
              </a:rPr>
              <a:t>Arrivals</a:t>
            </a:r>
            <a:r>
              <a:rPr lang="en-GB" altLang="en-US" b="1"/>
              <a:t> and </a:t>
            </a:r>
            <a:r>
              <a:rPr lang="en-GB" altLang="en-US" b="1">
                <a:latin typeface="Courier New" panose="02070309020205020404" pitchFamily="49" charset="0"/>
              </a:rPr>
              <a:t>Departures</a:t>
            </a:r>
            <a:r>
              <a:rPr lang="en-GB" altLang="en-US" b="1"/>
              <a:t> threads</a:t>
            </a:r>
          </a:p>
        </p:txBody>
      </p:sp>
      <p:sp>
        <p:nvSpPr>
          <p:cNvPr id="44035" name="Rectangle 3">
            <a:extLst>
              <a:ext uri="{FF2B5EF4-FFF2-40B4-BE49-F238E27FC236}">
                <a16:creationId xmlns:a16="http://schemas.microsoft.com/office/drawing/2014/main" id="{B9604FF6-428F-6E52-7A2B-2DAB595B113A}"/>
              </a:ext>
            </a:extLst>
          </p:cNvPr>
          <p:cNvSpPr>
            <a:spLocks noChangeArrowheads="1"/>
          </p:cNvSpPr>
          <p:nvPr/>
        </p:nvSpPr>
        <p:spPr bwMode="auto">
          <a:xfrm>
            <a:off x="2157414" y="1219200"/>
            <a:ext cx="7596187" cy="44196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4036" name="Text Box 4">
            <a:extLst>
              <a:ext uri="{FF2B5EF4-FFF2-40B4-BE49-F238E27FC236}">
                <a16:creationId xmlns:a16="http://schemas.microsoft.com/office/drawing/2014/main" id="{087ED71D-AC7B-C2F5-79C9-6DB0265BDF91}"/>
              </a:ext>
            </a:extLst>
          </p:cNvPr>
          <p:cNvSpPr txBox="1">
            <a:spLocks noChangeArrowheads="1"/>
          </p:cNvSpPr>
          <p:nvPr/>
        </p:nvSpPr>
        <p:spPr bwMode="auto">
          <a:xfrm>
            <a:off x="2297113" y="1219201"/>
            <a:ext cx="815975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MY" altLang="en-US" sz="2000" b="1" noProof="1">
                <a:solidFill>
                  <a:srgbClr val="0000FF"/>
                </a:solidFill>
                <a:latin typeface="Courier New" panose="02070309020205020404" pitchFamily="49" charset="0"/>
              </a:rPr>
              <a:t>class</a:t>
            </a:r>
            <a:r>
              <a:rPr lang="en-MY" altLang="en-US" sz="2000" b="1" noProof="1">
                <a:latin typeface="Courier New" panose="02070309020205020404" pitchFamily="49" charset="0"/>
              </a:rPr>
              <a:t> Arrivals </a:t>
            </a:r>
            <a:r>
              <a:rPr lang="en-MY" altLang="en-US" sz="2000" b="1" noProof="1">
                <a:solidFill>
                  <a:srgbClr val="0000FF"/>
                </a:solidFill>
                <a:latin typeface="Courier New" panose="02070309020205020404" pitchFamily="49" charset="0"/>
              </a:rPr>
              <a:t>implements</a:t>
            </a:r>
            <a:r>
              <a:rPr lang="en-MY" altLang="en-US" sz="2000" b="1" noProof="1">
                <a:latin typeface="Courier New" panose="02070309020205020404" pitchFamily="49" charset="0"/>
              </a:rPr>
              <a:t> Runnable {</a:t>
            </a:r>
          </a:p>
          <a:p>
            <a:pPr>
              <a:spcBef>
                <a:spcPct val="0"/>
              </a:spcBef>
              <a:buFontTx/>
              <a:buNone/>
            </a:pPr>
            <a:r>
              <a:rPr lang="en-MY" altLang="en-US" sz="2000" b="1" noProof="1">
                <a:latin typeface="Courier New" panose="02070309020205020404" pitchFamily="49" charset="0"/>
              </a:rPr>
              <a:t>  CarParkControl carpark;</a:t>
            </a:r>
          </a:p>
          <a:p>
            <a:pPr>
              <a:spcBef>
                <a:spcPct val="0"/>
              </a:spcBef>
              <a:buFontTx/>
              <a:buNone/>
            </a:pPr>
            <a:endParaRPr lang="en-MY" altLang="en-US" sz="1000" b="1" noProof="1">
              <a:latin typeface="Courier New" panose="02070309020205020404" pitchFamily="49" charset="0"/>
            </a:endParaRPr>
          </a:p>
          <a:p>
            <a:pPr>
              <a:spcBef>
                <a:spcPct val="0"/>
              </a:spcBef>
              <a:buFontTx/>
              <a:buNone/>
            </a:pPr>
            <a:r>
              <a:rPr lang="en-MY" altLang="en-US" sz="2000" b="1" noProof="1">
                <a:latin typeface="Courier New" panose="02070309020205020404" pitchFamily="49" charset="0"/>
              </a:rPr>
              <a:t>  Arrivals(CarParkControl c) {carpark = c;}</a:t>
            </a:r>
          </a:p>
          <a:p>
            <a:pPr>
              <a:spcBef>
                <a:spcPct val="0"/>
              </a:spcBef>
              <a:buFontTx/>
              <a:buNone/>
            </a:pPr>
            <a:endParaRPr lang="en-MY" altLang="en-US" sz="1000" b="1" noProof="1">
              <a:latin typeface="Courier New" panose="02070309020205020404" pitchFamily="49" charset="0"/>
            </a:endParaRPr>
          </a:p>
          <a:p>
            <a:pPr>
              <a:spcBef>
                <a:spcPct val="0"/>
              </a:spcBef>
              <a:buFontTx/>
              <a:buNone/>
            </a:pPr>
            <a:r>
              <a:rPr lang="en-MY" altLang="en-US" sz="2000" b="1" noProof="1">
                <a:latin typeface="Courier New" panose="02070309020205020404" pitchFamily="49" charset="0"/>
              </a:rPr>
              <a:t>  </a:t>
            </a:r>
            <a:r>
              <a:rPr lang="en-MY" altLang="en-US" sz="2000" b="1" noProof="1">
                <a:solidFill>
                  <a:srgbClr val="0000FF"/>
                </a:solidFill>
                <a:latin typeface="Courier New" panose="02070309020205020404" pitchFamily="49" charset="0"/>
              </a:rPr>
              <a:t>public</a:t>
            </a:r>
            <a:r>
              <a:rPr lang="en-MY" altLang="en-US" sz="2000" b="1" noProof="1">
                <a:latin typeface="Courier New" panose="02070309020205020404" pitchFamily="49" charset="0"/>
              </a:rPr>
              <a:t> void run() {</a:t>
            </a:r>
          </a:p>
          <a:p>
            <a:pPr>
              <a:spcBef>
                <a:spcPct val="0"/>
              </a:spcBef>
              <a:buFontTx/>
              <a:buNone/>
            </a:pPr>
            <a:r>
              <a:rPr lang="en-MY" altLang="en-US" sz="2000" b="1" noProof="1">
                <a:latin typeface="Courier New" panose="02070309020205020404" pitchFamily="49" charset="0"/>
              </a:rPr>
              <a:t>    </a:t>
            </a:r>
            <a:r>
              <a:rPr lang="en-MY" altLang="en-US" sz="2000" b="1" noProof="1">
                <a:solidFill>
                  <a:srgbClr val="0000FF"/>
                </a:solidFill>
                <a:latin typeface="Courier New" panose="02070309020205020404" pitchFamily="49" charset="0"/>
              </a:rPr>
              <a:t>try</a:t>
            </a:r>
            <a:r>
              <a:rPr lang="en-MY" altLang="en-US" sz="2000" b="1" noProof="1">
                <a:latin typeface="Courier New" panose="02070309020205020404" pitchFamily="49" charset="0"/>
              </a:rPr>
              <a:t> {</a:t>
            </a:r>
          </a:p>
          <a:p>
            <a:pPr>
              <a:spcBef>
                <a:spcPct val="0"/>
              </a:spcBef>
              <a:buFontTx/>
              <a:buNone/>
            </a:pPr>
            <a:r>
              <a:rPr lang="en-MY" altLang="en-US" sz="2000" b="1" noProof="1">
                <a:latin typeface="Courier New" panose="02070309020205020404" pitchFamily="49" charset="0"/>
              </a:rPr>
              <a:t>      </a:t>
            </a:r>
            <a:r>
              <a:rPr lang="en-MY" altLang="en-US" sz="2000" b="1" noProof="1">
                <a:solidFill>
                  <a:srgbClr val="0000FF"/>
                </a:solidFill>
                <a:latin typeface="Courier New" panose="02070309020205020404" pitchFamily="49" charset="0"/>
              </a:rPr>
              <a:t>while</a:t>
            </a:r>
            <a:r>
              <a:rPr lang="en-MY" altLang="en-US" sz="2000" b="1" noProof="1">
                <a:latin typeface="Courier New" panose="02070309020205020404" pitchFamily="49" charset="0"/>
              </a:rPr>
              <a:t>(true) {</a:t>
            </a:r>
          </a:p>
          <a:p>
            <a:pPr>
              <a:spcBef>
                <a:spcPct val="0"/>
              </a:spcBef>
              <a:buFontTx/>
              <a:buNone/>
            </a:pPr>
            <a:r>
              <a:rPr lang="en-MY" altLang="en-US" sz="2000" b="1" noProof="1">
                <a:latin typeface="Courier New" panose="02070309020205020404" pitchFamily="49" charset="0"/>
              </a:rPr>
              <a:t>        ThreadPanel.rotate(330);</a:t>
            </a:r>
          </a:p>
          <a:p>
            <a:pPr>
              <a:spcBef>
                <a:spcPct val="0"/>
              </a:spcBef>
              <a:buFontTx/>
              <a:buNone/>
            </a:pPr>
            <a:r>
              <a:rPr lang="en-MY" altLang="en-US" sz="2000" b="1" noProof="1">
                <a:latin typeface="Courier New" panose="02070309020205020404" pitchFamily="49" charset="0"/>
              </a:rPr>
              <a:t>        carpark.</a:t>
            </a:r>
            <a:r>
              <a:rPr lang="en-MY" altLang="en-US" sz="2000" b="1" noProof="1">
                <a:solidFill>
                  <a:srgbClr val="CC0000"/>
                </a:solidFill>
                <a:latin typeface="Courier New" panose="02070309020205020404" pitchFamily="49" charset="0"/>
              </a:rPr>
              <a:t>arrive</a:t>
            </a:r>
            <a:r>
              <a:rPr lang="en-MY" altLang="en-US" sz="2000" b="1" noProof="1">
                <a:latin typeface="Courier New" panose="02070309020205020404" pitchFamily="49" charset="0"/>
              </a:rPr>
              <a:t>();</a:t>
            </a:r>
          </a:p>
          <a:p>
            <a:pPr>
              <a:spcBef>
                <a:spcPct val="0"/>
              </a:spcBef>
              <a:buFontTx/>
              <a:buNone/>
            </a:pPr>
            <a:r>
              <a:rPr lang="en-MY" altLang="en-US" sz="2000" b="1" noProof="1">
                <a:latin typeface="Courier New" panose="02070309020205020404" pitchFamily="49" charset="0"/>
              </a:rPr>
              <a:t>        ThreadPanel.rotate(30);</a:t>
            </a:r>
          </a:p>
          <a:p>
            <a:pPr>
              <a:spcBef>
                <a:spcPct val="0"/>
              </a:spcBef>
              <a:buFontTx/>
              <a:buNone/>
            </a:pPr>
            <a:r>
              <a:rPr lang="en-MY" altLang="en-US" sz="2000" b="1" noProof="1">
                <a:latin typeface="Courier New" panose="02070309020205020404" pitchFamily="49" charset="0"/>
              </a:rPr>
              <a:t>      }</a:t>
            </a:r>
          </a:p>
          <a:p>
            <a:pPr>
              <a:spcBef>
                <a:spcPct val="0"/>
              </a:spcBef>
              <a:buFontTx/>
              <a:buNone/>
            </a:pPr>
            <a:r>
              <a:rPr lang="en-MY" altLang="en-US" sz="2000" b="1" noProof="1">
                <a:latin typeface="Courier New" panose="02070309020205020404" pitchFamily="49" charset="0"/>
              </a:rPr>
              <a:t>    } </a:t>
            </a:r>
            <a:r>
              <a:rPr lang="en-MY" altLang="en-US" sz="2000" b="1" noProof="1">
                <a:solidFill>
                  <a:srgbClr val="0000FF"/>
                </a:solidFill>
                <a:latin typeface="Courier New" panose="02070309020205020404" pitchFamily="49" charset="0"/>
              </a:rPr>
              <a:t>catch</a:t>
            </a:r>
            <a:r>
              <a:rPr lang="en-MY" altLang="en-US" sz="2000" b="1" noProof="1">
                <a:latin typeface="Courier New" panose="02070309020205020404" pitchFamily="49" charset="0"/>
              </a:rPr>
              <a:t> (InterruptedException e){}</a:t>
            </a:r>
          </a:p>
          <a:p>
            <a:pPr>
              <a:spcBef>
                <a:spcPct val="0"/>
              </a:spcBef>
              <a:buFontTx/>
              <a:buNone/>
            </a:pPr>
            <a:r>
              <a:rPr lang="en-MY" altLang="en-US" sz="2000" b="1" noProof="1">
                <a:latin typeface="Courier New" panose="02070309020205020404" pitchFamily="49" charset="0"/>
              </a:rPr>
              <a:t>  }</a:t>
            </a:r>
          </a:p>
          <a:p>
            <a:pPr>
              <a:spcBef>
                <a:spcPct val="0"/>
              </a:spcBef>
              <a:buFontTx/>
              <a:buNone/>
            </a:pPr>
            <a:r>
              <a:rPr lang="en-MY" altLang="en-US" sz="2000" b="1" noProof="1">
                <a:latin typeface="Courier New" panose="02070309020205020404" pitchFamily="49" charset="0"/>
              </a:rPr>
              <a:t>}</a:t>
            </a:r>
          </a:p>
        </p:txBody>
      </p:sp>
      <p:sp>
        <p:nvSpPr>
          <p:cNvPr id="44037" name="Text Box 5">
            <a:extLst>
              <a:ext uri="{FF2B5EF4-FFF2-40B4-BE49-F238E27FC236}">
                <a16:creationId xmlns:a16="http://schemas.microsoft.com/office/drawing/2014/main" id="{17DDBBFE-3F8D-F958-DE78-E0CBEF33D84B}"/>
              </a:ext>
            </a:extLst>
          </p:cNvPr>
          <p:cNvSpPr txBox="1">
            <a:spLocks noChangeArrowheads="1"/>
          </p:cNvSpPr>
          <p:nvPr/>
        </p:nvSpPr>
        <p:spPr bwMode="auto">
          <a:xfrm>
            <a:off x="2009775" y="5791200"/>
            <a:ext cx="8224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How do we implement the control of  </a:t>
            </a:r>
            <a:r>
              <a:rPr lang="en-GB" altLang="en-US" sz="2400" b="1" noProof="1">
                <a:latin typeface="Courier New" panose="02070309020205020404" pitchFamily="49" charset="0"/>
              </a:rPr>
              <a:t>CarParkControl</a:t>
            </a:r>
            <a:r>
              <a:rPr lang="en-GB" altLang="en-US" sz="2400" b="1">
                <a:latin typeface="Times New Roman" panose="02020603050405020304" pitchFamily="18" charset="0"/>
              </a:rPr>
              <a:t>?</a:t>
            </a:r>
          </a:p>
        </p:txBody>
      </p:sp>
      <p:sp>
        <p:nvSpPr>
          <p:cNvPr id="44038" name="Text Box 6" descr="50%">
            <a:extLst>
              <a:ext uri="{FF2B5EF4-FFF2-40B4-BE49-F238E27FC236}">
                <a16:creationId xmlns:a16="http://schemas.microsoft.com/office/drawing/2014/main" id="{838EADE1-C29A-5D1D-F3A0-26F019E48838}"/>
              </a:ext>
            </a:extLst>
          </p:cNvPr>
          <p:cNvSpPr txBox="1">
            <a:spLocks noChangeArrowheads="1"/>
          </p:cNvSpPr>
          <p:nvPr/>
        </p:nvSpPr>
        <p:spPr bwMode="auto">
          <a:xfrm>
            <a:off x="8088313" y="2598738"/>
            <a:ext cx="2298700" cy="1930400"/>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MY" altLang="en-US" sz="2400" b="1" noProof="1">
                <a:latin typeface="Times New Roman" panose="02020603050405020304" pitchFamily="18" charset="0"/>
              </a:rPr>
              <a:t>Similarly</a:t>
            </a:r>
            <a:r>
              <a:rPr lang="en-MY" altLang="en-US" sz="2400" b="1" noProof="1">
                <a:latin typeface="Courier New" panose="02070309020205020404" pitchFamily="49" charset="0"/>
              </a:rPr>
              <a:t> Departures </a:t>
            </a:r>
            <a:r>
              <a:rPr lang="en-MY" altLang="en-US" sz="2400" b="1" noProof="1">
                <a:latin typeface="Times New Roman" panose="02020603050405020304" pitchFamily="18" charset="0"/>
              </a:rPr>
              <a:t>which calls </a:t>
            </a:r>
            <a:r>
              <a:rPr lang="en-MY" altLang="en-US" sz="2400" b="1" noProof="1">
                <a:latin typeface="Courier New" panose="02070309020205020404" pitchFamily="49" charset="0"/>
              </a:rPr>
              <a:t>carpark.</a:t>
            </a:r>
            <a:r>
              <a:rPr lang="en-MY" altLang="en-US" sz="2400" b="1" noProof="1">
                <a:solidFill>
                  <a:srgbClr val="CC0000"/>
                </a:solidFill>
                <a:latin typeface="Courier New" panose="02070309020205020404" pitchFamily="49" charset="0"/>
              </a:rPr>
              <a:t>depart</a:t>
            </a:r>
            <a:r>
              <a:rPr lang="en-MY" altLang="en-US" sz="2400" b="1" noProof="1">
                <a:latin typeface="Courier New" panose="02070309020205020404" pitchFamily="49" charset="0"/>
              </a:rPr>
              <a:t>()</a:t>
            </a:r>
            <a:r>
              <a:rPr lang="en-GB" altLang="en-US" sz="2400" b="1">
                <a:latin typeface="Comic Sans MS" panose="030F0702030302020204" pitchFamily="66" charset="0"/>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0AF5BC7-A229-85BE-B060-862CA5BC8E4E}"/>
              </a:ext>
            </a:extLst>
          </p:cNvPr>
          <p:cNvSpPr>
            <a:spLocks noGrp="1" noChangeArrowheads="1"/>
          </p:cNvSpPr>
          <p:nvPr>
            <p:ph type="title"/>
          </p:nvPr>
        </p:nvSpPr>
        <p:spPr>
          <a:xfrm>
            <a:off x="2009775" y="0"/>
            <a:ext cx="7042150" cy="1143000"/>
          </a:xfrm>
        </p:spPr>
        <p:txBody>
          <a:bodyPr/>
          <a:lstStyle/>
          <a:p>
            <a:pPr eaLnBrk="1" hangingPunct="1"/>
            <a:r>
              <a:rPr lang="en-GB" altLang="en-US" b="1"/>
              <a:t>Carpark program - </a:t>
            </a:r>
            <a:r>
              <a:rPr lang="en-GB" altLang="en-US" b="1">
                <a:latin typeface="Courier New" panose="02070309020205020404" pitchFamily="49" charset="0"/>
              </a:rPr>
              <a:t>CarParkControl</a:t>
            </a:r>
            <a:r>
              <a:rPr lang="en-GB" altLang="en-US" b="1"/>
              <a:t> monitor</a:t>
            </a:r>
          </a:p>
        </p:txBody>
      </p:sp>
      <p:sp>
        <p:nvSpPr>
          <p:cNvPr id="46083" name="Rectangle 3">
            <a:extLst>
              <a:ext uri="{FF2B5EF4-FFF2-40B4-BE49-F238E27FC236}">
                <a16:creationId xmlns:a16="http://schemas.microsoft.com/office/drawing/2014/main" id="{4EDC0063-F342-1196-3DD7-A5D971AA08C6}"/>
              </a:ext>
            </a:extLst>
          </p:cNvPr>
          <p:cNvSpPr>
            <a:spLocks noChangeArrowheads="1"/>
          </p:cNvSpPr>
          <p:nvPr/>
        </p:nvSpPr>
        <p:spPr bwMode="auto">
          <a:xfrm>
            <a:off x="2157414" y="1219200"/>
            <a:ext cx="6823075" cy="49530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6084" name="Text Box 4">
            <a:extLst>
              <a:ext uri="{FF2B5EF4-FFF2-40B4-BE49-F238E27FC236}">
                <a16:creationId xmlns:a16="http://schemas.microsoft.com/office/drawing/2014/main" id="{717536B9-825D-2E08-491D-A76C64900842}"/>
              </a:ext>
            </a:extLst>
          </p:cNvPr>
          <p:cNvSpPr txBox="1">
            <a:spLocks noChangeArrowheads="1"/>
          </p:cNvSpPr>
          <p:nvPr/>
        </p:nvSpPr>
        <p:spPr bwMode="auto">
          <a:xfrm>
            <a:off x="2157414" y="1241425"/>
            <a:ext cx="6962775" cy="4985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MY" altLang="en-US" sz="2400" b="1" noProof="1">
                <a:solidFill>
                  <a:srgbClr val="0000FF"/>
                </a:solidFill>
                <a:latin typeface="Courier New" panose="02070309020205020404" pitchFamily="49" charset="0"/>
              </a:rPr>
              <a:t>class</a:t>
            </a:r>
            <a:r>
              <a:rPr lang="en-MY" altLang="en-US" sz="2400" b="1" noProof="1">
                <a:latin typeface="Courier New" panose="02070309020205020404" pitchFamily="49" charset="0"/>
              </a:rPr>
              <a:t> CarParkControl {</a:t>
            </a:r>
          </a:p>
          <a:p>
            <a:pPr>
              <a:spcBef>
                <a:spcPct val="0"/>
              </a:spcBef>
              <a:buFontTx/>
              <a:buNone/>
            </a:pPr>
            <a:r>
              <a:rPr lang="en-MY" altLang="en-US" sz="2400" b="1" noProof="1">
                <a:latin typeface="Courier New" panose="02070309020205020404" pitchFamily="49" charset="0"/>
              </a:rPr>
              <a:t>  </a:t>
            </a:r>
            <a:r>
              <a:rPr lang="en-MY" altLang="en-US" sz="2400" b="1" noProof="1">
                <a:solidFill>
                  <a:srgbClr val="0000FF"/>
                </a:solidFill>
                <a:latin typeface="Courier New" panose="02070309020205020404" pitchFamily="49" charset="0"/>
              </a:rPr>
              <a:t>protected</a:t>
            </a:r>
            <a:r>
              <a:rPr lang="en-MY" altLang="en-US" sz="2400" b="1" noProof="1">
                <a:latin typeface="Courier New" panose="02070309020205020404" pitchFamily="49" charset="0"/>
              </a:rPr>
              <a:t> int spaces;</a:t>
            </a:r>
          </a:p>
          <a:p>
            <a:pPr>
              <a:spcBef>
                <a:spcPct val="0"/>
              </a:spcBef>
              <a:buFontTx/>
              <a:buNone/>
            </a:pPr>
            <a:r>
              <a:rPr lang="en-MY" altLang="en-US" sz="2400" b="1" noProof="1">
                <a:latin typeface="Courier New" panose="02070309020205020404" pitchFamily="49" charset="0"/>
              </a:rPr>
              <a:t>  </a:t>
            </a:r>
            <a:r>
              <a:rPr lang="en-MY" altLang="en-US" sz="2400" b="1" noProof="1">
                <a:solidFill>
                  <a:srgbClr val="0000FF"/>
                </a:solidFill>
                <a:latin typeface="Courier New" panose="02070309020205020404" pitchFamily="49" charset="0"/>
              </a:rPr>
              <a:t>protected</a:t>
            </a:r>
            <a:r>
              <a:rPr lang="en-MY" altLang="en-US" sz="2400" b="1" noProof="1">
                <a:latin typeface="Courier New" panose="02070309020205020404" pitchFamily="49" charset="0"/>
              </a:rPr>
              <a:t> int capacity;</a:t>
            </a:r>
          </a:p>
          <a:p>
            <a:pPr>
              <a:spcBef>
                <a:spcPct val="0"/>
              </a:spcBef>
              <a:buFontTx/>
              <a:buNone/>
            </a:pPr>
            <a:endParaRPr lang="en-MY" altLang="en-US" sz="1000" b="1" noProof="1">
              <a:latin typeface="Courier New" panose="02070309020205020404" pitchFamily="49" charset="0"/>
            </a:endParaRPr>
          </a:p>
          <a:p>
            <a:pPr>
              <a:spcBef>
                <a:spcPct val="0"/>
              </a:spcBef>
              <a:buFontTx/>
              <a:buNone/>
            </a:pPr>
            <a:r>
              <a:rPr lang="en-MY" altLang="en-US" sz="2400" b="1" noProof="1">
                <a:latin typeface="Courier New" panose="02070309020205020404" pitchFamily="49" charset="0"/>
              </a:rPr>
              <a:t>  CarParkControl(int </a:t>
            </a:r>
            <a:r>
              <a:rPr lang="en-GB" altLang="en-US" sz="2400" b="1">
                <a:latin typeface="Courier New" panose="02070309020205020404" pitchFamily="49" charset="0"/>
              </a:rPr>
              <a:t>n</a:t>
            </a:r>
            <a:r>
              <a:rPr lang="en-GB" altLang="en-US" sz="2400" b="1" noProof="1">
                <a:latin typeface="Courier New" panose="02070309020205020404" pitchFamily="49" charset="0"/>
              </a:rPr>
              <a:t>) </a:t>
            </a:r>
          </a:p>
          <a:p>
            <a:pPr>
              <a:spcBef>
                <a:spcPct val="0"/>
              </a:spcBef>
              <a:buFontTx/>
              <a:buNone/>
            </a:pPr>
            <a:r>
              <a:rPr lang="en-GB" altLang="en-US" sz="2400" b="1" noProof="1">
                <a:latin typeface="Courier New" panose="02070309020205020404" pitchFamily="49" charset="0"/>
              </a:rPr>
              <a:t>    {capacity = spaces = n;}</a:t>
            </a:r>
          </a:p>
          <a:p>
            <a:pPr>
              <a:spcBef>
                <a:spcPct val="0"/>
              </a:spcBef>
              <a:buFontTx/>
              <a:buNone/>
            </a:pPr>
            <a:endParaRPr lang="en-GB" altLang="en-US" sz="1000" b="1" noProof="1">
              <a:latin typeface="Courier New" panose="02070309020205020404" pitchFamily="49" charset="0"/>
            </a:endParaRPr>
          </a:p>
          <a:p>
            <a:pPr>
              <a:spcBef>
                <a:spcPct val="0"/>
              </a:spcBef>
              <a:buFontTx/>
              <a:buNone/>
            </a:pPr>
            <a:r>
              <a:rPr lang="en-GB" altLang="en-US" sz="2400" b="1" noProof="1">
                <a:latin typeface="Courier New" panose="02070309020205020404" pitchFamily="49" charset="0"/>
              </a:rPr>
              <a:t>  </a:t>
            </a:r>
            <a:r>
              <a:rPr lang="en-GB" altLang="en-US" sz="2400" b="1" noProof="1">
                <a:solidFill>
                  <a:srgbClr val="0000FF"/>
                </a:solidFill>
                <a:latin typeface="Courier New" panose="02070309020205020404" pitchFamily="49" charset="0"/>
              </a:rPr>
              <a:t>synchronized</a:t>
            </a:r>
            <a:r>
              <a:rPr lang="en-GB" altLang="en-US" sz="2400" b="1" noProof="1">
                <a:latin typeface="Courier New" panose="02070309020205020404" pitchFamily="49" charset="0"/>
              </a:rPr>
              <a:t> void arrive() {</a:t>
            </a:r>
          </a:p>
          <a:p>
            <a:pPr>
              <a:spcBef>
                <a:spcPct val="0"/>
              </a:spcBef>
              <a:buFontTx/>
              <a:buNone/>
            </a:pPr>
            <a:r>
              <a:rPr lang="en-GB" altLang="en-US" sz="2400" b="1" noProof="1">
                <a:latin typeface="Courier New" panose="02070309020205020404" pitchFamily="49" charset="0"/>
              </a:rPr>
              <a:t>    	…  --spaces; … </a:t>
            </a:r>
          </a:p>
          <a:p>
            <a:pPr>
              <a:spcBef>
                <a:spcPct val="0"/>
              </a:spcBef>
              <a:buFontTx/>
              <a:buNone/>
            </a:pPr>
            <a:r>
              <a:rPr lang="en-GB" altLang="en-US" sz="2400" b="1" noProof="1">
                <a:latin typeface="Courier New" panose="02070309020205020404" pitchFamily="49" charset="0"/>
              </a:rPr>
              <a:t>	}</a:t>
            </a:r>
          </a:p>
          <a:p>
            <a:pPr>
              <a:spcBef>
                <a:spcPct val="0"/>
              </a:spcBef>
              <a:buFontTx/>
              <a:buNone/>
            </a:pPr>
            <a:endParaRPr lang="en-GB" altLang="en-US" sz="1000" b="1" noProof="1">
              <a:latin typeface="Courier New" panose="02070309020205020404" pitchFamily="49" charset="0"/>
            </a:endParaRPr>
          </a:p>
          <a:p>
            <a:pPr>
              <a:spcBef>
                <a:spcPct val="0"/>
              </a:spcBef>
              <a:buFontTx/>
              <a:buNone/>
            </a:pPr>
            <a:r>
              <a:rPr lang="en-GB" altLang="en-US" sz="2400" b="1" noProof="1">
                <a:latin typeface="Courier New" panose="02070309020205020404" pitchFamily="49" charset="0"/>
              </a:rPr>
              <a:t>  </a:t>
            </a:r>
            <a:r>
              <a:rPr lang="en-GB" altLang="en-US" sz="2400" b="1" noProof="1">
                <a:solidFill>
                  <a:srgbClr val="0000FF"/>
                </a:solidFill>
                <a:latin typeface="Courier New" panose="02070309020205020404" pitchFamily="49" charset="0"/>
              </a:rPr>
              <a:t>synchronized</a:t>
            </a:r>
            <a:r>
              <a:rPr lang="en-GB" altLang="en-US" sz="2400" b="1" noProof="1">
                <a:latin typeface="Courier New" panose="02070309020205020404" pitchFamily="49" charset="0"/>
              </a:rPr>
              <a:t> void depart() {</a:t>
            </a:r>
          </a:p>
          <a:p>
            <a:pPr>
              <a:spcBef>
                <a:spcPct val="0"/>
              </a:spcBef>
              <a:buFontTx/>
              <a:buNone/>
            </a:pPr>
            <a:r>
              <a:rPr lang="en-GB" altLang="en-US" sz="2400" b="1" noProof="1">
                <a:latin typeface="Courier New" panose="02070309020205020404" pitchFamily="49" charset="0"/>
              </a:rPr>
              <a:t>	… ++spaces; … </a:t>
            </a:r>
          </a:p>
          <a:p>
            <a:pPr>
              <a:spcBef>
                <a:spcPct val="0"/>
              </a:spcBef>
              <a:buFontTx/>
              <a:buNone/>
            </a:pPr>
            <a:r>
              <a:rPr lang="en-GB" altLang="en-US" sz="2400" b="1" noProof="1">
                <a:latin typeface="Courier New" panose="02070309020205020404" pitchFamily="49" charset="0"/>
              </a:rPr>
              <a:t>	}</a:t>
            </a:r>
          </a:p>
          <a:p>
            <a:pPr>
              <a:spcBef>
                <a:spcPct val="0"/>
              </a:spcBef>
              <a:buFontTx/>
              <a:buNone/>
            </a:pPr>
            <a:r>
              <a:rPr lang="en-GB" altLang="en-US" sz="2400" b="1" noProof="1">
                <a:latin typeface="Courier New" panose="02070309020205020404" pitchFamily="49" charset="0"/>
              </a:rPr>
              <a:t>}</a:t>
            </a:r>
          </a:p>
        </p:txBody>
      </p:sp>
      <p:sp>
        <p:nvSpPr>
          <p:cNvPr id="46085" name="Text Box 5">
            <a:extLst>
              <a:ext uri="{FF2B5EF4-FFF2-40B4-BE49-F238E27FC236}">
                <a16:creationId xmlns:a16="http://schemas.microsoft.com/office/drawing/2014/main" id="{FBF7AEEB-4FD4-6FD3-1082-0B172E8370ED}"/>
              </a:ext>
            </a:extLst>
          </p:cNvPr>
          <p:cNvSpPr txBox="1">
            <a:spLocks noChangeArrowheads="1"/>
          </p:cNvSpPr>
          <p:nvPr/>
        </p:nvSpPr>
        <p:spPr bwMode="auto">
          <a:xfrm>
            <a:off x="7994650" y="2378076"/>
            <a:ext cx="2673350" cy="83099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i="1">
                <a:solidFill>
                  <a:srgbClr val="CC0000"/>
                </a:solidFill>
                <a:latin typeface="Comic Sans MS" panose="030F0702030302020204" pitchFamily="66" charset="0"/>
              </a:rPr>
              <a:t>condition synchronization?</a:t>
            </a:r>
            <a:r>
              <a:rPr lang="en-GB" altLang="en-US" sz="2400" i="1">
                <a:solidFill>
                  <a:srgbClr val="CC3300"/>
                </a:solidFill>
                <a:latin typeface="Comic Sans MS" panose="030F0702030302020204" pitchFamily="66" charset="0"/>
              </a:rPr>
              <a:t> </a:t>
            </a:r>
          </a:p>
        </p:txBody>
      </p:sp>
      <p:sp>
        <p:nvSpPr>
          <p:cNvPr id="46086" name="Text Box 6">
            <a:extLst>
              <a:ext uri="{FF2B5EF4-FFF2-40B4-BE49-F238E27FC236}">
                <a16:creationId xmlns:a16="http://schemas.microsoft.com/office/drawing/2014/main" id="{2F839C99-4550-01BA-5475-784D8FB81EE6}"/>
              </a:ext>
            </a:extLst>
          </p:cNvPr>
          <p:cNvSpPr txBox="1">
            <a:spLocks noChangeArrowheads="1"/>
          </p:cNvSpPr>
          <p:nvPr/>
        </p:nvSpPr>
        <p:spPr bwMode="auto">
          <a:xfrm>
            <a:off x="7994651" y="3429001"/>
            <a:ext cx="2181225" cy="830997"/>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i="1">
                <a:solidFill>
                  <a:srgbClr val="CC0000"/>
                </a:solidFill>
                <a:latin typeface="Comic Sans MS" panose="030F0702030302020204" pitchFamily="66" charset="0"/>
              </a:rPr>
              <a:t>block if full? (spaces==0)</a:t>
            </a:r>
          </a:p>
        </p:txBody>
      </p:sp>
      <p:sp>
        <p:nvSpPr>
          <p:cNvPr id="46087" name="Text Box 7">
            <a:extLst>
              <a:ext uri="{FF2B5EF4-FFF2-40B4-BE49-F238E27FC236}">
                <a16:creationId xmlns:a16="http://schemas.microsoft.com/office/drawing/2014/main" id="{03C8768A-D7D5-40E5-A4C8-BDE60F61861B}"/>
              </a:ext>
            </a:extLst>
          </p:cNvPr>
          <p:cNvSpPr txBox="1">
            <a:spLocks noChangeArrowheads="1"/>
          </p:cNvSpPr>
          <p:nvPr/>
        </p:nvSpPr>
        <p:spPr bwMode="auto">
          <a:xfrm>
            <a:off x="7994651" y="4587876"/>
            <a:ext cx="2251075" cy="1200329"/>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i="1">
                <a:solidFill>
                  <a:srgbClr val="CC0000"/>
                </a:solidFill>
                <a:latin typeface="Comic Sans MS" panose="030F0702030302020204" pitchFamily="66" charset="0"/>
              </a:rPr>
              <a:t>block if empty? (spaces==N)</a:t>
            </a:r>
          </a:p>
        </p:txBody>
      </p:sp>
      <p:sp>
        <p:nvSpPr>
          <p:cNvPr id="46088" name="Text Box 8">
            <a:extLst>
              <a:ext uri="{FF2B5EF4-FFF2-40B4-BE49-F238E27FC236}">
                <a16:creationId xmlns:a16="http://schemas.microsoft.com/office/drawing/2014/main" id="{F4330B0D-1DE7-F435-D654-8EA875FD703F}"/>
              </a:ext>
            </a:extLst>
          </p:cNvPr>
          <p:cNvSpPr txBox="1">
            <a:spLocks noChangeArrowheads="1"/>
          </p:cNvSpPr>
          <p:nvPr/>
        </p:nvSpPr>
        <p:spPr bwMode="auto">
          <a:xfrm>
            <a:off x="7994650" y="1371601"/>
            <a:ext cx="2597150" cy="1200329"/>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i="1">
                <a:solidFill>
                  <a:schemeClr val="accent2"/>
                </a:solidFill>
                <a:latin typeface="Comic Sans MS" panose="030F0702030302020204" pitchFamily="66" charset="0"/>
              </a:rPr>
              <a:t>mutual exclusion by synch methods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38BF11D2-C1ED-E18A-F378-24EBC16337F6}"/>
              </a:ext>
            </a:extLst>
          </p:cNvPr>
          <p:cNvSpPr>
            <a:spLocks noGrp="1" noChangeArrowheads="1"/>
          </p:cNvSpPr>
          <p:nvPr>
            <p:ph type="title"/>
          </p:nvPr>
        </p:nvSpPr>
        <p:spPr/>
        <p:txBody>
          <a:bodyPr/>
          <a:lstStyle/>
          <a:p>
            <a:endParaRPr lang="en-MY" altLang="en-US"/>
          </a:p>
        </p:txBody>
      </p:sp>
      <p:sp>
        <p:nvSpPr>
          <p:cNvPr id="48131" name="Content Placeholder 2">
            <a:extLst>
              <a:ext uri="{FF2B5EF4-FFF2-40B4-BE49-F238E27FC236}">
                <a16:creationId xmlns:a16="http://schemas.microsoft.com/office/drawing/2014/main" id="{4D1D93B6-597E-BB2F-42C6-433FE17CA9F3}"/>
              </a:ext>
            </a:extLst>
          </p:cNvPr>
          <p:cNvSpPr>
            <a:spLocks noGrp="1" noChangeArrowheads="1"/>
          </p:cNvSpPr>
          <p:nvPr>
            <p:ph idx="1"/>
          </p:nvPr>
        </p:nvSpPr>
        <p:spPr/>
        <p:txBody>
          <a:bodyPr/>
          <a:lstStyle/>
          <a:p>
            <a:r>
              <a:rPr lang="en-US" altLang="en-US"/>
              <a:t>Resume at 3:55pm</a:t>
            </a:r>
            <a:endParaRPr lang="en-MY"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6771D3A6-A0C1-0ED8-CF18-319910E85027}"/>
              </a:ext>
            </a:extLst>
          </p:cNvPr>
          <p:cNvSpPr>
            <a:spLocks noGrp="1" noChangeArrowheads="1"/>
          </p:cNvSpPr>
          <p:nvPr>
            <p:ph type="title"/>
          </p:nvPr>
        </p:nvSpPr>
        <p:spPr>
          <a:xfrm>
            <a:off x="1916113" y="0"/>
            <a:ext cx="7042150" cy="1143000"/>
          </a:xfrm>
        </p:spPr>
        <p:txBody>
          <a:bodyPr/>
          <a:lstStyle/>
          <a:p>
            <a:pPr eaLnBrk="1" hangingPunct="1"/>
            <a:r>
              <a:rPr lang="en-GB" altLang="en-US" sz="3200"/>
              <a:t>condition synchronization in Java</a:t>
            </a:r>
          </a:p>
        </p:txBody>
      </p:sp>
      <p:sp>
        <p:nvSpPr>
          <p:cNvPr id="49155" name="Text Box 3">
            <a:extLst>
              <a:ext uri="{FF2B5EF4-FFF2-40B4-BE49-F238E27FC236}">
                <a16:creationId xmlns:a16="http://schemas.microsoft.com/office/drawing/2014/main" id="{F64B501B-F487-1674-D2AE-DEDB7F2F4A01}"/>
              </a:ext>
            </a:extLst>
          </p:cNvPr>
          <p:cNvSpPr txBox="1">
            <a:spLocks noChangeArrowheads="1"/>
          </p:cNvSpPr>
          <p:nvPr/>
        </p:nvSpPr>
        <p:spPr bwMode="auto">
          <a:xfrm>
            <a:off x="1524001" y="992189"/>
            <a:ext cx="79486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a:latin typeface="Times New Roman" panose="02020603050405020304" pitchFamily="18" charset="0"/>
              </a:rPr>
              <a:t>Java provides a thread</a:t>
            </a:r>
            <a:r>
              <a:rPr lang="en-GB" altLang="en-US" sz="2400" b="1">
                <a:latin typeface="Times New Roman" panose="02020603050405020304" pitchFamily="18" charset="0"/>
              </a:rPr>
              <a:t> </a:t>
            </a:r>
            <a:r>
              <a:rPr lang="en-GB" altLang="en-US" sz="2400" b="1">
                <a:solidFill>
                  <a:srgbClr val="CC3300"/>
                </a:solidFill>
                <a:latin typeface="Times New Roman" panose="02020603050405020304" pitchFamily="18" charset="0"/>
              </a:rPr>
              <a:t>wait set </a:t>
            </a:r>
            <a:r>
              <a:rPr lang="en-GB" altLang="en-US" sz="2400">
                <a:latin typeface="Times New Roman" panose="02020603050405020304" pitchFamily="18" charset="0"/>
              </a:rPr>
              <a:t>per monitor (actually per object) with the following methods:</a:t>
            </a:r>
          </a:p>
        </p:txBody>
      </p:sp>
      <p:sp>
        <p:nvSpPr>
          <p:cNvPr id="49156" name="Rectangle 4">
            <a:extLst>
              <a:ext uri="{FF2B5EF4-FFF2-40B4-BE49-F238E27FC236}">
                <a16:creationId xmlns:a16="http://schemas.microsoft.com/office/drawing/2014/main" id="{C9F039EA-AB28-A878-8242-2483337F3905}"/>
              </a:ext>
            </a:extLst>
          </p:cNvPr>
          <p:cNvSpPr>
            <a:spLocks noChangeArrowheads="1"/>
          </p:cNvSpPr>
          <p:nvPr/>
        </p:nvSpPr>
        <p:spPr bwMode="auto">
          <a:xfrm>
            <a:off x="2157413" y="1981200"/>
            <a:ext cx="8088312" cy="4191000"/>
          </a:xfrm>
          <a:prstGeom prst="rect">
            <a:avLst/>
          </a:prstGeom>
          <a:solidFill>
            <a:schemeClr val="hlink"/>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49157" name="Text Box 5">
            <a:extLst>
              <a:ext uri="{FF2B5EF4-FFF2-40B4-BE49-F238E27FC236}">
                <a16:creationId xmlns:a16="http://schemas.microsoft.com/office/drawing/2014/main" id="{E6F7A883-A5E1-B215-19B9-670CFFEB17A7}"/>
              </a:ext>
            </a:extLst>
          </p:cNvPr>
          <p:cNvSpPr txBox="1">
            <a:spLocks noChangeArrowheads="1"/>
          </p:cNvSpPr>
          <p:nvPr/>
        </p:nvSpPr>
        <p:spPr bwMode="auto">
          <a:xfrm>
            <a:off x="1524001" y="1981200"/>
            <a:ext cx="8791575" cy="4154984"/>
          </a:xfrm>
          <a:prstGeom prst="rect">
            <a:avLst/>
          </a:prstGeom>
          <a:solidFill>
            <a:srgbClr val="D1D3CA"/>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MY" altLang="en-US" sz="2400" b="1" noProof="1">
                <a:solidFill>
                  <a:srgbClr val="0000FF"/>
                </a:solidFill>
                <a:latin typeface="Courier New" panose="02070309020205020404" pitchFamily="49" charset="0"/>
              </a:rPr>
              <a:t>public final</a:t>
            </a:r>
            <a:r>
              <a:rPr lang="en-MY" altLang="en-US" sz="2400" b="1" noProof="1">
                <a:latin typeface="Courier New" panose="02070309020205020404" pitchFamily="49" charset="0"/>
              </a:rPr>
              <a:t> void notify()</a:t>
            </a:r>
          </a:p>
          <a:p>
            <a:pPr>
              <a:spcBef>
                <a:spcPct val="0"/>
              </a:spcBef>
              <a:buFontTx/>
              <a:buNone/>
            </a:pPr>
            <a:r>
              <a:rPr lang="en-MY" altLang="en-US" sz="2400" noProof="1">
                <a:latin typeface="Courier New" panose="02070309020205020404" pitchFamily="49" charset="0"/>
              </a:rPr>
              <a:t>	</a:t>
            </a:r>
            <a:r>
              <a:rPr lang="en-MY" altLang="en-US" sz="2400" noProof="1">
                <a:latin typeface="Times New Roman" panose="02020603050405020304" pitchFamily="18" charset="0"/>
              </a:rPr>
              <a:t>Wakes up a single thread that is waiting on this object's </a:t>
            </a:r>
            <a:r>
              <a:rPr lang="en-GB" altLang="en-US" sz="2400">
                <a:latin typeface="Times New Roman" panose="02020603050405020304" pitchFamily="18" charset="0"/>
              </a:rPr>
              <a:t>wait set</a:t>
            </a:r>
            <a:r>
              <a:rPr lang="en-GB" altLang="en-US" sz="2400" noProof="1">
                <a:latin typeface="Times New Roman" panose="02020603050405020304" pitchFamily="18" charset="0"/>
              </a:rPr>
              <a:t>. </a:t>
            </a:r>
          </a:p>
          <a:p>
            <a:pPr>
              <a:spcBef>
                <a:spcPct val="0"/>
              </a:spcBef>
              <a:buFontTx/>
              <a:buNone/>
            </a:pPr>
            <a:endParaRPr lang="en-GB" altLang="en-US" sz="1200" noProof="1">
              <a:latin typeface="Courier New" panose="02070309020205020404" pitchFamily="49" charset="0"/>
            </a:endParaRPr>
          </a:p>
          <a:p>
            <a:pPr>
              <a:spcBef>
                <a:spcPct val="0"/>
              </a:spcBef>
              <a:buFontTx/>
              <a:buNone/>
            </a:pPr>
            <a:r>
              <a:rPr lang="en-GB" altLang="en-US" sz="2400" b="1" noProof="1">
                <a:solidFill>
                  <a:srgbClr val="0000FF"/>
                </a:solidFill>
                <a:latin typeface="Courier New" panose="02070309020205020404" pitchFamily="49" charset="0"/>
              </a:rPr>
              <a:t>public final</a:t>
            </a:r>
            <a:r>
              <a:rPr lang="en-GB" altLang="en-US" sz="2400" b="1" noProof="1">
                <a:latin typeface="Courier New" panose="02070309020205020404" pitchFamily="49" charset="0"/>
              </a:rPr>
              <a:t> void notifyAll()</a:t>
            </a:r>
            <a:endParaRPr lang="en-GB" altLang="en-US" sz="2400" noProof="1">
              <a:latin typeface="Courier New" panose="02070309020205020404" pitchFamily="49" charset="0"/>
            </a:endParaRPr>
          </a:p>
          <a:p>
            <a:pPr>
              <a:spcBef>
                <a:spcPct val="0"/>
              </a:spcBef>
              <a:buFontTx/>
              <a:buNone/>
            </a:pPr>
            <a:r>
              <a:rPr lang="en-GB" altLang="en-US" sz="2400" noProof="1">
                <a:latin typeface="Courier New" panose="02070309020205020404" pitchFamily="49" charset="0"/>
              </a:rPr>
              <a:t>	</a:t>
            </a:r>
            <a:r>
              <a:rPr lang="en-GB" altLang="en-US" sz="2400" noProof="1">
                <a:latin typeface="Times New Roman" panose="02020603050405020304" pitchFamily="18" charset="0"/>
              </a:rPr>
              <a:t>Wakes up all threads that are waiting on this object's </a:t>
            </a:r>
            <a:r>
              <a:rPr lang="en-GB" altLang="en-US" sz="2400">
                <a:latin typeface="Times New Roman" panose="02020603050405020304" pitchFamily="18" charset="0"/>
              </a:rPr>
              <a:t>wait set</a:t>
            </a:r>
            <a:r>
              <a:rPr lang="en-GB" altLang="en-US" sz="2400" noProof="1">
                <a:latin typeface="Times New Roman" panose="02020603050405020304" pitchFamily="18" charset="0"/>
              </a:rPr>
              <a:t>.</a:t>
            </a:r>
          </a:p>
          <a:p>
            <a:pPr>
              <a:spcBef>
                <a:spcPct val="0"/>
              </a:spcBef>
              <a:buFontTx/>
              <a:buNone/>
            </a:pPr>
            <a:endParaRPr lang="en-GB" altLang="en-US" sz="1200" noProof="1">
              <a:latin typeface="Courier New" panose="02070309020205020404" pitchFamily="49" charset="0"/>
            </a:endParaRPr>
          </a:p>
          <a:p>
            <a:pPr>
              <a:spcBef>
                <a:spcPct val="0"/>
              </a:spcBef>
              <a:buFontTx/>
              <a:buNone/>
            </a:pPr>
            <a:r>
              <a:rPr lang="en-GB" altLang="en-US" sz="2400" b="1" noProof="1">
                <a:solidFill>
                  <a:srgbClr val="0000FF"/>
                </a:solidFill>
                <a:latin typeface="Courier New" panose="02070309020205020404" pitchFamily="49" charset="0"/>
              </a:rPr>
              <a:t>public final</a:t>
            </a:r>
            <a:r>
              <a:rPr lang="en-GB" altLang="en-US" sz="2400" b="1" noProof="1">
                <a:latin typeface="Courier New" panose="02070309020205020404" pitchFamily="49" charset="0"/>
              </a:rPr>
              <a:t> void wait()</a:t>
            </a:r>
            <a:endParaRPr lang="en-GB" altLang="en-US" sz="2400" noProof="1">
              <a:latin typeface="Courier New" panose="02070309020205020404" pitchFamily="49" charset="0"/>
            </a:endParaRPr>
          </a:p>
          <a:p>
            <a:pPr>
              <a:spcBef>
                <a:spcPct val="0"/>
              </a:spcBef>
              <a:buFontTx/>
              <a:buNone/>
            </a:pPr>
            <a:r>
              <a:rPr lang="en-GB" altLang="en-US" sz="2400" b="1" noProof="1">
                <a:latin typeface="Courier New" panose="02070309020205020404" pitchFamily="49" charset="0"/>
              </a:rPr>
              <a:t>				</a:t>
            </a:r>
            <a:r>
              <a:rPr lang="en-GB" altLang="en-US" sz="2400" b="1" noProof="1">
                <a:solidFill>
                  <a:srgbClr val="0000FF"/>
                </a:solidFill>
                <a:latin typeface="Courier New" panose="02070309020205020404" pitchFamily="49" charset="0"/>
              </a:rPr>
              <a:t>throws</a:t>
            </a:r>
            <a:r>
              <a:rPr lang="en-GB" altLang="en-US" sz="2400" b="1" noProof="1">
                <a:latin typeface="Courier New" panose="02070309020205020404" pitchFamily="49" charset="0"/>
              </a:rPr>
              <a:t> InterruptedException</a:t>
            </a:r>
            <a:endParaRPr lang="en-GB" altLang="en-US" sz="2400" noProof="1">
              <a:latin typeface="Courier New" panose="02070309020205020404" pitchFamily="49" charset="0"/>
            </a:endParaRPr>
          </a:p>
          <a:p>
            <a:pPr>
              <a:spcBef>
                <a:spcPct val="0"/>
              </a:spcBef>
              <a:buFontTx/>
              <a:buNone/>
            </a:pPr>
            <a:r>
              <a:rPr lang="en-GB" altLang="en-US" sz="2400" noProof="1">
                <a:latin typeface="Courier New" panose="02070309020205020404" pitchFamily="49" charset="0"/>
              </a:rPr>
              <a:t>	</a:t>
            </a:r>
            <a:r>
              <a:rPr lang="en-GB" altLang="en-US" sz="2400" noProof="1">
                <a:latin typeface="Times New Roman" panose="02020603050405020304" pitchFamily="18" charset="0"/>
              </a:rPr>
              <a:t>Waits to be notified by another thread. The waiting thread 	</a:t>
            </a:r>
          </a:p>
          <a:p>
            <a:pPr>
              <a:spcBef>
                <a:spcPct val="0"/>
              </a:spcBef>
              <a:buFontTx/>
              <a:buNone/>
            </a:pPr>
            <a:r>
              <a:rPr lang="en-GB" altLang="en-US" sz="2400" noProof="1">
                <a:latin typeface="Times New Roman" panose="02020603050405020304" pitchFamily="18" charset="0"/>
              </a:rPr>
              <a:t>	releases the synchronization lock associated with the monitor. 	</a:t>
            </a:r>
          </a:p>
          <a:p>
            <a:pPr>
              <a:spcBef>
                <a:spcPct val="0"/>
              </a:spcBef>
              <a:buFontTx/>
              <a:buNone/>
            </a:pPr>
            <a:r>
              <a:rPr lang="en-GB" altLang="en-US" sz="2400" noProof="1">
                <a:latin typeface="Times New Roman" panose="02020603050405020304" pitchFamily="18" charset="0"/>
              </a:rPr>
              <a:t>	When notified, the thread must wait to reacquire the monitor </a:t>
            </a:r>
          </a:p>
          <a:p>
            <a:pPr>
              <a:spcBef>
                <a:spcPct val="0"/>
              </a:spcBef>
              <a:buFontTx/>
              <a:buNone/>
            </a:pPr>
            <a:r>
              <a:rPr lang="en-GB" altLang="en-US" sz="2400" noProof="1">
                <a:latin typeface="Times New Roman" panose="02020603050405020304" pitchFamily="18" charset="0"/>
              </a:rPr>
              <a:t>	before resuming execution.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74E4B95-E906-AD39-D311-C6472D7C5377}"/>
              </a:ext>
            </a:extLst>
          </p:cNvPr>
          <p:cNvSpPr>
            <a:spLocks noGrp="1" noChangeArrowheads="1"/>
          </p:cNvSpPr>
          <p:nvPr>
            <p:ph type="title"/>
          </p:nvPr>
        </p:nvSpPr>
        <p:spPr>
          <a:xfrm>
            <a:off x="2028825" y="0"/>
            <a:ext cx="7042150" cy="1143000"/>
          </a:xfrm>
        </p:spPr>
        <p:txBody>
          <a:bodyPr/>
          <a:lstStyle/>
          <a:p>
            <a:pPr eaLnBrk="1" hangingPunct="1"/>
            <a:r>
              <a:rPr lang="en-GB" altLang="en-US" sz="3200"/>
              <a:t>condition synchronization in Java</a:t>
            </a:r>
          </a:p>
        </p:txBody>
      </p:sp>
      <p:sp>
        <p:nvSpPr>
          <p:cNvPr id="51203" name="Text Box 3">
            <a:extLst>
              <a:ext uri="{FF2B5EF4-FFF2-40B4-BE49-F238E27FC236}">
                <a16:creationId xmlns:a16="http://schemas.microsoft.com/office/drawing/2014/main" id="{69BF16BC-16EF-CC26-91DE-BB431DC3BC5E}"/>
              </a:ext>
            </a:extLst>
          </p:cNvPr>
          <p:cNvSpPr txBox="1">
            <a:spLocks noChangeArrowheads="1"/>
          </p:cNvSpPr>
          <p:nvPr/>
        </p:nvSpPr>
        <p:spPr bwMode="auto">
          <a:xfrm>
            <a:off x="2227263" y="1219200"/>
            <a:ext cx="8088312"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a:latin typeface="Times New Roman" panose="02020603050405020304" pitchFamily="18" charset="0"/>
              </a:rPr>
              <a:t>We refer to a thread </a:t>
            </a:r>
            <a:r>
              <a:rPr lang="en-GB" altLang="en-US" sz="2400" b="1" i="1">
                <a:latin typeface="Times New Roman" panose="02020603050405020304" pitchFamily="18" charset="0"/>
              </a:rPr>
              <a:t>entering</a:t>
            </a:r>
            <a:r>
              <a:rPr lang="en-GB" altLang="en-US" sz="2400">
                <a:latin typeface="Times New Roman" panose="02020603050405020304" pitchFamily="18" charset="0"/>
              </a:rPr>
              <a:t> a monitor when it acquires the mutual exclusion lock associated with the monitor and </a:t>
            </a:r>
            <a:r>
              <a:rPr lang="en-GB" altLang="en-US" sz="2400" b="1" i="1">
                <a:latin typeface="Times New Roman" panose="02020603050405020304" pitchFamily="18" charset="0"/>
              </a:rPr>
              <a:t>exiting</a:t>
            </a:r>
            <a:r>
              <a:rPr lang="en-GB" altLang="en-US" sz="2400">
                <a:latin typeface="Times New Roman" panose="02020603050405020304" pitchFamily="18" charset="0"/>
              </a:rPr>
              <a:t> the monitor when it releases the lock. </a:t>
            </a:r>
          </a:p>
          <a:p>
            <a:pPr>
              <a:spcBef>
                <a:spcPct val="0"/>
              </a:spcBef>
              <a:buFontTx/>
              <a:buNone/>
            </a:pPr>
            <a:r>
              <a:rPr lang="en-GB" altLang="en-US" sz="2400" b="1">
                <a:solidFill>
                  <a:schemeClr val="accent2"/>
                </a:solidFill>
                <a:latin typeface="Times New Roman" panose="02020603050405020304" pitchFamily="18" charset="0"/>
              </a:rPr>
              <a:t>Wait()</a:t>
            </a:r>
            <a:r>
              <a:rPr lang="en-GB" altLang="en-US" sz="2400">
                <a:latin typeface="Times New Roman" panose="02020603050405020304" pitchFamily="18" charset="0"/>
              </a:rPr>
              <a:t> - causes the thread to exit the monitor, </a:t>
            </a:r>
          </a:p>
          <a:p>
            <a:pPr>
              <a:spcBef>
                <a:spcPct val="0"/>
              </a:spcBef>
              <a:buFontTx/>
              <a:buNone/>
            </a:pPr>
            <a:r>
              <a:rPr lang="en-GB" altLang="en-US" sz="2400">
                <a:latin typeface="Times New Roman" panose="02020603050405020304" pitchFamily="18" charset="0"/>
              </a:rPr>
              <a:t>	    permitting other threads to enter the monitor.</a:t>
            </a:r>
          </a:p>
        </p:txBody>
      </p:sp>
      <p:grpSp>
        <p:nvGrpSpPr>
          <p:cNvPr id="51204" name="Group 4">
            <a:extLst>
              <a:ext uri="{FF2B5EF4-FFF2-40B4-BE49-F238E27FC236}">
                <a16:creationId xmlns:a16="http://schemas.microsoft.com/office/drawing/2014/main" id="{3FC3CDFB-E3E0-B45B-F91E-CCD1A9509558}"/>
              </a:ext>
            </a:extLst>
          </p:cNvPr>
          <p:cNvGrpSpPr>
            <a:grpSpLocks/>
          </p:cNvGrpSpPr>
          <p:nvPr/>
        </p:nvGrpSpPr>
        <p:grpSpPr bwMode="auto">
          <a:xfrm>
            <a:off x="2190751" y="3338514"/>
            <a:ext cx="7877175" cy="2771775"/>
            <a:chOff x="455" y="2103"/>
            <a:chExt cx="5376" cy="1746"/>
          </a:xfrm>
        </p:grpSpPr>
        <p:sp>
          <p:nvSpPr>
            <p:cNvPr id="51205" name="Rectangle 5">
              <a:extLst>
                <a:ext uri="{FF2B5EF4-FFF2-40B4-BE49-F238E27FC236}">
                  <a16:creationId xmlns:a16="http://schemas.microsoft.com/office/drawing/2014/main" id="{83497115-2D7F-BCAC-0D18-EF532340D3FB}"/>
                </a:ext>
              </a:extLst>
            </p:cNvPr>
            <p:cNvSpPr>
              <a:spLocks noChangeArrowheads="1"/>
            </p:cNvSpPr>
            <p:nvPr/>
          </p:nvSpPr>
          <p:spPr bwMode="auto">
            <a:xfrm>
              <a:off x="840" y="2438"/>
              <a:ext cx="1068" cy="3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06" name="Rectangle 6">
              <a:extLst>
                <a:ext uri="{FF2B5EF4-FFF2-40B4-BE49-F238E27FC236}">
                  <a16:creationId xmlns:a16="http://schemas.microsoft.com/office/drawing/2014/main" id="{7E9D6944-5DBF-8C4B-D690-D654FF84D3C5}"/>
                </a:ext>
              </a:extLst>
            </p:cNvPr>
            <p:cNvSpPr>
              <a:spLocks noChangeArrowheads="1"/>
            </p:cNvSpPr>
            <p:nvPr/>
          </p:nvSpPr>
          <p:spPr bwMode="auto">
            <a:xfrm>
              <a:off x="836" y="2523"/>
              <a:ext cx="926"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07" name="Rectangle 7">
              <a:extLst>
                <a:ext uri="{FF2B5EF4-FFF2-40B4-BE49-F238E27FC236}">
                  <a16:creationId xmlns:a16="http://schemas.microsoft.com/office/drawing/2014/main" id="{E8C15D1B-A983-BDC7-BAE3-D05424883894}"/>
                </a:ext>
              </a:extLst>
            </p:cNvPr>
            <p:cNvSpPr>
              <a:spLocks noChangeArrowheads="1"/>
            </p:cNvSpPr>
            <p:nvPr/>
          </p:nvSpPr>
          <p:spPr bwMode="auto">
            <a:xfrm>
              <a:off x="836" y="2525"/>
              <a:ext cx="9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A</a:t>
              </a:r>
              <a:endParaRPr lang="en-GB" altLang="en-US" sz="2000">
                <a:latin typeface="Comic Sans MS" panose="030F0702030302020204" pitchFamily="66" charset="0"/>
              </a:endParaRPr>
            </a:p>
          </p:txBody>
        </p:sp>
        <p:sp>
          <p:nvSpPr>
            <p:cNvPr id="51208" name="Rectangle 8">
              <a:extLst>
                <a:ext uri="{FF2B5EF4-FFF2-40B4-BE49-F238E27FC236}">
                  <a16:creationId xmlns:a16="http://schemas.microsoft.com/office/drawing/2014/main" id="{FC199E68-FD2D-8398-195E-6874A7BC84B7}"/>
                </a:ext>
              </a:extLst>
            </p:cNvPr>
            <p:cNvSpPr>
              <a:spLocks noChangeArrowheads="1"/>
            </p:cNvSpPr>
            <p:nvPr/>
          </p:nvSpPr>
          <p:spPr bwMode="auto">
            <a:xfrm>
              <a:off x="4488" y="2438"/>
              <a:ext cx="1068" cy="3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09" name="Rectangle 9">
              <a:extLst>
                <a:ext uri="{FF2B5EF4-FFF2-40B4-BE49-F238E27FC236}">
                  <a16:creationId xmlns:a16="http://schemas.microsoft.com/office/drawing/2014/main" id="{E07EDD76-A083-84D5-5108-F053026BC210}"/>
                </a:ext>
              </a:extLst>
            </p:cNvPr>
            <p:cNvSpPr>
              <a:spLocks noChangeArrowheads="1"/>
            </p:cNvSpPr>
            <p:nvPr/>
          </p:nvSpPr>
          <p:spPr bwMode="auto">
            <a:xfrm>
              <a:off x="4608" y="2523"/>
              <a:ext cx="939"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10" name="Rectangle 10">
              <a:extLst>
                <a:ext uri="{FF2B5EF4-FFF2-40B4-BE49-F238E27FC236}">
                  <a16:creationId xmlns:a16="http://schemas.microsoft.com/office/drawing/2014/main" id="{EEEC5DB3-BDB9-8C61-BB2F-69673EAEC9EE}"/>
                </a:ext>
              </a:extLst>
            </p:cNvPr>
            <p:cNvSpPr>
              <a:spLocks noChangeArrowheads="1"/>
            </p:cNvSpPr>
            <p:nvPr/>
          </p:nvSpPr>
          <p:spPr bwMode="auto">
            <a:xfrm>
              <a:off x="4608" y="2525"/>
              <a:ext cx="9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B</a:t>
              </a:r>
              <a:endParaRPr lang="en-GB" altLang="en-US" sz="2000">
                <a:latin typeface="Comic Sans MS" panose="030F0702030302020204" pitchFamily="66" charset="0"/>
              </a:endParaRPr>
            </a:p>
          </p:txBody>
        </p:sp>
        <p:sp>
          <p:nvSpPr>
            <p:cNvPr id="51211" name="Rectangle 11">
              <a:extLst>
                <a:ext uri="{FF2B5EF4-FFF2-40B4-BE49-F238E27FC236}">
                  <a16:creationId xmlns:a16="http://schemas.microsoft.com/office/drawing/2014/main" id="{C73C9106-89D8-81B8-213B-1EFFCA25DA35}"/>
                </a:ext>
              </a:extLst>
            </p:cNvPr>
            <p:cNvSpPr>
              <a:spLocks noChangeArrowheads="1"/>
            </p:cNvSpPr>
            <p:nvPr/>
          </p:nvSpPr>
          <p:spPr bwMode="auto">
            <a:xfrm>
              <a:off x="1875" y="2415"/>
              <a:ext cx="2663" cy="1198"/>
            </a:xfrm>
            <a:prstGeom prst="rect">
              <a:avLst/>
            </a:prstGeom>
            <a:solidFill>
              <a:srgbClr val="FFFFFF"/>
            </a:solidFill>
            <a:ln w="112713">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12" name="Freeform 12">
              <a:extLst>
                <a:ext uri="{FF2B5EF4-FFF2-40B4-BE49-F238E27FC236}">
                  <a16:creationId xmlns:a16="http://schemas.microsoft.com/office/drawing/2014/main" id="{587E5BB3-1DC5-F465-8635-F10FF1B83C77}"/>
                </a:ext>
              </a:extLst>
            </p:cNvPr>
            <p:cNvSpPr>
              <a:spLocks/>
            </p:cNvSpPr>
            <p:nvPr/>
          </p:nvSpPr>
          <p:spPr bwMode="auto">
            <a:xfrm>
              <a:off x="455" y="2833"/>
              <a:ext cx="672" cy="934"/>
            </a:xfrm>
            <a:custGeom>
              <a:avLst/>
              <a:gdLst>
                <a:gd name="T0" fmla="*/ 624 w 672"/>
                <a:gd name="T1" fmla="*/ 934 h 934"/>
                <a:gd name="T2" fmla="*/ 660 w 672"/>
                <a:gd name="T3" fmla="*/ 801 h 934"/>
                <a:gd name="T4" fmla="*/ 635 w 672"/>
                <a:gd name="T5" fmla="*/ 801 h 934"/>
                <a:gd name="T6" fmla="*/ 612 w 672"/>
                <a:gd name="T7" fmla="*/ 789 h 934"/>
                <a:gd name="T8" fmla="*/ 587 w 672"/>
                <a:gd name="T9" fmla="*/ 778 h 934"/>
                <a:gd name="T10" fmla="*/ 564 w 672"/>
                <a:gd name="T11" fmla="*/ 766 h 934"/>
                <a:gd name="T12" fmla="*/ 541 w 672"/>
                <a:gd name="T13" fmla="*/ 753 h 934"/>
                <a:gd name="T14" fmla="*/ 516 w 672"/>
                <a:gd name="T15" fmla="*/ 741 h 934"/>
                <a:gd name="T16" fmla="*/ 493 w 672"/>
                <a:gd name="T17" fmla="*/ 730 h 934"/>
                <a:gd name="T18" fmla="*/ 481 w 672"/>
                <a:gd name="T19" fmla="*/ 718 h 934"/>
                <a:gd name="T20" fmla="*/ 456 w 672"/>
                <a:gd name="T21" fmla="*/ 707 h 934"/>
                <a:gd name="T22" fmla="*/ 433 w 672"/>
                <a:gd name="T23" fmla="*/ 681 h 934"/>
                <a:gd name="T24" fmla="*/ 408 w 672"/>
                <a:gd name="T25" fmla="*/ 658 h 934"/>
                <a:gd name="T26" fmla="*/ 371 w 672"/>
                <a:gd name="T27" fmla="*/ 633 h 934"/>
                <a:gd name="T28" fmla="*/ 348 w 672"/>
                <a:gd name="T29" fmla="*/ 610 h 934"/>
                <a:gd name="T30" fmla="*/ 337 w 672"/>
                <a:gd name="T31" fmla="*/ 587 h 934"/>
                <a:gd name="T32" fmla="*/ 312 w 672"/>
                <a:gd name="T33" fmla="*/ 562 h 934"/>
                <a:gd name="T34" fmla="*/ 289 w 672"/>
                <a:gd name="T35" fmla="*/ 527 h 934"/>
                <a:gd name="T36" fmla="*/ 264 w 672"/>
                <a:gd name="T37" fmla="*/ 491 h 934"/>
                <a:gd name="T38" fmla="*/ 252 w 672"/>
                <a:gd name="T39" fmla="*/ 454 h 934"/>
                <a:gd name="T40" fmla="*/ 241 w 672"/>
                <a:gd name="T41" fmla="*/ 431 h 934"/>
                <a:gd name="T42" fmla="*/ 227 w 672"/>
                <a:gd name="T43" fmla="*/ 395 h 934"/>
                <a:gd name="T44" fmla="*/ 216 w 672"/>
                <a:gd name="T45" fmla="*/ 358 h 934"/>
                <a:gd name="T46" fmla="*/ 204 w 672"/>
                <a:gd name="T47" fmla="*/ 323 h 934"/>
                <a:gd name="T48" fmla="*/ 193 w 672"/>
                <a:gd name="T49" fmla="*/ 287 h 934"/>
                <a:gd name="T50" fmla="*/ 179 w 672"/>
                <a:gd name="T51" fmla="*/ 252 h 934"/>
                <a:gd name="T52" fmla="*/ 179 w 672"/>
                <a:gd name="T53" fmla="*/ 216 h 934"/>
                <a:gd name="T54" fmla="*/ 179 w 672"/>
                <a:gd name="T55" fmla="*/ 181 h 934"/>
                <a:gd name="T56" fmla="*/ 227 w 672"/>
                <a:gd name="T57" fmla="*/ 156 h 934"/>
                <a:gd name="T58" fmla="*/ 0 w 672"/>
                <a:gd name="T59" fmla="*/ 156 h 934"/>
                <a:gd name="T60" fmla="*/ 48 w 672"/>
                <a:gd name="T61" fmla="*/ 181 h 934"/>
                <a:gd name="T62" fmla="*/ 48 w 672"/>
                <a:gd name="T63" fmla="*/ 227 h 934"/>
                <a:gd name="T64" fmla="*/ 48 w 672"/>
                <a:gd name="T65" fmla="*/ 264 h 934"/>
                <a:gd name="T66" fmla="*/ 60 w 672"/>
                <a:gd name="T67" fmla="*/ 300 h 934"/>
                <a:gd name="T68" fmla="*/ 60 w 672"/>
                <a:gd name="T69" fmla="*/ 335 h 934"/>
                <a:gd name="T70" fmla="*/ 73 w 672"/>
                <a:gd name="T71" fmla="*/ 383 h 934"/>
                <a:gd name="T72" fmla="*/ 85 w 672"/>
                <a:gd name="T73" fmla="*/ 420 h 934"/>
                <a:gd name="T74" fmla="*/ 96 w 672"/>
                <a:gd name="T75" fmla="*/ 454 h 934"/>
                <a:gd name="T76" fmla="*/ 108 w 672"/>
                <a:gd name="T77" fmla="*/ 491 h 934"/>
                <a:gd name="T78" fmla="*/ 133 w 672"/>
                <a:gd name="T79" fmla="*/ 527 h 934"/>
                <a:gd name="T80" fmla="*/ 144 w 672"/>
                <a:gd name="T81" fmla="*/ 562 h 934"/>
                <a:gd name="T82" fmla="*/ 169 w 672"/>
                <a:gd name="T83" fmla="*/ 587 h 934"/>
                <a:gd name="T84" fmla="*/ 179 w 672"/>
                <a:gd name="T85" fmla="*/ 622 h 934"/>
                <a:gd name="T86" fmla="*/ 204 w 672"/>
                <a:gd name="T87" fmla="*/ 658 h 934"/>
                <a:gd name="T88" fmla="*/ 227 w 672"/>
                <a:gd name="T89" fmla="*/ 681 h 934"/>
                <a:gd name="T90" fmla="*/ 252 w 672"/>
                <a:gd name="T91" fmla="*/ 707 h 934"/>
                <a:gd name="T92" fmla="*/ 275 w 672"/>
                <a:gd name="T93" fmla="*/ 730 h 934"/>
                <a:gd name="T94" fmla="*/ 312 w 672"/>
                <a:gd name="T95" fmla="*/ 753 h 934"/>
                <a:gd name="T96" fmla="*/ 337 w 672"/>
                <a:gd name="T97" fmla="*/ 778 h 934"/>
                <a:gd name="T98" fmla="*/ 371 w 672"/>
                <a:gd name="T99" fmla="*/ 801 h 934"/>
                <a:gd name="T100" fmla="*/ 396 w 672"/>
                <a:gd name="T101" fmla="*/ 826 h 934"/>
                <a:gd name="T102" fmla="*/ 420 w 672"/>
                <a:gd name="T103" fmla="*/ 849 h 934"/>
                <a:gd name="T104" fmla="*/ 445 w 672"/>
                <a:gd name="T105" fmla="*/ 861 h 934"/>
                <a:gd name="T106" fmla="*/ 468 w 672"/>
                <a:gd name="T107" fmla="*/ 874 h 934"/>
                <a:gd name="T108" fmla="*/ 481 w 672"/>
                <a:gd name="T109" fmla="*/ 886 h 934"/>
                <a:gd name="T110" fmla="*/ 504 w 672"/>
                <a:gd name="T111" fmla="*/ 886 h 934"/>
                <a:gd name="T112" fmla="*/ 516 w 672"/>
                <a:gd name="T113" fmla="*/ 897 h 934"/>
                <a:gd name="T114" fmla="*/ 541 w 672"/>
                <a:gd name="T115" fmla="*/ 909 h 934"/>
                <a:gd name="T116" fmla="*/ 564 w 672"/>
                <a:gd name="T117" fmla="*/ 922 h 934"/>
                <a:gd name="T118" fmla="*/ 587 w 672"/>
                <a:gd name="T119" fmla="*/ 922 h 93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72"/>
                <a:gd name="T181" fmla="*/ 0 h 934"/>
                <a:gd name="T182" fmla="*/ 672 w 672"/>
                <a:gd name="T183" fmla="*/ 934 h 93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72" h="934">
                  <a:moveTo>
                    <a:pt x="600" y="934"/>
                  </a:moveTo>
                  <a:lnTo>
                    <a:pt x="624" y="934"/>
                  </a:lnTo>
                  <a:lnTo>
                    <a:pt x="672" y="814"/>
                  </a:lnTo>
                  <a:lnTo>
                    <a:pt x="660" y="801"/>
                  </a:lnTo>
                  <a:lnTo>
                    <a:pt x="649" y="801"/>
                  </a:lnTo>
                  <a:lnTo>
                    <a:pt x="635" y="801"/>
                  </a:lnTo>
                  <a:lnTo>
                    <a:pt x="624" y="789"/>
                  </a:lnTo>
                  <a:lnTo>
                    <a:pt x="612" y="789"/>
                  </a:lnTo>
                  <a:lnTo>
                    <a:pt x="600" y="789"/>
                  </a:lnTo>
                  <a:lnTo>
                    <a:pt x="587" y="778"/>
                  </a:lnTo>
                  <a:lnTo>
                    <a:pt x="575" y="778"/>
                  </a:lnTo>
                  <a:lnTo>
                    <a:pt x="564" y="766"/>
                  </a:lnTo>
                  <a:lnTo>
                    <a:pt x="552" y="766"/>
                  </a:lnTo>
                  <a:lnTo>
                    <a:pt x="541" y="753"/>
                  </a:lnTo>
                  <a:lnTo>
                    <a:pt x="529" y="753"/>
                  </a:lnTo>
                  <a:lnTo>
                    <a:pt x="516" y="741"/>
                  </a:lnTo>
                  <a:lnTo>
                    <a:pt x="504" y="741"/>
                  </a:lnTo>
                  <a:lnTo>
                    <a:pt x="493" y="730"/>
                  </a:lnTo>
                  <a:lnTo>
                    <a:pt x="481" y="730"/>
                  </a:lnTo>
                  <a:lnTo>
                    <a:pt x="481" y="718"/>
                  </a:lnTo>
                  <a:lnTo>
                    <a:pt x="468" y="707"/>
                  </a:lnTo>
                  <a:lnTo>
                    <a:pt x="456" y="707"/>
                  </a:lnTo>
                  <a:lnTo>
                    <a:pt x="445" y="695"/>
                  </a:lnTo>
                  <a:lnTo>
                    <a:pt x="433" y="681"/>
                  </a:lnTo>
                  <a:lnTo>
                    <a:pt x="420" y="670"/>
                  </a:lnTo>
                  <a:lnTo>
                    <a:pt x="408" y="658"/>
                  </a:lnTo>
                  <a:lnTo>
                    <a:pt x="385" y="647"/>
                  </a:lnTo>
                  <a:lnTo>
                    <a:pt x="371" y="633"/>
                  </a:lnTo>
                  <a:lnTo>
                    <a:pt x="360" y="622"/>
                  </a:lnTo>
                  <a:lnTo>
                    <a:pt x="348" y="610"/>
                  </a:lnTo>
                  <a:lnTo>
                    <a:pt x="337" y="599"/>
                  </a:lnTo>
                  <a:lnTo>
                    <a:pt x="337" y="587"/>
                  </a:lnTo>
                  <a:lnTo>
                    <a:pt x="323" y="576"/>
                  </a:lnTo>
                  <a:lnTo>
                    <a:pt x="312" y="562"/>
                  </a:lnTo>
                  <a:lnTo>
                    <a:pt x="300" y="539"/>
                  </a:lnTo>
                  <a:lnTo>
                    <a:pt x="289" y="527"/>
                  </a:lnTo>
                  <a:lnTo>
                    <a:pt x="275" y="514"/>
                  </a:lnTo>
                  <a:lnTo>
                    <a:pt x="264" y="491"/>
                  </a:lnTo>
                  <a:lnTo>
                    <a:pt x="264" y="479"/>
                  </a:lnTo>
                  <a:lnTo>
                    <a:pt x="252" y="454"/>
                  </a:lnTo>
                  <a:lnTo>
                    <a:pt x="241" y="443"/>
                  </a:lnTo>
                  <a:lnTo>
                    <a:pt x="241" y="431"/>
                  </a:lnTo>
                  <a:lnTo>
                    <a:pt x="227" y="420"/>
                  </a:lnTo>
                  <a:lnTo>
                    <a:pt x="227" y="395"/>
                  </a:lnTo>
                  <a:lnTo>
                    <a:pt x="216" y="383"/>
                  </a:lnTo>
                  <a:lnTo>
                    <a:pt x="216" y="358"/>
                  </a:lnTo>
                  <a:lnTo>
                    <a:pt x="204" y="346"/>
                  </a:lnTo>
                  <a:lnTo>
                    <a:pt x="204" y="323"/>
                  </a:lnTo>
                  <a:lnTo>
                    <a:pt x="193" y="312"/>
                  </a:lnTo>
                  <a:lnTo>
                    <a:pt x="193" y="287"/>
                  </a:lnTo>
                  <a:lnTo>
                    <a:pt x="193" y="275"/>
                  </a:lnTo>
                  <a:lnTo>
                    <a:pt x="179" y="252"/>
                  </a:lnTo>
                  <a:lnTo>
                    <a:pt x="179" y="239"/>
                  </a:lnTo>
                  <a:lnTo>
                    <a:pt x="179" y="216"/>
                  </a:lnTo>
                  <a:lnTo>
                    <a:pt x="179" y="192"/>
                  </a:lnTo>
                  <a:lnTo>
                    <a:pt x="179" y="181"/>
                  </a:lnTo>
                  <a:lnTo>
                    <a:pt x="179" y="156"/>
                  </a:lnTo>
                  <a:lnTo>
                    <a:pt x="227" y="156"/>
                  </a:lnTo>
                  <a:lnTo>
                    <a:pt x="121" y="0"/>
                  </a:lnTo>
                  <a:lnTo>
                    <a:pt x="0" y="156"/>
                  </a:lnTo>
                  <a:lnTo>
                    <a:pt x="48" y="156"/>
                  </a:lnTo>
                  <a:lnTo>
                    <a:pt x="48" y="181"/>
                  </a:lnTo>
                  <a:lnTo>
                    <a:pt x="48" y="204"/>
                  </a:lnTo>
                  <a:lnTo>
                    <a:pt x="48" y="227"/>
                  </a:lnTo>
                  <a:lnTo>
                    <a:pt x="48" y="239"/>
                  </a:lnTo>
                  <a:lnTo>
                    <a:pt x="48" y="264"/>
                  </a:lnTo>
                  <a:lnTo>
                    <a:pt x="48" y="275"/>
                  </a:lnTo>
                  <a:lnTo>
                    <a:pt x="60" y="300"/>
                  </a:lnTo>
                  <a:lnTo>
                    <a:pt x="60" y="323"/>
                  </a:lnTo>
                  <a:lnTo>
                    <a:pt x="60" y="335"/>
                  </a:lnTo>
                  <a:lnTo>
                    <a:pt x="73" y="358"/>
                  </a:lnTo>
                  <a:lnTo>
                    <a:pt x="73" y="383"/>
                  </a:lnTo>
                  <a:lnTo>
                    <a:pt x="73" y="395"/>
                  </a:lnTo>
                  <a:lnTo>
                    <a:pt x="85" y="420"/>
                  </a:lnTo>
                  <a:lnTo>
                    <a:pt x="85" y="431"/>
                  </a:lnTo>
                  <a:lnTo>
                    <a:pt x="96" y="454"/>
                  </a:lnTo>
                  <a:lnTo>
                    <a:pt x="108" y="468"/>
                  </a:lnTo>
                  <a:lnTo>
                    <a:pt x="108" y="491"/>
                  </a:lnTo>
                  <a:lnTo>
                    <a:pt x="121" y="502"/>
                  </a:lnTo>
                  <a:lnTo>
                    <a:pt x="133" y="527"/>
                  </a:lnTo>
                  <a:lnTo>
                    <a:pt x="144" y="539"/>
                  </a:lnTo>
                  <a:lnTo>
                    <a:pt x="144" y="562"/>
                  </a:lnTo>
                  <a:lnTo>
                    <a:pt x="156" y="576"/>
                  </a:lnTo>
                  <a:lnTo>
                    <a:pt x="169" y="587"/>
                  </a:lnTo>
                  <a:lnTo>
                    <a:pt x="179" y="610"/>
                  </a:lnTo>
                  <a:lnTo>
                    <a:pt x="179" y="622"/>
                  </a:lnTo>
                  <a:lnTo>
                    <a:pt x="193" y="633"/>
                  </a:lnTo>
                  <a:lnTo>
                    <a:pt x="204" y="658"/>
                  </a:lnTo>
                  <a:lnTo>
                    <a:pt x="216" y="670"/>
                  </a:lnTo>
                  <a:lnTo>
                    <a:pt x="227" y="681"/>
                  </a:lnTo>
                  <a:lnTo>
                    <a:pt x="241" y="695"/>
                  </a:lnTo>
                  <a:lnTo>
                    <a:pt x="252" y="707"/>
                  </a:lnTo>
                  <a:lnTo>
                    <a:pt x="264" y="718"/>
                  </a:lnTo>
                  <a:lnTo>
                    <a:pt x="275" y="730"/>
                  </a:lnTo>
                  <a:lnTo>
                    <a:pt x="300" y="741"/>
                  </a:lnTo>
                  <a:lnTo>
                    <a:pt x="312" y="753"/>
                  </a:lnTo>
                  <a:lnTo>
                    <a:pt x="323" y="766"/>
                  </a:lnTo>
                  <a:lnTo>
                    <a:pt x="337" y="778"/>
                  </a:lnTo>
                  <a:lnTo>
                    <a:pt x="348" y="789"/>
                  </a:lnTo>
                  <a:lnTo>
                    <a:pt x="371" y="801"/>
                  </a:lnTo>
                  <a:lnTo>
                    <a:pt x="385" y="814"/>
                  </a:lnTo>
                  <a:lnTo>
                    <a:pt x="396" y="826"/>
                  </a:lnTo>
                  <a:lnTo>
                    <a:pt x="408" y="837"/>
                  </a:lnTo>
                  <a:lnTo>
                    <a:pt x="420" y="849"/>
                  </a:lnTo>
                  <a:lnTo>
                    <a:pt x="433" y="849"/>
                  </a:lnTo>
                  <a:lnTo>
                    <a:pt x="445" y="861"/>
                  </a:lnTo>
                  <a:lnTo>
                    <a:pt x="456" y="861"/>
                  </a:lnTo>
                  <a:lnTo>
                    <a:pt x="468" y="874"/>
                  </a:lnTo>
                  <a:lnTo>
                    <a:pt x="481" y="874"/>
                  </a:lnTo>
                  <a:lnTo>
                    <a:pt x="481" y="886"/>
                  </a:lnTo>
                  <a:lnTo>
                    <a:pt x="493" y="886"/>
                  </a:lnTo>
                  <a:lnTo>
                    <a:pt x="504" y="886"/>
                  </a:lnTo>
                  <a:lnTo>
                    <a:pt x="504" y="897"/>
                  </a:lnTo>
                  <a:lnTo>
                    <a:pt x="516" y="897"/>
                  </a:lnTo>
                  <a:lnTo>
                    <a:pt x="529" y="897"/>
                  </a:lnTo>
                  <a:lnTo>
                    <a:pt x="541" y="909"/>
                  </a:lnTo>
                  <a:lnTo>
                    <a:pt x="552" y="909"/>
                  </a:lnTo>
                  <a:lnTo>
                    <a:pt x="564" y="922"/>
                  </a:lnTo>
                  <a:lnTo>
                    <a:pt x="575" y="922"/>
                  </a:lnTo>
                  <a:lnTo>
                    <a:pt x="587" y="922"/>
                  </a:lnTo>
                  <a:lnTo>
                    <a:pt x="600" y="934"/>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13" name="Freeform 13">
              <a:extLst>
                <a:ext uri="{FF2B5EF4-FFF2-40B4-BE49-F238E27FC236}">
                  <a16:creationId xmlns:a16="http://schemas.microsoft.com/office/drawing/2014/main" id="{EB3EE919-FDE7-221B-D10A-70CC1702816A}"/>
                </a:ext>
              </a:extLst>
            </p:cNvPr>
            <p:cNvSpPr>
              <a:spLocks/>
            </p:cNvSpPr>
            <p:nvPr/>
          </p:nvSpPr>
          <p:spPr bwMode="auto">
            <a:xfrm>
              <a:off x="1535" y="2224"/>
              <a:ext cx="637" cy="909"/>
            </a:xfrm>
            <a:custGeom>
              <a:avLst/>
              <a:gdLst>
                <a:gd name="T0" fmla="*/ 48 w 637"/>
                <a:gd name="T1" fmla="*/ 0 h 909"/>
                <a:gd name="T2" fmla="*/ 25 w 637"/>
                <a:gd name="T3" fmla="*/ 131 h 909"/>
                <a:gd name="T4" fmla="*/ 48 w 637"/>
                <a:gd name="T5" fmla="*/ 143 h 909"/>
                <a:gd name="T6" fmla="*/ 73 w 637"/>
                <a:gd name="T7" fmla="*/ 155 h 909"/>
                <a:gd name="T8" fmla="*/ 96 w 637"/>
                <a:gd name="T9" fmla="*/ 155 h 909"/>
                <a:gd name="T10" fmla="*/ 121 w 637"/>
                <a:gd name="T11" fmla="*/ 168 h 909"/>
                <a:gd name="T12" fmla="*/ 144 w 637"/>
                <a:gd name="T13" fmla="*/ 178 h 909"/>
                <a:gd name="T14" fmla="*/ 169 w 637"/>
                <a:gd name="T15" fmla="*/ 203 h 909"/>
                <a:gd name="T16" fmla="*/ 192 w 637"/>
                <a:gd name="T17" fmla="*/ 214 h 909"/>
                <a:gd name="T18" fmla="*/ 205 w 637"/>
                <a:gd name="T19" fmla="*/ 226 h 909"/>
                <a:gd name="T20" fmla="*/ 229 w 637"/>
                <a:gd name="T21" fmla="*/ 251 h 909"/>
                <a:gd name="T22" fmla="*/ 254 w 637"/>
                <a:gd name="T23" fmla="*/ 262 h 909"/>
                <a:gd name="T24" fmla="*/ 277 w 637"/>
                <a:gd name="T25" fmla="*/ 287 h 909"/>
                <a:gd name="T26" fmla="*/ 300 w 637"/>
                <a:gd name="T27" fmla="*/ 322 h 909"/>
                <a:gd name="T28" fmla="*/ 325 w 637"/>
                <a:gd name="T29" fmla="*/ 347 h 909"/>
                <a:gd name="T30" fmla="*/ 348 w 637"/>
                <a:gd name="T31" fmla="*/ 370 h 909"/>
                <a:gd name="T32" fmla="*/ 359 w 637"/>
                <a:gd name="T33" fmla="*/ 395 h 909"/>
                <a:gd name="T34" fmla="*/ 384 w 637"/>
                <a:gd name="T35" fmla="*/ 430 h 909"/>
                <a:gd name="T36" fmla="*/ 396 w 637"/>
                <a:gd name="T37" fmla="*/ 466 h 909"/>
                <a:gd name="T38" fmla="*/ 408 w 637"/>
                <a:gd name="T39" fmla="*/ 490 h 909"/>
                <a:gd name="T40" fmla="*/ 421 w 637"/>
                <a:gd name="T41" fmla="*/ 526 h 909"/>
                <a:gd name="T42" fmla="*/ 433 w 637"/>
                <a:gd name="T43" fmla="*/ 563 h 909"/>
                <a:gd name="T44" fmla="*/ 444 w 637"/>
                <a:gd name="T45" fmla="*/ 586 h 909"/>
                <a:gd name="T46" fmla="*/ 456 w 637"/>
                <a:gd name="T47" fmla="*/ 620 h 909"/>
                <a:gd name="T48" fmla="*/ 456 w 637"/>
                <a:gd name="T49" fmla="*/ 669 h 909"/>
                <a:gd name="T50" fmla="*/ 469 w 637"/>
                <a:gd name="T51" fmla="*/ 705 h 909"/>
                <a:gd name="T52" fmla="*/ 469 w 637"/>
                <a:gd name="T53" fmla="*/ 742 h 909"/>
                <a:gd name="T54" fmla="*/ 421 w 637"/>
                <a:gd name="T55" fmla="*/ 765 h 909"/>
                <a:gd name="T56" fmla="*/ 637 w 637"/>
                <a:gd name="T57" fmla="*/ 765 h 909"/>
                <a:gd name="T58" fmla="*/ 588 w 637"/>
                <a:gd name="T59" fmla="*/ 742 h 909"/>
                <a:gd name="T60" fmla="*/ 588 w 637"/>
                <a:gd name="T61" fmla="*/ 694 h 909"/>
                <a:gd name="T62" fmla="*/ 588 w 637"/>
                <a:gd name="T63" fmla="*/ 657 h 909"/>
                <a:gd name="T64" fmla="*/ 577 w 637"/>
                <a:gd name="T65" fmla="*/ 620 h 909"/>
                <a:gd name="T66" fmla="*/ 577 w 637"/>
                <a:gd name="T67" fmla="*/ 586 h 909"/>
                <a:gd name="T68" fmla="*/ 565 w 637"/>
                <a:gd name="T69" fmla="*/ 549 h 909"/>
                <a:gd name="T70" fmla="*/ 552 w 637"/>
                <a:gd name="T71" fmla="*/ 515 h 909"/>
                <a:gd name="T72" fmla="*/ 540 w 637"/>
                <a:gd name="T73" fmla="*/ 478 h 909"/>
                <a:gd name="T74" fmla="*/ 529 w 637"/>
                <a:gd name="T75" fmla="*/ 441 h 909"/>
                <a:gd name="T76" fmla="*/ 517 w 637"/>
                <a:gd name="T77" fmla="*/ 407 h 909"/>
                <a:gd name="T78" fmla="*/ 492 w 637"/>
                <a:gd name="T79" fmla="*/ 370 h 909"/>
                <a:gd name="T80" fmla="*/ 481 w 637"/>
                <a:gd name="T81" fmla="*/ 334 h 909"/>
                <a:gd name="T82" fmla="*/ 456 w 637"/>
                <a:gd name="T83" fmla="*/ 310 h 909"/>
                <a:gd name="T84" fmla="*/ 433 w 637"/>
                <a:gd name="T85" fmla="*/ 274 h 909"/>
                <a:gd name="T86" fmla="*/ 421 w 637"/>
                <a:gd name="T87" fmla="*/ 251 h 909"/>
                <a:gd name="T88" fmla="*/ 396 w 637"/>
                <a:gd name="T89" fmla="*/ 226 h 909"/>
                <a:gd name="T90" fmla="*/ 373 w 637"/>
                <a:gd name="T91" fmla="*/ 203 h 909"/>
                <a:gd name="T92" fmla="*/ 348 w 637"/>
                <a:gd name="T93" fmla="*/ 178 h 909"/>
                <a:gd name="T94" fmla="*/ 311 w 637"/>
                <a:gd name="T95" fmla="*/ 155 h 909"/>
                <a:gd name="T96" fmla="*/ 288 w 637"/>
                <a:gd name="T97" fmla="*/ 131 h 909"/>
                <a:gd name="T98" fmla="*/ 263 w 637"/>
                <a:gd name="T99" fmla="*/ 106 h 909"/>
                <a:gd name="T100" fmla="*/ 240 w 637"/>
                <a:gd name="T101" fmla="*/ 95 h 909"/>
                <a:gd name="T102" fmla="*/ 217 w 637"/>
                <a:gd name="T103" fmla="*/ 83 h 909"/>
                <a:gd name="T104" fmla="*/ 205 w 637"/>
                <a:gd name="T105" fmla="*/ 72 h 909"/>
                <a:gd name="T106" fmla="*/ 192 w 637"/>
                <a:gd name="T107" fmla="*/ 58 h 909"/>
                <a:gd name="T108" fmla="*/ 169 w 637"/>
                <a:gd name="T109" fmla="*/ 49 h 909"/>
                <a:gd name="T110" fmla="*/ 144 w 637"/>
                <a:gd name="T111" fmla="*/ 35 h 909"/>
                <a:gd name="T112" fmla="*/ 121 w 637"/>
                <a:gd name="T113" fmla="*/ 24 h 909"/>
                <a:gd name="T114" fmla="*/ 96 w 637"/>
                <a:gd name="T115" fmla="*/ 24 h 909"/>
                <a:gd name="T116" fmla="*/ 84 w 637"/>
                <a:gd name="T117" fmla="*/ 12 h 909"/>
                <a:gd name="T118" fmla="*/ 61 w 637"/>
                <a:gd name="T119" fmla="*/ 12 h 90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37"/>
                <a:gd name="T181" fmla="*/ 0 h 909"/>
                <a:gd name="T182" fmla="*/ 637 w 637"/>
                <a:gd name="T183" fmla="*/ 909 h 90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37" h="909">
                  <a:moveTo>
                    <a:pt x="61" y="12"/>
                  </a:moveTo>
                  <a:lnTo>
                    <a:pt x="48" y="0"/>
                  </a:lnTo>
                  <a:lnTo>
                    <a:pt x="0" y="120"/>
                  </a:lnTo>
                  <a:lnTo>
                    <a:pt x="25" y="131"/>
                  </a:lnTo>
                  <a:lnTo>
                    <a:pt x="36" y="131"/>
                  </a:lnTo>
                  <a:lnTo>
                    <a:pt x="48" y="143"/>
                  </a:lnTo>
                  <a:lnTo>
                    <a:pt x="61" y="143"/>
                  </a:lnTo>
                  <a:lnTo>
                    <a:pt x="73" y="155"/>
                  </a:lnTo>
                  <a:lnTo>
                    <a:pt x="84" y="155"/>
                  </a:lnTo>
                  <a:lnTo>
                    <a:pt x="96" y="155"/>
                  </a:lnTo>
                  <a:lnTo>
                    <a:pt x="109" y="168"/>
                  </a:lnTo>
                  <a:lnTo>
                    <a:pt x="121" y="168"/>
                  </a:lnTo>
                  <a:lnTo>
                    <a:pt x="132" y="178"/>
                  </a:lnTo>
                  <a:lnTo>
                    <a:pt x="144" y="178"/>
                  </a:lnTo>
                  <a:lnTo>
                    <a:pt x="157" y="191"/>
                  </a:lnTo>
                  <a:lnTo>
                    <a:pt x="169" y="203"/>
                  </a:lnTo>
                  <a:lnTo>
                    <a:pt x="180" y="203"/>
                  </a:lnTo>
                  <a:lnTo>
                    <a:pt x="192" y="214"/>
                  </a:lnTo>
                  <a:lnTo>
                    <a:pt x="192" y="226"/>
                  </a:lnTo>
                  <a:lnTo>
                    <a:pt x="205" y="226"/>
                  </a:lnTo>
                  <a:lnTo>
                    <a:pt x="217" y="239"/>
                  </a:lnTo>
                  <a:lnTo>
                    <a:pt x="229" y="251"/>
                  </a:lnTo>
                  <a:lnTo>
                    <a:pt x="240" y="262"/>
                  </a:lnTo>
                  <a:lnTo>
                    <a:pt x="254" y="262"/>
                  </a:lnTo>
                  <a:lnTo>
                    <a:pt x="263" y="274"/>
                  </a:lnTo>
                  <a:lnTo>
                    <a:pt x="277" y="287"/>
                  </a:lnTo>
                  <a:lnTo>
                    <a:pt x="288" y="299"/>
                  </a:lnTo>
                  <a:lnTo>
                    <a:pt x="300" y="322"/>
                  </a:lnTo>
                  <a:lnTo>
                    <a:pt x="311" y="322"/>
                  </a:lnTo>
                  <a:lnTo>
                    <a:pt x="325" y="347"/>
                  </a:lnTo>
                  <a:lnTo>
                    <a:pt x="336" y="359"/>
                  </a:lnTo>
                  <a:lnTo>
                    <a:pt x="348" y="370"/>
                  </a:lnTo>
                  <a:lnTo>
                    <a:pt x="348" y="382"/>
                  </a:lnTo>
                  <a:lnTo>
                    <a:pt x="359" y="395"/>
                  </a:lnTo>
                  <a:lnTo>
                    <a:pt x="373" y="418"/>
                  </a:lnTo>
                  <a:lnTo>
                    <a:pt x="384" y="430"/>
                  </a:lnTo>
                  <a:lnTo>
                    <a:pt x="396" y="453"/>
                  </a:lnTo>
                  <a:lnTo>
                    <a:pt x="396" y="466"/>
                  </a:lnTo>
                  <a:lnTo>
                    <a:pt x="408" y="478"/>
                  </a:lnTo>
                  <a:lnTo>
                    <a:pt x="408" y="490"/>
                  </a:lnTo>
                  <a:lnTo>
                    <a:pt x="421" y="515"/>
                  </a:lnTo>
                  <a:lnTo>
                    <a:pt x="421" y="526"/>
                  </a:lnTo>
                  <a:lnTo>
                    <a:pt x="433" y="538"/>
                  </a:lnTo>
                  <a:lnTo>
                    <a:pt x="433" y="563"/>
                  </a:lnTo>
                  <a:lnTo>
                    <a:pt x="444" y="572"/>
                  </a:lnTo>
                  <a:lnTo>
                    <a:pt x="444" y="586"/>
                  </a:lnTo>
                  <a:lnTo>
                    <a:pt x="444" y="609"/>
                  </a:lnTo>
                  <a:lnTo>
                    <a:pt x="456" y="620"/>
                  </a:lnTo>
                  <a:lnTo>
                    <a:pt x="456" y="645"/>
                  </a:lnTo>
                  <a:lnTo>
                    <a:pt x="456" y="669"/>
                  </a:lnTo>
                  <a:lnTo>
                    <a:pt x="456" y="682"/>
                  </a:lnTo>
                  <a:lnTo>
                    <a:pt x="469" y="705"/>
                  </a:lnTo>
                  <a:lnTo>
                    <a:pt x="469" y="728"/>
                  </a:lnTo>
                  <a:lnTo>
                    <a:pt x="469" y="742"/>
                  </a:lnTo>
                  <a:lnTo>
                    <a:pt x="469" y="765"/>
                  </a:lnTo>
                  <a:lnTo>
                    <a:pt x="421" y="765"/>
                  </a:lnTo>
                  <a:lnTo>
                    <a:pt x="517" y="909"/>
                  </a:lnTo>
                  <a:lnTo>
                    <a:pt x="637" y="765"/>
                  </a:lnTo>
                  <a:lnTo>
                    <a:pt x="588" y="765"/>
                  </a:lnTo>
                  <a:lnTo>
                    <a:pt x="588" y="742"/>
                  </a:lnTo>
                  <a:lnTo>
                    <a:pt x="588" y="717"/>
                  </a:lnTo>
                  <a:lnTo>
                    <a:pt x="588" y="694"/>
                  </a:lnTo>
                  <a:lnTo>
                    <a:pt x="588" y="682"/>
                  </a:lnTo>
                  <a:lnTo>
                    <a:pt x="588" y="657"/>
                  </a:lnTo>
                  <a:lnTo>
                    <a:pt x="588" y="634"/>
                  </a:lnTo>
                  <a:lnTo>
                    <a:pt x="577" y="620"/>
                  </a:lnTo>
                  <a:lnTo>
                    <a:pt x="577" y="597"/>
                  </a:lnTo>
                  <a:lnTo>
                    <a:pt x="577" y="586"/>
                  </a:lnTo>
                  <a:lnTo>
                    <a:pt x="565" y="563"/>
                  </a:lnTo>
                  <a:lnTo>
                    <a:pt x="565" y="549"/>
                  </a:lnTo>
                  <a:lnTo>
                    <a:pt x="565" y="526"/>
                  </a:lnTo>
                  <a:lnTo>
                    <a:pt x="552" y="515"/>
                  </a:lnTo>
                  <a:lnTo>
                    <a:pt x="552" y="490"/>
                  </a:lnTo>
                  <a:lnTo>
                    <a:pt x="540" y="478"/>
                  </a:lnTo>
                  <a:lnTo>
                    <a:pt x="540" y="453"/>
                  </a:lnTo>
                  <a:lnTo>
                    <a:pt x="529" y="441"/>
                  </a:lnTo>
                  <a:lnTo>
                    <a:pt x="517" y="418"/>
                  </a:lnTo>
                  <a:lnTo>
                    <a:pt x="517" y="407"/>
                  </a:lnTo>
                  <a:lnTo>
                    <a:pt x="504" y="382"/>
                  </a:lnTo>
                  <a:lnTo>
                    <a:pt x="492" y="370"/>
                  </a:lnTo>
                  <a:lnTo>
                    <a:pt x="481" y="359"/>
                  </a:lnTo>
                  <a:lnTo>
                    <a:pt x="481" y="334"/>
                  </a:lnTo>
                  <a:lnTo>
                    <a:pt x="469" y="322"/>
                  </a:lnTo>
                  <a:lnTo>
                    <a:pt x="456" y="310"/>
                  </a:lnTo>
                  <a:lnTo>
                    <a:pt x="444" y="299"/>
                  </a:lnTo>
                  <a:lnTo>
                    <a:pt x="433" y="274"/>
                  </a:lnTo>
                  <a:lnTo>
                    <a:pt x="421" y="262"/>
                  </a:lnTo>
                  <a:lnTo>
                    <a:pt x="421" y="251"/>
                  </a:lnTo>
                  <a:lnTo>
                    <a:pt x="408" y="239"/>
                  </a:lnTo>
                  <a:lnTo>
                    <a:pt x="396" y="226"/>
                  </a:lnTo>
                  <a:lnTo>
                    <a:pt x="384" y="214"/>
                  </a:lnTo>
                  <a:lnTo>
                    <a:pt x="373" y="203"/>
                  </a:lnTo>
                  <a:lnTo>
                    <a:pt x="359" y="191"/>
                  </a:lnTo>
                  <a:lnTo>
                    <a:pt x="348" y="178"/>
                  </a:lnTo>
                  <a:lnTo>
                    <a:pt x="325" y="168"/>
                  </a:lnTo>
                  <a:lnTo>
                    <a:pt x="311" y="155"/>
                  </a:lnTo>
                  <a:lnTo>
                    <a:pt x="300" y="143"/>
                  </a:lnTo>
                  <a:lnTo>
                    <a:pt x="288" y="131"/>
                  </a:lnTo>
                  <a:lnTo>
                    <a:pt x="277" y="120"/>
                  </a:lnTo>
                  <a:lnTo>
                    <a:pt x="263" y="106"/>
                  </a:lnTo>
                  <a:lnTo>
                    <a:pt x="254" y="95"/>
                  </a:lnTo>
                  <a:lnTo>
                    <a:pt x="240" y="95"/>
                  </a:lnTo>
                  <a:lnTo>
                    <a:pt x="229" y="83"/>
                  </a:lnTo>
                  <a:lnTo>
                    <a:pt x="217" y="83"/>
                  </a:lnTo>
                  <a:lnTo>
                    <a:pt x="217" y="72"/>
                  </a:lnTo>
                  <a:lnTo>
                    <a:pt x="205" y="72"/>
                  </a:lnTo>
                  <a:lnTo>
                    <a:pt x="192" y="72"/>
                  </a:lnTo>
                  <a:lnTo>
                    <a:pt x="192" y="58"/>
                  </a:lnTo>
                  <a:lnTo>
                    <a:pt x="180" y="58"/>
                  </a:lnTo>
                  <a:lnTo>
                    <a:pt x="169" y="49"/>
                  </a:lnTo>
                  <a:lnTo>
                    <a:pt x="157" y="49"/>
                  </a:lnTo>
                  <a:lnTo>
                    <a:pt x="144" y="35"/>
                  </a:lnTo>
                  <a:lnTo>
                    <a:pt x="132" y="35"/>
                  </a:lnTo>
                  <a:lnTo>
                    <a:pt x="121" y="24"/>
                  </a:lnTo>
                  <a:lnTo>
                    <a:pt x="109" y="24"/>
                  </a:lnTo>
                  <a:lnTo>
                    <a:pt x="96" y="24"/>
                  </a:lnTo>
                  <a:lnTo>
                    <a:pt x="96" y="12"/>
                  </a:lnTo>
                  <a:lnTo>
                    <a:pt x="84" y="12"/>
                  </a:lnTo>
                  <a:lnTo>
                    <a:pt x="73" y="12"/>
                  </a:lnTo>
                  <a:lnTo>
                    <a:pt x="61" y="12"/>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14" name="Freeform 14">
              <a:extLst>
                <a:ext uri="{FF2B5EF4-FFF2-40B4-BE49-F238E27FC236}">
                  <a16:creationId xmlns:a16="http://schemas.microsoft.com/office/drawing/2014/main" id="{261F54C0-E8B7-10AC-F4C5-FFD83D2472D9}"/>
                </a:ext>
              </a:extLst>
            </p:cNvPr>
            <p:cNvSpPr>
              <a:spLocks/>
            </p:cNvSpPr>
            <p:nvPr/>
          </p:nvSpPr>
          <p:spPr bwMode="auto">
            <a:xfrm>
              <a:off x="540" y="2151"/>
              <a:ext cx="960" cy="645"/>
            </a:xfrm>
            <a:custGeom>
              <a:avLst/>
              <a:gdLst>
                <a:gd name="T0" fmla="*/ 131 w 960"/>
                <a:gd name="T1" fmla="*/ 645 h 645"/>
                <a:gd name="T2" fmla="*/ 142 w 960"/>
                <a:gd name="T3" fmla="*/ 622 h 645"/>
                <a:gd name="T4" fmla="*/ 156 w 960"/>
                <a:gd name="T5" fmla="*/ 599 h 645"/>
                <a:gd name="T6" fmla="*/ 167 w 960"/>
                <a:gd name="T7" fmla="*/ 574 h 645"/>
                <a:gd name="T8" fmla="*/ 167 w 960"/>
                <a:gd name="T9" fmla="*/ 551 h 645"/>
                <a:gd name="T10" fmla="*/ 190 w 960"/>
                <a:gd name="T11" fmla="*/ 526 h 645"/>
                <a:gd name="T12" fmla="*/ 204 w 960"/>
                <a:gd name="T13" fmla="*/ 503 h 645"/>
                <a:gd name="T14" fmla="*/ 215 w 960"/>
                <a:gd name="T15" fmla="*/ 491 h 645"/>
                <a:gd name="T16" fmla="*/ 227 w 960"/>
                <a:gd name="T17" fmla="*/ 468 h 645"/>
                <a:gd name="T18" fmla="*/ 238 w 960"/>
                <a:gd name="T19" fmla="*/ 443 h 645"/>
                <a:gd name="T20" fmla="*/ 263 w 960"/>
                <a:gd name="T21" fmla="*/ 420 h 645"/>
                <a:gd name="T22" fmla="*/ 286 w 960"/>
                <a:gd name="T23" fmla="*/ 395 h 645"/>
                <a:gd name="T24" fmla="*/ 311 w 960"/>
                <a:gd name="T25" fmla="*/ 372 h 645"/>
                <a:gd name="T26" fmla="*/ 335 w 960"/>
                <a:gd name="T27" fmla="*/ 347 h 645"/>
                <a:gd name="T28" fmla="*/ 360 w 960"/>
                <a:gd name="T29" fmla="*/ 324 h 645"/>
                <a:gd name="T30" fmla="*/ 383 w 960"/>
                <a:gd name="T31" fmla="*/ 299 h 645"/>
                <a:gd name="T32" fmla="*/ 419 w 960"/>
                <a:gd name="T33" fmla="*/ 287 h 645"/>
                <a:gd name="T34" fmla="*/ 456 w 960"/>
                <a:gd name="T35" fmla="*/ 264 h 645"/>
                <a:gd name="T36" fmla="*/ 490 w 960"/>
                <a:gd name="T37" fmla="*/ 251 h 645"/>
                <a:gd name="T38" fmla="*/ 515 w 960"/>
                <a:gd name="T39" fmla="*/ 228 h 645"/>
                <a:gd name="T40" fmla="*/ 550 w 960"/>
                <a:gd name="T41" fmla="*/ 216 h 645"/>
                <a:gd name="T42" fmla="*/ 587 w 960"/>
                <a:gd name="T43" fmla="*/ 204 h 645"/>
                <a:gd name="T44" fmla="*/ 623 w 960"/>
                <a:gd name="T45" fmla="*/ 204 h 645"/>
                <a:gd name="T46" fmla="*/ 660 w 960"/>
                <a:gd name="T47" fmla="*/ 193 h 645"/>
                <a:gd name="T48" fmla="*/ 708 w 960"/>
                <a:gd name="T49" fmla="*/ 179 h 645"/>
                <a:gd name="T50" fmla="*/ 743 w 960"/>
                <a:gd name="T51" fmla="*/ 179 h 645"/>
                <a:gd name="T52" fmla="*/ 779 w 960"/>
                <a:gd name="T53" fmla="*/ 179 h 645"/>
                <a:gd name="T54" fmla="*/ 804 w 960"/>
                <a:gd name="T55" fmla="*/ 228 h 645"/>
                <a:gd name="T56" fmla="*/ 804 w 960"/>
                <a:gd name="T57" fmla="*/ 0 h 645"/>
                <a:gd name="T58" fmla="*/ 779 w 960"/>
                <a:gd name="T59" fmla="*/ 48 h 645"/>
                <a:gd name="T60" fmla="*/ 731 w 960"/>
                <a:gd name="T61" fmla="*/ 48 h 645"/>
                <a:gd name="T62" fmla="*/ 694 w 960"/>
                <a:gd name="T63" fmla="*/ 48 h 645"/>
                <a:gd name="T64" fmla="*/ 646 w 960"/>
                <a:gd name="T65" fmla="*/ 60 h 645"/>
                <a:gd name="T66" fmla="*/ 612 w 960"/>
                <a:gd name="T67" fmla="*/ 60 h 645"/>
                <a:gd name="T68" fmla="*/ 575 w 960"/>
                <a:gd name="T69" fmla="*/ 73 h 645"/>
                <a:gd name="T70" fmla="*/ 539 w 960"/>
                <a:gd name="T71" fmla="*/ 85 h 645"/>
                <a:gd name="T72" fmla="*/ 502 w 960"/>
                <a:gd name="T73" fmla="*/ 97 h 645"/>
                <a:gd name="T74" fmla="*/ 456 w 960"/>
                <a:gd name="T75" fmla="*/ 108 h 645"/>
                <a:gd name="T76" fmla="*/ 419 w 960"/>
                <a:gd name="T77" fmla="*/ 131 h 645"/>
                <a:gd name="T78" fmla="*/ 383 w 960"/>
                <a:gd name="T79" fmla="*/ 145 h 645"/>
                <a:gd name="T80" fmla="*/ 360 w 960"/>
                <a:gd name="T81" fmla="*/ 168 h 645"/>
                <a:gd name="T82" fmla="*/ 323 w 960"/>
                <a:gd name="T83" fmla="*/ 179 h 645"/>
                <a:gd name="T84" fmla="*/ 286 w 960"/>
                <a:gd name="T85" fmla="*/ 204 h 645"/>
                <a:gd name="T86" fmla="*/ 263 w 960"/>
                <a:gd name="T87" fmla="*/ 228 h 645"/>
                <a:gd name="T88" fmla="*/ 238 w 960"/>
                <a:gd name="T89" fmla="*/ 251 h 645"/>
                <a:gd name="T90" fmla="*/ 204 w 960"/>
                <a:gd name="T91" fmla="*/ 276 h 645"/>
                <a:gd name="T92" fmla="*/ 179 w 960"/>
                <a:gd name="T93" fmla="*/ 299 h 645"/>
                <a:gd name="T94" fmla="*/ 156 w 960"/>
                <a:gd name="T95" fmla="*/ 335 h 645"/>
                <a:gd name="T96" fmla="*/ 131 w 960"/>
                <a:gd name="T97" fmla="*/ 360 h 645"/>
                <a:gd name="T98" fmla="*/ 108 w 960"/>
                <a:gd name="T99" fmla="*/ 395 h 645"/>
                <a:gd name="T100" fmla="*/ 94 w 960"/>
                <a:gd name="T101" fmla="*/ 420 h 645"/>
                <a:gd name="T102" fmla="*/ 84 w 960"/>
                <a:gd name="T103" fmla="*/ 432 h 645"/>
                <a:gd name="T104" fmla="*/ 71 w 960"/>
                <a:gd name="T105" fmla="*/ 455 h 645"/>
                <a:gd name="T106" fmla="*/ 59 w 960"/>
                <a:gd name="T107" fmla="*/ 480 h 645"/>
                <a:gd name="T108" fmla="*/ 48 w 960"/>
                <a:gd name="T109" fmla="*/ 491 h 645"/>
                <a:gd name="T110" fmla="*/ 36 w 960"/>
                <a:gd name="T111" fmla="*/ 514 h 645"/>
                <a:gd name="T112" fmla="*/ 23 w 960"/>
                <a:gd name="T113" fmla="*/ 539 h 645"/>
                <a:gd name="T114" fmla="*/ 23 w 960"/>
                <a:gd name="T115" fmla="*/ 563 h 645"/>
                <a:gd name="T116" fmla="*/ 11 w 960"/>
                <a:gd name="T117" fmla="*/ 574 h 645"/>
                <a:gd name="T118" fmla="*/ 0 w 960"/>
                <a:gd name="T119" fmla="*/ 599 h 64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60"/>
                <a:gd name="T181" fmla="*/ 0 h 645"/>
                <a:gd name="T182" fmla="*/ 960 w 960"/>
                <a:gd name="T183" fmla="*/ 645 h 645"/>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60" h="645">
                  <a:moveTo>
                    <a:pt x="0" y="599"/>
                  </a:moveTo>
                  <a:lnTo>
                    <a:pt x="131" y="645"/>
                  </a:lnTo>
                  <a:lnTo>
                    <a:pt x="142" y="636"/>
                  </a:lnTo>
                  <a:lnTo>
                    <a:pt x="142" y="622"/>
                  </a:lnTo>
                  <a:lnTo>
                    <a:pt x="142" y="611"/>
                  </a:lnTo>
                  <a:lnTo>
                    <a:pt x="156" y="599"/>
                  </a:lnTo>
                  <a:lnTo>
                    <a:pt x="156" y="588"/>
                  </a:lnTo>
                  <a:lnTo>
                    <a:pt x="167" y="574"/>
                  </a:lnTo>
                  <a:lnTo>
                    <a:pt x="167" y="563"/>
                  </a:lnTo>
                  <a:lnTo>
                    <a:pt x="167" y="551"/>
                  </a:lnTo>
                  <a:lnTo>
                    <a:pt x="179" y="539"/>
                  </a:lnTo>
                  <a:lnTo>
                    <a:pt x="190" y="526"/>
                  </a:lnTo>
                  <a:lnTo>
                    <a:pt x="190" y="514"/>
                  </a:lnTo>
                  <a:lnTo>
                    <a:pt x="204" y="503"/>
                  </a:lnTo>
                  <a:lnTo>
                    <a:pt x="204" y="491"/>
                  </a:lnTo>
                  <a:lnTo>
                    <a:pt x="215" y="491"/>
                  </a:lnTo>
                  <a:lnTo>
                    <a:pt x="215" y="480"/>
                  </a:lnTo>
                  <a:lnTo>
                    <a:pt x="227" y="468"/>
                  </a:lnTo>
                  <a:lnTo>
                    <a:pt x="227" y="455"/>
                  </a:lnTo>
                  <a:lnTo>
                    <a:pt x="238" y="443"/>
                  </a:lnTo>
                  <a:lnTo>
                    <a:pt x="252" y="432"/>
                  </a:lnTo>
                  <a:lnTo>
                    <a:pt x="263" y="420"/>
                  </a:lnTo>
                  <a:lnTo>
                    <a:pt x="275" y="407"/>
                  </a:lnTo>
                  <a:lnTo>
                    <a:pt x="286" y="395"/>
                  </a:lnTo>
                  <a:lnTo>
                    <a:pt x="300" y="383"/>
                  </a:lnTo>
                  <a:lnTo>
                    <a:pt x="311" y="372"/>
                  </a:lnTo>
                  <a:lnTo>
                    <a:pt x="323" y="360"/>
                  </a:lnTo>
                  <a:lnTo>
                    <a:pt x="335" y="347"/>
                  </a:lnTo>
                  <a:lnTo>
                    <a:pt x="348" y="335"/>
                  </a:lnTo>
                  <a:lnTo>
                    <a:pt x="360" y="324"/>
                  </a:lnTo>
                  <a:lnTo>
                    <a:pt x="371" y="312"/>
                  </a:lnTo>
                  <a:lnTo>
                    <a:pt x="383" y="299"/>
                  </a:lnTo>
                  <a:lnTo>
                    <a:pt x="408" y="299"/>
                  </a:lnTo>
                  <a:lnTo>
                    <a:pt x="419" y="287"/>
                  </a:lnTo>
                  <a:lnTo>
                    <a:pt x="431" y="276"/>
                  </a:lnTo>
                  <a:lnTo>
                    <a:pt x="456" y="264"/>
                  </a:lnTo>
                  <a:lnTo>
                    <a:pt x="467" y="251"/>
                  </a:lnTo>
                  <a:lnTo>
                    <a:pt x="490" y="251"/>
                  </a:lnTo>
                  <a:lnTo>
                    <a:pt x="502" y="241"/>
                  </a:lnTo>
                  <a:lnTo>
                    <a:pt x="515" y="228"/>
                  </a:lnTo>
                  <a:lnTo>
                    <a:pt x="539" y="228"/>
                  </a:lnTo>
                  <a:lnTo>
                    <a:pt x="550" y="216"/>
                  </a:lnTo>
                  <a:lnTo>
                    <a:pt x="575" y="216"/>
                  </a:lnTo>
                  <a:lnTo>
                    <a:pt x="587" y="204"/>
                  </a:lnTo>
                  <a:lnTo>
                    <a:pt x="598" y="204"/>
                  </a:lnTo>
                  <a:lnTo>
                    <a:pt x="623" y="204"/>
                  </a:lnTo>
                  <a:lnTo>
                    <a:pt x="646" y="193"/>
                  </a:lnTo>
                  <a:lnTo>
                    <a:pt x="660" y="193"/>
                  </a:lnTo>
                  <a:lnTo>
                    <a:pt x="683" y="193"/>
                  </a:lnTo>
                  <a:lnTo>
                    <a:pt x="708" y="179"/>
                  </a:lnTo>
                  <a:lnTo>
                    <a:pt x="719" y="179"/>
                  </a:lnTo>
                  <a:lnTo>
                    <a:pt x="743" y="179"/>
                  </a:lnTo>
                  <a:lnTo>
                    <a:pt x="768" y="179"/>
                  </a:lnTo>
                  <a:lnTo>
                    <a:pt x="779" y="179"/>
                  </a:lnTo>
                  <a:lnTo>
                    <a:pt x="804" y="179"/>
                  </a:lnTo>
                  <a:lnTo>
                    <a:pt x="804" y="228"/>
                  </a:lnTo>
                  <a:lnTo>
                    <a:pt x="960" y="122"/>
                  </a:lnTo>
                  <a:lnTo>
                    <a:pt x="804" y="0"/>
                  </a:lnTo>
                  <a:lnTo>
                    <a:pt x="804" y="48"/>
                  </a:lnTo>
                  <a:lnTo>
                    <a:pt x="779" y="48"/>
                  </a:lnTo>
                  <a:lnTo>
                    <a:pt x="756" y="48"/>
                  </a:lnTo>
                  <a:lnTo>
                    <a:pt x="731" y="48"/>
                  </a:lnTo>
                  <a:lnTo>
                    <a:pt x="708" y="48"/>
                  </a:lnTo>
                  <a:lnTo>
                    <a:pt x="694" y="48"/>
                  </a:lnTo>
                  <a:lnTo>
                    <a:pt x="671" y="48"/>
                  </a:lnTo>
                  <a:lnTo>
                    <a:pt x="646" y="60"/>
                  </a:lnTo>
                  <a:lnTo>
                    <a:pt x="635" y="60"/>
                  </a:lnTo>
                  <a:lnTo>
                    <a:pt x="612" y="60"/>
                  </a:lnTo>
                  <a:lnTo>
                    <a:pt x="598" y="73"/>
                  </a:lnTo>
                  <a:lnTo>
                    <a:pt x="575" y="73"/>
                  </a:lnTo>
                  <a:lnTo>
                    <a:pt x="550" y="85"/>
                  </a:lnTo>
                  <a:lnTo>
                    <a:pt x="539" y="85"/>
                  </a:lnTo>
                  <a:lnTo>
                    <a:pt x="515" y="85"/>
                  </a:lnTo>
                  <a:lnTo>
                    <a:pt x="502" y="97"/>
                  </a:lnTo>
                  <a:lnTo>
                    <a:pt x="479" y="108"/>
                  </a:lnTo>
                  <a:lnTo>
                    <a:pt x="456" y="108"/>
                  </a:lnTo>
                  <a:lnTo>
                    <a:pt x="444" y="122"/>
                  </a:lnTo>
                  <a:lnTo>
                    <a:pt x="419" y="131"/>
                  </a:lnTo>
                  <a:lnTo>
                    <a:pt x="408" y="145"/>
                  </a:lnTo>
                  <a:lnTo>
                    <a:pt x="383" y="145"/>
                  </a:lnTo>
                  <a:lnTo>
                    <a:pt x="371" y="156"/>
                  </a:lnTo>
                  <a:lnTo>
                    <a:pt x="360" y="168"/>
                  </a:lnTo>
                  <a:lnTo>
                    <a:pt x="335" y="179"/>
                  </a:lnTo>
                  <a:lnTo>
                    <a:pt x="323" y="179"/>
                  </a:lnTo>
                  <a:lnTo>
                    <a:pt x="311" y="193"/>
                  </a:lnTo>
                  <a:lnTo>
                    <a:pt x="286" y="204"/>
                  </a:lnTo>
                  <a:lnTo>
                    <a:pt x="275" y="216"/>
                  </a:lnTo>
                  <a:lnTo>
                    <a:pt x="263" y="228"/>
                  </a:lnTo>
                  <a:lnTo>
                    <a:pt x="252" y="241"/>
                  </a:lnTo>
                  <a:lnTo>
                    <a:pt x="238" y="251"/>
                  </a:lnTo>
                  <a:lnTo>
                    <a:pt x="227" y="264"/>
                  </a:lnTo>
                  <a:lnTo>
                    <a:pt x="204" y="276"/>
                  </a:lnTo>
                  <a:lnTo>
                    <a:pt x="190" y="287"/>
                  </a:lnTo>
                  <a:lnTo>
                    <a:pt x="179" y="299"/>
                  </a:lnTo>
                  <a:lnTo>
                    <a:pt x="167" y="324"/>
                  </a:lnTo>
                  <a:lnTo>
                    <a:pt x="156" y="335"/>
                  </a:lnTo>
                  <a:lnTo>
                    <a:pt x="142" y="347"/>
                  </a:lnTo>
                  <a:lnTo>
                    <a:pt x="131" y="360"/>
                  </a:lnTo>
                  <a:lnTo>
                    <a:pt x="119" y="372"/>
                  </a:lnTo>
                  <a:lnTo>
                    <a:pt x="108" y="395"/>
                  </a:lnTo>
                  <a:lnTo>
                    <a:pt x="108" y="407"/>
                  </a:lnTo>
                  <a:lnTo>
                    <a:pt x="94" y="420"/>
                  </a:lnTo>
                  <a:lnTo>
                    <a:pt x="84" y="420"/>
                  </a:lnTo>
                  <a:lnTo>
                    <a:pt x="84" y="432"/>
                  </a:lnTo>
                  <a:lnTo>
                    <a:pt x="71" y="443"/>
                  </a:lnTo>
                  <a:lnTo>
                    <a:pt x="71" y="455"/>
                  </a:lnTo>
                  <a:lnTo>
                    <a:pt x="59" y="468"/>
                  </a:lnTo>
                  <a:lnTo>
                    <a:pt x="59" y="480"/>
                  </a:lnTo>
                  <a:lnTo>
                    <a:pt x="48" y="480"/>
                  </a:lnTo>
                  <a:lnTo>
                    <a:pt x="48" y="491"/>
                  </a:lnTo>
                  <a:lnTo>
                    <a:pt x="48" y="503"/>
                  </a:lnTo>
                  <a:lnTo>
                    <a:pt x="36" y="514"/>
                  </a:lnTo>
                  <a:lnTo>
                    <a:pt x="36" y="526"/>
                  </a:lnTo>
                  <a:lnTo>
                    <a:pt x="23" y="539"/>
                  </a:lnTo>
                  <a:lnTo>
                    <a:pt x="23" y="551"/>
                  </a:lnTo>
                  <a:lnTo>
                    <a:pt x="23" y="563"/>
                  </a:lnTo>
                  <a:lnTo>
                    <a:pt x="11" y="563"/>
                  </a:lnTo>
                  <a:lnTo>
                    <a:pt x="11" y="574"/>
                  </a:lnTo>
                  <a:lnTo>
                    <a:pt x="11" y="588"/>
                  </a:lnTo>
                  <a:lnTo>
                    <a:pt x="0" y="599"/>
                  </a:lnTo>
                  <a:close/>
                </a:path>
              </a:pathLst>
            </a:cu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15" name="Freeform 15">
              <a:extLst>
                <a:ext uri="{FF2B5EF4-FFF2-40B4-BE49-F238E27FC236}">
                  <a16:creationId xmlns:a16="http://schemas.microsoft.com/office/drawing/2014/main" id="{CF3E354E-EAB2-56E9-47C3-8F16A297B812}"/>
                </a:ext>
              </a:extLst>
            </p:cNvPr>
            <p:cNvSpPr>
              <a:spLocks/>
            </p:cNvSpPr>
            <p:nvPr/>
          </p:nvSpPr>
          <p:spPr bwMode="auto">
            <a:xfrm>
              <a:off x="1175" y="3384"/>
              <a:ext cx="900" cy="465"/>
            </a:xfrm>
            <a:custGeom>
              <a:avLst/>
              <a:gdLst>
                <a:gd name="T0" fmla="*/ 768 w 900"/>
                <a:gd name="T1" fmla="*/ 0 h 465"/>
                <a:gd name="T2" fmla="*/ 756 w 900"/>
                <a:gd name="T3" fmla="*/ 25 h 465"/>
                <a:gd name="T4" fmla="*/ 744 w 900"/>
                <a:gd name="T5" fmla="*/ 48 h 465"/>
                <a:gd name="T6" fmla="*/ 733 w 900"/>
                <a:gd name="T7" fmla="*/ 59 h 465"/>
                <a:gd name="T8" fmla="*/ 719 w 900"/>
                <a:gd name="T9" fmla="*/ 82 h 465"/>
                <a:gd name="T10" fmla="*/ 708 w 900"/>
                <a:gd name="T11" fmla="*/ 96 h 465"/>
                <a:gd name="T12" fmla="*/ 696 w 900"/>
                <a:gd name="T13" fmla="*/ 107 h 465"/>
                <a:gd name="T14" fmla="*/ 685 w 900"/>
                <a:gd name="T15" fmla="*/ 119 h 465"/>
                <a:gd name="T16" fmla="*/ 671 w 900"/>
                <a:gd name="T17" fmla="*/ 144 h 465"/>
                <a:gd name="T18" fmla="*/ 648 w 900"/>
                <a:gd name="T19" fmla="*/ 167 h 465"/>
                <a:gd name="T20" fmla="*/ 623 w 900"/>
                <a:gd name="T21" fmla="*/ 190 h 465"/>
                <a:gd name="T22" fmla="*/ 600 w 900"/>
                <a:gd name="T23" fmla="*/ 202 h 465"/>
                <a:gd name="T24" fmla="*/ 577 w 900"/>
                <a:gd name="T25" fmla="*/ 215 h 465"/>
                <a:gd name="T26" fmla="*/ 552 w 900"/>
                <a:gd name="T27" fmla="*/ 238 h 465"/>
                <a:gd name="T28" fmla="*/ 517 w 900"/>
                <a:gd name="T29" fmla="*/ 250 h 465"/>
                <a:gd name="T30" fmla="*/ 492 w 900"/>
                <a:gd name="T31" fmla="*/ 263 h 465"/>
                <a:gd name="T32" fmla="*/ 456 w 900"/>
                <a:gd name="T33" fmla="*/ 275 h 465"/>
                <a:gd name="T34" fmla="*/ 421 w 900"/>
                <a:gd name="T35" fmla="*/ 286 h 465"/>
                <a:gd name="T36" fmla="*/ 396 w 900"/>
                <a:gd name="T37" fmla="*/ 298 h 465"/>
                <a:gd name="T38" fmla="*/ 360 w 900"/>
                <a:gd name="T39" fmla="*/ 310 h 465"/>
                <a:gd name="T40" fmla="*/ 337 w 900"/>
                <a:gd name="T41" fmla="*/ 310 h 465"/>
                <a:gd name="T42" fmla="*/ 300 w 900"/>
                <a:gd name="T43" fmla="*/ 323 h 465"/>
                <a:gd name="T44" fmla="*/ 263 w 900"/>
                <a:gd name="T45" fmla="*/ 323 h 465"/>
                <a:gd name="T46" fmla="*/ 217 w 900"/>
                <a:gd name="T47" fmla="*/ 335 h 465"/>
                <a:gd name="T48" fmla="*/ 181 w 900"/>
                <a:gd name="T49" fmla="*/ 335 h 465"/>
                <a:gd name="T50" fmla="*/ 144 w 900"/>
                <a:gd name="T51" fmla="*/ 335 h 465"/>
                <a:gd name="T52" fmla="*/ 0 w 900"/>
                <a:gd name="T53" fmla="*/ 383 h 465"/>
                <a:gd name="T54" fmla="*/ 144 w 900"/>
                <a:gd name="T55" fmla="*/ 431 h 465"/>
                <a:gd name="T56" fmla="*/ 192 w 900"/>
                <a:gd name="T57" fmla="*/ 431 h 465"/>
                <a:gd name="T58" fmla="*/ 229 w 900"/>
                <a:gd name="T59" fmla="*/ 431 h 465"/>
                <a:gd name="T60" fmla="*/ 263 w 900"/>
                <a:gd name="T61" fmla="*/ 419 h 465"/>
                <a:gd name="T62" fmla="*/ 300 w 900"/>
                <a:gd name="T63" fmla="*/ 419 h 465"/>
                <a:gd name="T64" fmla="*/ 337 w 900"/>
                <a:gd name="T65" fmla="*/ 419 h 465"/>
                <a:gd name="T66" fmla="*/ 385 w 900"/>
                <a:gd name="T67" fmla="*/ 406 h 465"/>
                <a:gd name="T68" fmla="*/ 408 w 900"/>
                <a:gd name="T69" fmla="*/ 394 h 465"/>
                <a:gd name="T70" fmla="*/ 444 w 900"/>
                <a:gd name="T71" fmla="*/ 383 h 465"/>
                <a:gd name="T72" fmla="*/ 481 w 900"/>
                <a:gd name="T73" fmla="*/ 383 h 465"/>
                <a:gd name="T74" fmla="*/ 517 w 900"/>
                <a:gd name="T75" fmla="*/ 358 h 465"/>
                <a:gd name="T76" fmla="*/ 552 w 900"/>
                <a:gd name="T77" fmla="*/ 346 h 465"/>
                <a:gd name="T78" fmla="*/ 577 w 900"/>
                <a:gd name="T79" fmla="*/ 335 h 465"/>
                <a:gd name="T80" fmla="*/ 614 w 900"/>
                <a:gd name="T81" fmla="*/ 323 h 465"/>
                <a:gd name="T82" fmla="*/ 637 w 900"/>
                <a:gd name="T83" fmla="*/ 298 h 465"/>
                <a:gd name="T84" fmla="*/ 671 w 900"/>
                <a:gd name="T85" fmla="*/ 286 h 465"/>
                <a:gd name="T86" fmla="*/ 696 w 900"/>
                <a:gd name="T87" fmla="*/ 275 h 465"/>
                <a:gd name="T88" fmla="*/ 719 w 900"/>
                <a:gd name="T89" fmla="*/ 250 h 465"/>
                <a:gd name="T90" fmla="*/ 744 w 900"/>
                <a:gd name="T91" fmla="*/ 227 h 465"/>
                <a:gd name="T92" fmla="*/ 768 w 900"/>
                <a:gd name="T93" fmla="*/ 202 h 465"/>
                <a:gd name="T94" fmla="*/ 793 w 900"/>
                <a:gd name="T95" fmla="*/ 179 h 465"/>
                <a:gd name="T96" fmla="*/ 816 w 900"/>
                <a:gd name="T97" fmla="*/ 167 h 465"/>
                <a:gd name="T98" fmla="*/ 829 w 900"/>
                <a:gd name="T99" fmla="*/ 144 h 465"/>
                <a:gd name="T100" fmla="*/ 841 w 900"/>
                <a:gd name="T101" fmla="*/ 119 h 465"/>
                <a:gd name="T102" fmla="*/ 864 w 900"/>
                <a:gd name="T103" fmla="*/ 96 h 465"/>
                <a:gd name="T104" fmla="*/ 877 w 900"/>
                <a:gd name="T105" fmla="*/ 82 h 465"/>
                <a:gd name="T106" fmla="*/ 889 w 900"/>
                <a:gd name="T107" fmla="*/ 59 h 465"/>
                <a:gd name="T108" fmla="*/ 889 w 900"/>
                <a:gd name="T109" fmla="*/ 36 h 465"/>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0"/>
                <a:gd name="T166" fmla="*/ 0 h 465"/>
                <a:gd name="T167" fmla="*/ 900 w 900"/>
                <a:gd name="T168" fmla="*/ 465 h 465"/>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0" h="465">
                  <a:moveTo>
                    <a:pt x="900" y="36"/>
                  </a:moveTo>
                  <a:lnTo>
                    <a:pt x="768" y="0"/>
                  </a:lnTo>
                  <a:lnTo>
                    <a:pt x="768" y="11"/>
                  </a:lnTo>
                  <a:lnTo>
                    <a:pt x="756" y="25"/>
                  </a:lnTo>
                  <a:lnTo>
                    <a:pt x="756" y="36"/>
                  </a:lnTo>
                  <a:lnTo>
                    <a:pt x="744" y="48"/>
                  </a:lnTo>
                  <a:lnTo>
                    <a:pt x="744" y="59"/>
                  </a:lnTo>
                  <a:lnTo>
                    <a:pt x="733" y="59"/>
                  </a:lnTo>
                  <a:lnTo>
                    <a:pt x="733" y="71"/>
                  </a:lnTo>
                  <a:lnTo>
                    <a:pt x="719" y="82"/>
                  </a:lnTo>
                  <a:lnTo>
                    <a:pt x="719" y="96"/>
                  </a:lnTo>
                  <a:lnTo>
                    <a:pt x="708" y="96"/>
                  </a:lnTo>
                  <a:lnTo>
                    <a:pt x="708" y="107"/>
                  </a:lnTo>
                  <a:lnTo>
                    <a:pt x="696" y="107"/>
                  </a:lnTo>
                  <a:lnTo>
                    <a:pt x="696" y="119"/>
                  </a:lnTo>
                  <a:lnTo>
                    <a:pt x="685" y="119"/>
                  </a:lnTo>
                  <a:lnTo>
                    <a:pt x="685" y="130"/>
                  </a:lnTo>
                  <a:lnTo>
                    <a:pt x="671" y="144"/>
                  </a:lnTo>
                  <a:lnTo>
                    <a:pt x="660" y="156"/>
                  </a:lnTo>
                  <a:lnTo>
                    <a:pt x="648" y="167"/>
                  </a:lnTo>
                  <a:lnTo>
                    <a:pt x="637" y="179"/>
                  </a:lnTo>
                  <a:lnTo>
                    <a:pt x="623" y="190"/>
                  </a:lnTo>
                  <a:lnTo>
                    <a:pt x="614" y="190"/>
                  </a:lnTo>
                  <a:lnTo>
                    <a:pt x="600" y="202"/>
                  </a:lnTo>
                  <a:lnTo>
                    <a:pt x="589" y="215"/>
                  </a:lnTo>
                  <a:lnTo>
                    <a:pt x="577" y="215"/>
                  </a:lnTo>
                  <a:lnTo>
                    <a:pt x="565" y="227"/>
                  </a:lnTo>
                  <a:lnTo>
                    <a:pt x="552" y="238"/>
                  </a:lnTo>
                  <a:lnTo>
                    <a:pt x="540" y="238"/>
                  </a:lnTo>
                  <a:lnTo>
                    <a:pt x="517" y="250"/>
                  </a:lnTo>
                  <a:lnTo>
                    <a:pt x="504" y="263"/>
                  </a:lnTo>
                  <a:lnTo>
                    <a:pt x="492" y="263"/>
                  </a:lnTo>
                  <a:lnTo>
                    <a:pt x="469" y="275"/>
                  </a:lnTo>
                  <a:lnTo>
                    <a:pt x="456" y="275"/>
                  </a:lnTo>
                  <a:lnTo>
                    <a:pt x="444" y="286"/>
                  </a:lnTo>
                  <a:lnTo>
                    <a:pt x="421" y="286"/>
                  </a:lnTo>
                  <a:lnTo>
                    <a:pt x="408" y="298"/>
                  </a:lnTo>
                  <a:lnTo>
                    <a:pt x="396" y="298"/>
                  </a:lnTo>
                  <a:lnTo>
                    <a:pt x="385" y="298"/>
                  </a:lnTo>
                  <a:lnTo>
                    <a:pt x="360" y="310"/>
                  </a:lnTo>
                  <a:lnTo>
                    <a:pt x="348" y="310"/>
                  </a:lnTo>
                  <a:lnTo>
                    <a:pt x="337" y="310"/>
                  </a:lnTo>
                  <a:lnTo>
                    <a:pt x="311" y="323"/>
                  </a:lnTo>
                  <a:lnTo>
                    <a:pt x="300" y="323"/>
                  </a:lnTo>
                  <a:lnTo>
                    <a:pt x="277" y="323"/>
                  </a:lnTo>
                  <a:lnTo>
                    <a:pt x="263" y="323"/>
                  </a:lnTo>
                  <a:lnTo>
                    <a:pt x="240" y="335"/>
                  </a:lnTo>
                  <a:lnTo>
                    <a:pt x="217" y="335"/>
                  </a:lnTo>
                  <a:lnTo>
                    <a:pt x="204" y="335"/>
                  </a:lnTo>
                  <a:lnTo>
                    <a:pt x="181" y="335"/>
                  </a:lnTo>
                  <a:lnTo>
                    <a:pt x="169" y="335"/>
                  </a:lnTo>
                  <a:lnTo>
                    <a:pt x="144" y="335"/>
                  </a:lnTo>
                  <a:lnTo>
                    <a:pt x="144" y="298"/>
                  </a:lnTo>
                  <a:lnTo>
                    <a:pt x="0" y="383"/>
                  </a:lnTo>
                  <a:lnTo>
                    <a:pt x="144" y="465"/>
                  </a:lnTo>
                  <a:lnTo>
                    <a:pt x="144" y="431"/>
                  </a:lnTo>
                  <a:lnTo>
                    <a:pt x="169" y="431"/>
                  </a:lnTo>
                  <a:lnTo>
                    <a:pt x="192" y="431"/>
                  </a:lnTo>
                  <a:lnTo>
                    <a:pt x="217" y="431"/>
                  </a:lnTo>
                  <a:lnTo>
                    <a:pt x="229" y="431"/>
                  </a:lnTo>
                  <a:lnTo>
                    <a:pt x="252" y="431"/>
                  </a:lnTo>
                  <a:lnTo>
                    <a:pt x="263" y="419"/>
                  </a:lnTo>
                  <a:lnTo>
                    <a:pt x="288" y="419"/>
                  </a:lnTo>
                  <a:lnTo>
                    <a:pt x="300" y="419"/>
                  </a:lnTo>
                  <a:lnTo>
                    <a:pt x="325" y="419"/>
                  </a:lnTo>
                  <a:lnTo>
                    <a:pt x="337" y="419"/>
                  </a:lnTo>
                  <a:lnTo>
                    <a:pt x="360" y="406"/>
                  </a:lnTo>
                  <a:lnTo>
                    <a:pt x="385" y="406"/>
                  </a:lnTo>
                  <a:lnTo>
                    <a:pt x="396" y="406"/>
                  </a:lnTo>
                  <a:lnTo>
                    <a:pt x="408" y="394"/>
                  </a:lnTo>
                  <a:lnTo>
                    <a:pt x="433" y="394"/>
                  </a:lnTo>
                  <a:lnTo>
                    <a:pt x="444" y="383"/>
                  </a:lnTo>
                  <a:lnTo>
                    <a:pt x="469" y="383"/>
                  </a:lnTo>
                  <a:lnTo>
                    <a:pt x="481" y="383"/>
                  </a:lnTo>
                  <a:lnTo>
                    <a:pt x="504" y="371"/>
                  </a:lnTo>
                  <a:lnTo>
                    <a:pt x="517" y="358"/>
                  </a:lnTo>
                  <a:lnTo>
                    <a:pt x="529" y="358"/>
                  </a:lnTo>
                  <a:lnTo>
                    <a:pt x="552" y="346"/>
                  </a:lnTo>
                  <a:lnTo>
                    <a:pt x="565" y="346"/>
                  </a:lnTo>
                  <a:lnTo>
                    <a:pt x="577" y="335"/>
                  </a:lnTo>
                  <a:lnTo>
                    <a:pt x="589" y="335"/>
                  </a:lnTo>
                  <a:lnTo>
                    <a:pt x="614" y="323"/>
                  </a:lnTo>
                  <a:lnTo>
                    <a:pt x="623" y="310"/>
                  </a:lnTo>
                  <a:lnTo>
                    <a:pt x="637" y="298"/>
                  </a:lnTo>
                  <a:lnTo>
                    <a:pt x="648" y="298"/>
                  </a:lnTo>
                  <a:lnTo>
                    <a:pt x="671" y="286"/>
                  </a:lnTo>
                  <a:lnTo>
                    <a:pt x="685" y="275"/>
                  </a:lnTo>
                  <a:lnTo>
                    <a:pt x="696" y="275"/>
                  </a:lnTo>
                  <a:lnTo>
                    <a:pt x="708" y="263"/>
                  </a:lnTo>
                  <a:lnTo>
                    <a:pt x="719" y="250"/>
                  </a:lnTo>
                  <a:lnTo>
                    <a:pt x="733" y="238"/>
                  </a:lnTo>
                  <a:lnTo>
                    <a:pt x="744" y="227"/>
                  </a:lnTo>
                  <a:lnTo>
                    <a:pt x="756" y="215"/>
                  </a:lnTo>
                  <a:lnTo>
                    <a:pt x="768" y="202"/>
                  </a:lnTo>
                  <a:lnTo>
                    <a:pt x="781" y="190"/>
                  </a:lnTo>
                  <a:lnTo>
                    <a:pt x="793" y="179"/>
                  </a:lnTo>
                  <a:lnTo>
                    <a:pt x="804" y="167"/>
                  </a:lnTo>
                  <a:lnTo>
                    <a:pt x="816" y="167"/>
                  </a:lnTo>
                  <a:lnTo>
                    <a:pt x="816" y="156"/>
                  </a:lnTo>
                  <a:lnTo>
                    <a:pt x="829" y="144"/>
                  </a:lnTo>
                  <a:lnTo>
                    <a:pt x="841" y="130"/>
                  </a:lnTo>
                  <a:lnTo>
                    <a:pt x="841" y="119"/>
                  </a:lnTo>
                  <a:lnTo>
                    <a:pt x="852" y="107"/>
                  </a:lnTo>
                  <a:lnTo>
                    <a:pt x="864" y="96"/>
                  </a:lnTo>
                  <a:lnTo>
                    <a:pt x="864" y="82"/>
                  </a:lnTo>
                  <a:lnTo>
                    <a:pt x="877" y="82"/>
                  </a:lnTo>
                  <a:lnTo>
                    <a:pt x="877" y="71"/>
                  </a:lnTo>
                  <a:lnTo>
                    <a:pt x="889" y="59"/>
                  </a:lnTo>
                  <a:lnTo>
                    <a:pt x="889" y="48"/>
                  </a:lnTo>
                  <a:lnTo>
                    <a:pt x="889" y="36"/>
                  </a:lnTo>
                  <a:lnTo>
                    <a:pt x="900" y="36"/>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16" name="Freeform 16">
              <a:extLst>
                <a:ext uri="{FF2B5EF4-FFF2-40B4-BE49-F238E27FC236}">
                  <a16:creationId xmlns:a16="http://schemas.microsoft.com/office/drawing/2014/main" id="{B16FC9C6-F429-DE2B-6CFA-900142B91235}"/>
                </a:ext>
              </a:extLst>
            </p:cNvPr>
            <p:cNvSpPr>
              <a:spLocks/>
            </p:cNvSpPr>
            <p:nvPr/>
          </p:nvSpPr>
          <p:spPr bwMode="auto">
            <a:xfrm>
              <a:off x="5148" y="2796"/>
              <a:ext cx="683" cy="971"/>
            </a:xfrm>
            <a:custGeom>
              <a:avLst/>
              <a:gdLst>
                <a:gd name="T0" fmla="*/ 48 w 683"/>
                <a:gd name="T1" fmla="*/ 971 h 971"/>
                <a:gd name="T2" fmla="*/ 23 w 683"/>
                <a:gd name="T3" fmla="*/ 838 h 971"/>
                <a:gd name="T4" fmla="*/ 48 w 683"/>
                <a:gd name="T5" fmla="*/ 826 h 971"/>
                <a:gd name="T6" fmla="*/ 85 w 683"/>
                <a:gd name="T7" fmla="*/ 815 h 971"/>
                <a:gd name="T8" fmla="*/ 108 w 683"/>
                <a:gd name="T9" fmla="*/ 803 h 971"/>
                <a:gd name="T10" fmla="*/ 133 w 683"/>
                <a:gd name="T11" fmla="*/ 790 h 971"/>
                <a:gd name="T12" fmla="*/ 156 w 683"/>
                <a:gd name="T13" fmla="*/ 778 h 971"/>
                <a:gd name="T14" fmla="*/ 179 w 683"/>
                <a:gd name="T15" fmla="*/ 755 h 971"/>
                <a:gd name="T16" fmla="*/ 204 w 683"/>
                <a:gd name="T17" fmla="*/ 744 h 971"/>
                <a:gd name="T18" fmla="*/ 227 w 683"/>
                <a:gd name="T19" fmla="*/ 732 h 971"/>
                <a:gd name="T20" fmla="*/ 239 w 683"/>
                <a:gd name="T21" fmla="*/ 718 h 971"/>
                <a:gd name="T22" fmla="*/ 252 w 683"/>
                <a:gd name="T23" fmla="*/ 695 h 971"/>
                <a:gd name="T24" fmla="*/ 287 w 683"/>
                <a:gd name="T25" fmla="*/ 670 h 971"/>
                <a:gd name="T26" fmla="*/ 312 w 683"/>
                <a:gd name="T27" fmla="*/ 647 h 971"/>
                <a:gd name="T28" fmla="*/ 335 w 683"/>
                <a:gd name="T29" fmla="*/ 624 h 971"/>
                <a:gd name="T30" fmla="*/ 360 w 683"/>
                <a:gd name="T31" fmla="*/ 599 h 971"/>
                <a:gd name="T32" fmla="*/ 383 w 683"/>
                <a:gd name="T33" fmla="*/ 564 h 971"/>
                <a:gd name="T34" fmla="*/ 397 w 683"/>
                <a:gd name="T35" fmla="*/ 528 h 971"/>
                <a:gd name="T36" fmla="*/ 420 w 683"/>
                <a:gd name="T37" fmla="*/ 491 h 971"/>
                <a:gd name="T38" fmla="*/ 445 w 683"/>
                <a:gd name="T39" fmla="*/ 468 h 971"/>
                <a:gd name="T40" fmla="*/ 456 w 683"/>
                <a:gd name="T41" fmla="*/ 432 h 971"/>
                <a:gd name="T42" fmla="*/ 468 w 683"/>
                <a:gd name="T43" fmla="*/ 395 h 971"/>
                <a:gd name="T44" fmla="*/ 479 w 683"/>
                <a:gd name="T45" fmla="*/ 360 h 971"/>
                <a:gd name="T46" fmla="*/ 479 w 683"/>
                <a:gd name="T47" fmla="*/ 324 h 971"/>
                <a:gd name="T48" fmla="*/ 493 w 683"/>
                <a:gd name="T49" fmla="*/ 276 h 971"/>
                <a:gd name="T50" fmla="*/ 504 w 683"/>
                <a:gd name="T51" fmla="*/ 241 h 971"/>
                <a:gd name="T52" fmla="*/ 504 w 683"/>
                <a:gd name="T53" fmla="*/ 204 h 971"/>
                <a:gd name="T54" fmla="*/ 504 w 683"/>
                <a:gd name="T55" fmla="*/ 170 h 971"/>
                <a:gd name="T56" fmla="*/ 564 w 683"/>
                <a:gd name="T57" fmla="*/ 0 h 971"/>
                <a:gd name="T58" fmla="*/ 635 w 683"/>
                <a:gd name="T59" fmla="*/ 170 h 971"/>
                <a:gd name="T60" fmla="*/ 635 w 683"/>
                <a:gd name="T61" fmla="*/ 218 h 971"/>
                <a:gd name="T62" fmla="*/ 635 w 683"/>
                <a:gd name="T63" fmla="*/ 253 h 971"/>
                <a:gd name="T64" fmla="*/ 624 w 683"/>
                <a:gd name="T65" fmla="*/ 289 h 971"/>
                <a:gd name="T66" fmla="*/ 624 w 683"/>
                <a:gd name="T67" fmla="*/ 324 h 971"/>
                <a:gd name="T68" fmla="*/ 624 w 683"/>
                <a:gd name="T69" fmla="*/ 372 h 971"/>
                <a:gd name="T70" fmla="*/ 599 w 683"/>
                <a:gd name="T71" fmla="*/ 420 h 971"/>
                <a:gd name="T72" fmla="*/ 599 w 683"/>
                <a:gd name="T73" fmla="*/ 443 h 971"/>
                <a:gd name="T74" fmla="*/ 576 w 683"/>
                <a:gd name="T75" fmla="*/ 480 h 971"/>
                <a:gd name="T76" fmla="*/ 564 w 683"/>
                <a:gd name="T77" fmla="*/ 528 h 971"/>
                <a:gd name="T78" fmla="*/ 539 w 683"/>
                <a:gd name="T79" fmla="*/ 564 h 971"/>
                <a:gd name="T80" fmla="*/ 528 w 683"/>
                <a:gd name="T81" fmla="*/ 599 h 971"/>
                <a:gd name="T82" fmla="*/ 504 w 683"/>
                <a:gd name="T83" fmla="*/ 624 h 971"/>
                <a:gd name="T84" fmla="*/ 479 w 683"/>
                <a:gd name="T85" fmla="*/ 659 h 971"/>
                <a:gd name="T86" fmla="*/ 468 w 683"/>
                <a:gd name="T87" fmla="*/ 695 h 971"/>
                <a:gd name="T88" fmla="*/ 445 w 683"/>
                <a:gd name="T89" fmla="*/ 718 h 971"/>
                <a:gd name="T90" fmla="*/ 420 w 683"/>
                <a:gd name="T91" fmla="*/ 744 h 971"/>
                <a:gd name="T92" fmla="*/ 383 w 683"/>
                <a:gd name="T93" fmla="*/ 778 h 971"/>
                <a:gd name="T94" fmla="*/ 360 w 683"/>
                <a:gd name="T95" fmla="*/ 803 h 971"/>
                <a:gd name="T96" fmla="*/ 324 w 683"/>
                <a:gd name="T97" fmla="*/ 826 h 971"/>
                <a:gd name="T98" fmla="*/ 301 w 683"/>
                <a:gd name="T99" fmla="*/ 851 h 971"/>
                <a:gd name="T100" fmla="*/ 264 w 683"/>
                <a:gd name="T101" fmla="*/ 874 h 971"/>
                <a:gd name="T102" fmla="*/ 239 w 683"/>
                <a:gd name="T103" fmla="*/ 886 h 971"/>
                <a:gd name="T104" fmla="*/ 227 w 683"/>
                <a:gd name="T105" fmla="*/ 898 h 971"/>
                <a:gd name="T106" fmla="*/ 204 w 683"/>
                <a:gd name="T107" fmla="*/ 898 h 971"/>
                <a:gd name="T108" fmla="*/ 191 w 683"/>
                <a:gd name="T109" fmla="*/ 923 h 971"/>
                <a:gd name="T110" fmla="*/ 168 w 683"/>
                <a:gd name="T111" fmla="*/ 923 h 971"/>
                <a:gd name="T112" fmla="*/ 143 w 683"/>
                <a:gd name="T113" fmla="*/ 934 h 971"/>
                <a:gd name="T114" fmla="*/ 120 w 683"/>
                <a:gd name="T115" fmla="*/ 946 h 971"/>
                <a:gd name="T116" fmla="*/ 97 w 683"/>
                <a:gd name="T117" fmla="*/ 959 h 971"/>
                <a:gd name="T118" fmla="*/ 72 w 683"/>
                <a:gd name="T119" fmla="*/ 959 h 97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83"/>
                <a:gd name="T181" fmla="*/ 0 h 971"/>
                <a:gd name="T182" fmla="*/ 683 w 683"/>
                <a:gd name="T183" fmla="*/ 971 h 971"/>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83" h="971">
                  <a:moveTo>
                    <a:pt x="72" y="971"/>
                  </a:moveTo>
                  <a:lnTo>
                    <a:pt x="48" y="971"/>
                  </a:lnTo>
                  <a:lnTo>
                    <a:pt x="0" y="851"/>
                  </a:lnTo>
                  <a:lnTo>
                    <a:pt x="23" y="838"/>
                  </a:lnTo>
                  <a:lnTo>
                    <a:pt x="23" y="826"/>
                  </a:lnTo>
                  <a:lnTo>
                    <a:pt x="48" y="826"/>
                  </a:lnTo>
                  <a:lnTo>
                    <a:pt x="72" y="826"/>
                  </a:lnTo>
                  <a:lnTo>
                    <a:pt x="85" y="815"/>
                  </a:lnTo>
                  <a:lnTo>
                    <a:pt x="97" y="803"/>
                  </a:lnTo>
                  <a:lnTo>
                    <a:pt x="108" y="803"/>
                  </a:lnTo>
                  <a:lnTo>
                    <a:pt x="120" y="803"/>
                  </a:lnTo>
                  <a:lnTo>
                    <a:pt x="133" y="790"/>
                  </a:lnTo>
                  <a:lnTo>
                    <a:pt x="143" y="778"/>
                  </a:lnTo>
                  <a:lnTo>
                    <a:pt x="156" y="778"/>
                  </a:lnTo>
                  <a:lnTo>
                    <a:pt x="168" y="767"/>
                  </a:lnTo>
                  <a:lnTo>
                    <a:pt x="179" y="755"/>
                  </a:lnTo>
                  <a:lnTo>
                    <a:pt x="191" y="755"/>
                  </a:lnTo>
                  <a:lnTo>
                    <a:pt x="204" y="744"/>
                  </a:lnTo>
                  <a:lnTo>
                    <a:pt x="204" y="732"/>
                  </a:lnTo>
                  <a:lnTo>
                    <a:pt x="227" y="732"/>
                  </a:lnTo>
                  <a:lnTo>
                    <a:pt x="239" y="732"/>
                  </a:lnTo>
                  <a:lnTo>
                    <a:pt x="239" y="718"/>
                  </a:lnTo>
                  <a:lnTo>
                    <a:pt x="252" y="707"/>
                  </a:lnTo>
                  <a:lnTo>
                    <a:pt x="252" y="695"/>
                  </a:lnTo>
                  <a:lnTo>
                    <a:pt x="275" y="695"/>
                  </a:lnTo>
                  <a:lnTo>
                    <a:pt x="287" y="670"/>
                  </a:lnTo>
                  <a:lnTo>
                    <a:pt x="301" y="670"/>
                  </a:lnTo>
                  <a:lnTo>
                    <a:pt x="312" y="647"/>
                  </a:lnTo>
                  <a:lnTo>
                    <a:pt x="324" y="636"/>
                  </a:lnTo>
                  <a:lnTo>
                    <a:pt x="335" y="624"/>
                  </a:lnTo>
                  <a:lnTo>
                    <a:pt x="349" y="613"/>
                  </a:lnTo>
                  <a:lnTo>
                    <a:pt x="360" y="599"/>
                  </a:lnTo>
                  <a:lnTo>
                    <a:pt x="372" y="576"/>
                  </a:lnTo>
                  <a:lnTo>
                    <a:pt x="383" y="564"/>
                  </a:lnTo>
                  <a:lnTo>
                    <a:pt x="397" y="551"/>
                  </a:lnTo>
                  <a:lnTo>
                    <a:pt x="397" y="528"/>
                  </a:lnTo>
                  <a:lnTo>
                    <a:pt x="420" y="516"/>
                  </a:lnTo>
                  <a:lnTo>
                    <a:pt x="420" y="491"/>
                  </a:lnTo>
                  <a:lnTo>
                    <a:pt x="431" y="480"/>
                  </a:lnTo>
                  <a:lnTo>
                    <a:pt x="445" y="468"/>
                  </a:lnTo>
                  <a:lnTo>
                    <a:pt x="445" y="443"/>
                  </a:lnTo>
                  <a:lnTo>
                    <a:pt x="456" y="432"/>
                  </a:lnTo>
                  <a:lnTo>
                    <a:pt x="468" y="420"/>
                  </a:lnTo>
                  <a:lnTo>
                    <a:pt x="468" y="395"/>
                  </a:lnTo>
                  <a:lnTo>
                    <a:pt x="468" y="372"/>
                  </a:lnTo>
                  <a:lnTo>
                    <a:pt x="479" y="360"/>
                  </a:lnTo>
                  <a:lnTo>
                    <a:pt x="479" y="349"/>
                  </a:lnTo>
                  <a:lnTo>
                    <a:pt x="479" y="324"/>
                  </a:lnTo>
                  <a:lnTo>
                    <a:pt x="479" y="301"/>
                  </a:lnTo>
                  <a:lnTo>
                    <a:pt x="493" y="276"/>
                  </a:lnTo>
                  <a:lnTo>
                    <a:pt x="493" y="264"/>
                  </a:lnTo>
                  <a:lnTo>
                    <a:pt x="504" y="241"/>
                  </a:lnTo>
                  <a:lnTo>
                    <a:pt x="504" y="229"/>
                  </a:lnTo>
                  <a:lnTo>
                    <a:pt x="504" y="204"/>
                  </a:lnTo>
                  <a:lnTo>
                    <a:pt x="504" y="193"/>
                  </a:lnTo>
                  <a:lnTo>
                    <a:pt x="504" y="170"/>
                  </a:lnTo>
                  <a:lnTo>
                    <a:pt x="456" y="170"/>
                  </a:lnTo>
                  <a:lnTo>
                    <a:pt x="564" y="0"/>
                  </a:lnTo>
                  <a:lnTo>
                    <a:pt x="683" y="170"/>
                  </a:lnTo>
                  <a:lnTo>
                    <a:pt x="635" y="170"/>
                  </a:lnTo>
                  <a:lnTo>
                    <a:pt x="635" y="193"/>
                  </a:lnTo>
                  <a:lnTo>
                    <a:pt x="635" y="218"/>
                  </a:lnTo>
                  <a:lnTo>
                    <a:pt x="635" y="241"/>
                  </a:lnTo>
                  <a:lnTo>
                    <a:pt x="635" y="253"/>
                  </a:lnTo>
                  <a:lnTo>
                    <a:pt x="635" y="276"/>
                  </a:lnTo>
                  <a:lnTo>
                    <a:pt x="624" y="289"/>
                  </a:lnTo>
                  <a:lnTo>
                    <a:pt x="624" y="312"/>
                  </a:lnTo>
                  <a:lnTo>
                    <a:pt x="624" y="324"/>
                  </a:lnTo>
                  <a:lnTo>
                    <a:pt x="624" y="349"/>
                  </a:lnTo>
                  <a:lnTo>
                    <a:pt x="624" y="372"/>
                  </a:lnTo>
                  <a:lnTo>
                    <a:pt x="612" y="395"/>
                  </a:lnTo>
                  <a:lnTo>
                    <a:pt x="599" y="420"/>
                  </a:lnTo>
                  <a:lnTo>
                    <a:pt x="599" y="432"/>
                  </a:lnTo>
                  <a:lnTo>
                    <a:pt x="599" y="443"/>
                  </a:lnTo>
                  <a:lnTo>
                    <a:pt x="587" y="468"/>
                  </a:lnTo>
                  <a:lnTo>
                    <a:pt x="576" y="480"/>
                  </a:lnTo>
                  <a:lnTo>
                    <a:pt x="576" y="505"/>
                  </a:lnTo>
                  <a:lnTo>
                    <a:pt x="564" y="528"/>
                  </a:lnTo>
                  <a:lnTo>
                    <a:pt x="551" y="539"/>
                  </a:lnTo>
                  <a:lnTo>
                    <a:pt x="539" y="564"/>
                  </a:lnTo>
                  <a:lnTo>
                    <a:pt x="528" y="576"/>
                  </a:lnTo>
                  <a:lnTo>
                    <a:pt x="528" y="599"/>
                  </a:lnTo>
                  <a:lnTo>
                    <a:pt x="516" y="613"/>
                  </a:lnTo>
                  <a:lnTo>
                    <a:pt x="504" y="624"/>
                  </a:lnTo>
                  <a:lnTo>
                    <a:pt x="493" y="647"/>
                  </a:lnTo>
                  <a:lnTo>
                    <a:pt x="479" y="659"/>
                  </a:lnTo>
                  <a:lnTo>
                    <a:pt x="468" y="684"/>
                  </a:lnTo>
                  <a:lnTo>
                    <a:pt x="468" y="695"/>
                  </a:lnTo>
                  <a:lnTo>
                    <a:pt x="445" y="707"/>
                  </a:lnTo>
                  <a:lnTo>
                    <a:pt x="445" y="718"/>
                  </a:lnTo>
                  <a:lnTo>
                    <a:pt x="420" y="732"/>
                  </a:lnTo>
                  <a:lnTo>
                    <a:pt x="420" y="744"/>
                  </a:lnTo>
                  <a:lnTo>
                    <a:pt x="397" y="755"/>
                  </a:lnTo>
                  <a:lnTo>
                    <a:pt x="383" y="778"/>
                  </a:lnTo>
                  <a:lnTo>
                    <a:pt x="372" y="790"/>
                  </a:lnTo>
                  <a:lnTo>
                    <a:pt x="360" y="803"/>
                  </a:lnTo>
                  <a:lnTo>
                    <a:pt x="349" y="815"/>
                  </a:lnTo>
                  <a:lnTo>
                    <a:pt x="324" y="826"/>
                  </a:lnTo>
                  <a:lnTo>
                    <a:pt x="312" y="838"/>
                  </a:lnTo>
                  <a:lnTo>
                    <a:pt x="301" y="851"/>
                  </a:lnTo>
                  <a:lnTo>
                    <a:pt x="275" y="863"/>
                  </a:lnTo>
                  <a:lnTo>
                    <a:pt x="264" y="874"/>
                  </a:lnTo>
                  <a:lnTo>
                    <a:pt x="252" y="874"/>
                  </a:lnTo>
                  <a:lnTo>
                    <a:pt x="239" y="886"/>
                  </a:lnTo>
                  <a:lnTo>
                    <a:pt x="239" y="898"/>
                  </a:lnTo>
                  <a:lnTo>
                    <a:pt x="227" y="898"/>
                  </a:lnTo>
                  <a:lnTo>
                    <a:pt x="216" y="898"/>
                  </a:lnTo>
                  <a:lnTo>
                    <a:pt x="204" y="898"/>
                  </a:lnTo>
                  <a:lnTo>
                    <a:pt x="204" y="911"/>
                  </a:lnTo>
                  <a:lnTo>
                    <a:pt x="191" y="923"/>
                  </a:lnTo>
                  <a:lnTo>
                    <a:pt x="179" y="923"/>
                  </a:lnTo>
                  <a:lnTo>
                    <a:pt x="168" y="923"/>
                  </a:lnTo>
                  <a:lnTo>
                    <a:pt x="156" y="934"/>
                  </a:lnTo>
                  <a:lnTo>
                    <a:pt x="143" y="934"/>
                  </a:lnTo>
                  <a:lnTo>
                    <a:pt x="133" y="934"/>
                  </a:lnTo>
                  <a:lnTo>
                    <a:pt x="120" y="946"/>
                  </a:lnTo>
                  <a:lnTo>
                    <a:pt x="108" y="959"/>
                  </a:lnTo>
                  <a:lnTo>
                    <a:pt x="97" y="959"/>
                  </a:lnTo>
                  <a:lnTo>
                    <a:pt x="85" y="959"/>
                  </a:lnTo>
                  <a:lnTo>
                    <a:pt x="72" y="959"/>
                  </a:lnTo>
                  <a:lnTo>
                    <a:pt x="72" y="97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17" name="Freeform 17">
              <a:extLst>
                <a:ext uri="{FF2B5EF4-FFF2-40B4-BE49-F238E27FC236}">
                  <a16:creationId xmlns:a16="http://schemas.microsoft.com/office/drawing/2014/main" id="{8AA9AC3B-161E-17FD-A046-9DA858EA3284}"/>
                </a:ext>
              </a:extLst>
            </p:cNvPr>
            <p:cNvSpPr>
              <a:spLocks/>
            </p:cNvSpPr>
            <p:nvPr/>
          </p:nvSpPr>
          <p:spPr bwMode="auto">
            <a:xfrm>
              <a:off x="4092" y="2176"/>
              <a:ext cx="660" cy="717"/>
            </a:xfrm>
            <a:custGeom>
              <a:avLst/>
              <a:gdLst>
                <a:gd name="T0" fmla="*/ 612 w 660"/>
                <a:gd name="T1" fmla="*/ 0 h 717"/>
                <a:gd name="T2" fmla="*/ 635 w 660"/>
                <a:gd name="T3" fmla="*/ 97 h 717"/>
                <a:gd name="T4" fmla="*/ 612 w 660"/>
                <a:gd name="T5" fmla="*/ 106 h 717"/>
                <a:gd name="T6" fmla="*/ 575 w 660"/>
                <a:gd name="T7" fmla="*/ 120 h 717"/>
                <a:gd name="T8" fmla="*/ 552 w 660"/>
                <a:gd name="T9" fmla="*/ 131 h 717"/>
                <a:gd name="T10" fmla="*/ 527 w 660"/>
                <a:gd name="T11" fmla="*/ 131 h 717"/>
                <a:gd name="T12" fmla="*/ 504 w 660"/>
                <a:gd name="T13" fmla="*/ 143 h 717"/>
                <a:gd name="T14" fmla="*/ 491 w 660"/>
                <a:gd name="T15" fmla="*/ 154 h 717"/>
                <a:gd name="T16" fmla="*/ 456 w 660"/>
                <a:gd name="T17" fmla="*/ 168 h 717"/>
                <a:gd name="T18" fmla="*/ 431 w 660"/>
                <a:gd name="T19" fmla="*/ 179 h 717"/>
                <a:gd name="T20" fmla="*/ 408 w 660"/>
                <a:gd name="T21" fmla="*/ 191 h 717"/>
                <a:gd name="T22" fmla="*/ 385 w 660"/>
                <a:gd name="T23" fmla="*/ 216 h 717"/>
                <a:gd name="T24" fmla="*/ 360 w 660"/>
                <a:gd name="T25" fmla="*/ 226 h 717"/>
                <a:gd name="T26" fmla="*/ 337 w 660"/>
                <a:gd name="T27" fmla="*/ 251 h 717"/>
                <a:gd name="T28" fmla="*/ 312 w 660"/>
                <a:gd name="T29" fmla="*/ 274 h 717"/>
                <a:gd name="T30" fmla="*/ 289 w 660"/>
                <a:gd name="T31" fmla="*/ 299 h 717"/>
                <a:gd name="T32" fmla="*/ 264 w 660"/>
                <a:gd name="T33" fmla="*/ 322 h 717"/>
                <a:gd name="T34" fmla="*/ 252 w 660"/>
                <a:gd name="T35" fmla="*/ 347 h 717"/>
                <a:gd name="T36" fmla="*/ 240 w 660"/>
                <a:gd name="T37" fmla="*/ 370 h 717"/>
                <a:gd name="T38" fmla="*/ 227 w 660"/>
                <a:gd name="T39" fmla="*/ 395 h 717"/>
                <a:gd name="T40" fmla="*/ 215 w 660"/>
                <a:gd name="T41" fmla="*/ 418 h 717"/>
                <a:gd name="T42" fmla="*/ 192 w 660"/>
                <a:gd name="T43" fmla="*/ 443 h 717"/>
                <a:gd name="T44" fmla="*/ 192 w 660"/>
                <a:gd name="T45" fmla="*/ 478 h 717"/>
                <a:gd name="T46" fmla="*/ 179 w 660"/>
                <a:gd name="T47" fmla="*/ 501 h 717"/>
                <a:gd name="T48" fmla="*/ 179 w 660"/>
                <a:gd name="T49" fmla="*/ 549 h 717"/>
                <a:gd name="T50" fmla="*/ 179 w 660"/>
                <a:gd name="T51" fmla="*/ 574 h 717"/>
                <a:gd name="T52" fmla="*/ 227 w 660"/>
                <a:gd name="T53" fmla="*/ 597 h 717"/>
                <a:gd name="T54" fmla="*/ 0 w 660"/>
                <a:gd name="T55" fmla="*/ 597 h 717"/>
                <a:gd name="T56" fmla="*/ 48 w 660"/>
                <a:gd name="T57" fmla="*/ 574 h 717"/>
                <a:gd name="T58" fmla="*/ 48 w 660"/>
                <a:gd name="T59" fmla="*/ 538 h 717"/>
                <a:gd name="T60" fmla="*/ 48 w 660"/>
                <a:gd name="T61" fmla="*/ 514 h 717"/>
                <a:gd name="T62" fmla="*/ 48 w 660"/>
                <a:gd name="T63" fmla="*/ 478 h 717"/>
                <a:gd name="T64" fmla="*/ 60 w 660"/>
                <a:gd name="T65" fmla="*/ 455 h 717"/>
                <a:gd name="T66" fmla="*/ 71 w 660"/>
                <a:gd name="T67" fmla="*/ 418 h 717"/>
                <a:gd name="T68" fmla="*/ 83 w 660"/>
                <a:gd name="T69" fmla="*/ 395 h 717"/>
                <a:gd name="T70" fmla="*/ 96 w 660"/>
                <a:gd name="T71" fmla="*/ 370 h 717"/>
                <a:gd name="T72" fmla="*/ 108 w 660"/>
                <a:gd name="T73" fmla="*/ 335 h 717"/>
                <a:gd name="T74" fmla="*/ 119 w 660"/>
                <a:gd name="T75" fmla="*/ 310 h 717"/>
                <a:gd name="T76" fmla="*/ 144 w 660"/>
                <a:gd name="T77" fmla="*/ 287 h 717"/>
                <a:gd name="T78" fmla="*/ 156 w 660"/>
                <a:gd name="T79" fmla="*/ 262 h 717"/>
                <a:gd name="T80" fmla="*/ 179 w 660"/>
                <a:gd name="T81" fmla="*/ 239 h 717"/>
                <a:gd name="T82" fmla="*/ 204 w 660"/>
                <a:gd name="T83" fmla="*/ 216 h 717"/>
                <a:gd name="T84" fmla="*/ 227 w 660"/>
                <a:gd name="T85" fmla="*/ 191 h 717"/>
                <a:gd name="T86" fmla="*/ 252 w 660"/>
                <a:gd name="T87" fmla="*/ 168 h 717"/>
                <a:gd name="T88" fmla="*/ 275 w 660"/>
                <a:gd name="T89" fmla="*/ 143 h 717"/>
                <a:gd name="T90" fmla="*/ 300 w 660"/>
                <a:gd name="T91" fmla="*/ 131 h 717"/>
                <a:gd name="T92" fmla="*/ 323 w 660"/>
                <a:gd name="T93" fmla="*/ 120 h 717"/>
                <a:gd name="T94" fmla="*/ 360 w 660"/>
                <a:gd name="T95" fmla="*/ 97 h 717"/>
                <a:gd name="T96" fmla="*/ 385 w 660"/>
                <a:gd name="T97" fmla="*/ 83 h 717"/>
                <a:gd name="T98" fmla="*/ 431 w 660"/>
                <a:gd name="T99" fmla="*/ 60 h 717"/>
                <a:gd name="T100" fmla="*/ 456 w 660"/>
                <a:gd name="T101" fmla="*/ 60 h 717"/>
                <a:gd name="T102" fmla="*/ 468 w 660"/>
                <a:gd name="T103" fmla="*/ 48 h 717"/>
                <a:gd name="T104" fmla="*/ 491 w 660"/>
                <a:gd name="T105" fmla="*/ 35 h 717"/>
                <a:gd name="T106" fmla="*/ 516 w 660"/>
                <a:gd name="T107" fmla="*/ 23 h 717"/>
                <a:gd name="T108" fmla="*/ 552 w 660"/>
                <a:gd name="T109" fmla="*/ 12 h 717"/>
                <a:gd name="T110" fmla="*/ 575 w 660"/>
                <a:gd name="T111" fmla="*/ 12 h 717"/>
                <a:gd name="T112" fmla="*/ 600 w 660"/>
                <a:gd name="T113" fmla="*/ 0 h 71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60"/>
                <a:gd name="T172" fmla="*/ 0 h 717"/>
                <a:gd name="T173" fmla="*/ 660 w 660"/>
                <a:gd name="T174" fmla="*/ 717 h 717"/>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60" h="717">
                  <a:moveTo>
                    <a:pt x="600" y="0"/>
                  </a:moveTo>
                  <a:lnTo>
                    <a:pt x="612" y="0"/>
                  </a:lnTo>
                  <a:lnTo>
                    <a:pt x="660" y="97"/>
                  </a:lnTo>
                  <a:lnTo>
                    <a:pt x="635" y="97"/>
                  </a:lnTo>
                  <a:lnTo>
                    <a:pt x="623" y="106"/>
                  </a:lnTo>
                  <a:lnTo>
                    <a:pt x="612" y="106"/>
                  </a:lnTo>
                  <a:lnTo>
                    <a:pt x="600" y="106"/>
                  </a:lnTo>
                  <a:lnTo>
                    <a:pt x="575" y="120"/>
                  </a:lnTo>
                  <a:lnTo>
                    <a:pt x="552" y="120"/>
                  </a:lnTo>
                  <a:lnTo>
                    <a:pt x="552" y="131"/>
                  </a:lnTo>
                  <a:lnTo>
                    <a:pt x="539" y="131"/>
                  </a:lnTo>
                  <a:lnTo>
                    <a:pt x="527" y="131"/>
                  </a:lnTo>
                  <a:lnTo>
                    <a:pt x="516" y="131"/>
                  </a:lnTo>
                  <a:lnTo>
                    <a:pt x="504" y="143"/>
                  </a:lnTo>
                  <a:lnTo>
                    <a:pt x="491" y="143"/>
                  </a:lnTo>
                  <a:lnTo>
                    <a:pt x="491" y="154"/>
                  </a:lnTo>
                  <a:lnTo>
                    <a:pt x="468" y="154"/>
                  </a:lnTo>
                  <a:lnTo>
                    <a:pt x="456" y="168"/>
                  </a:lnTo>
                  <a:lnTo>
                    <a:pt x="442" y="168"/>
                  </a:lnTo>
                  <a:lnTo>
                    <a:pt x="431" y="179"/>
                  </a:lnTo>
                  <a:lnTo>
                    <a:pt x="419" y="191"/>
                  </a:lnTo>
                  <a:lnTo>
                    <a:pt x="408" y="191"/>
                  </a:lnTo>
                  <a:lnTo>
                    <a:pt x="396" y="203"/>
                  </a:lnTo>
                  <a:lnTo>
                    <a:pt x="385" y="216"/>
                  </a:lnTo>
                  <a:lnTo>
                    <a:pt x="371" y="226"/>
                  </a:lnTo>
                  <a:lnTo>
                    <a:pt x="360" y="226"/>
                  </a:lnTo>
                  <a:lnTo>
                    <a:pt x="348" y="239"/>
                  </a:lnTo>
                  <a:lnTo>
                    <a:pt x="337" y="251"/>
                  </a:lnTo>
                  <a:lnTo>
                    <a:pt x="323" y="262"/>
                  </a:lnTo>
                  <a:lnTo>
                    <a:pt x="312" y="274"/>
                  </a:lnTo>
                  <a:lnTo>
                    <a:pt x="300" y="287"/>
                  </a:lnTo>
                  <a:lnTo>
                    <a:pt x="289" y="299"/>
                  </a:lnTo>
                  <a:lnTo>
                    <a:pt x="289" y="310"/>
                  </a:lnTo>
                  <a:lnTo>
                    <a:pt x="264" y="322"/>
                  </a:lnTo>
                  <a:lnTo>
                    <a:pt x="264" y="335"/>
                  </a:lnTo>
                  <a:lnTo>
                    <a:pt x="252" y="347"/>
                  </a:lnTo>
                  <a:lnTo>
                    <a:pt x="240" y="358"/>
                  </a:lnTo>
                  <a:lnTo>
                    <a:pt x="240" y="370"/>
                  </a:lnTo>
                  <a:lnTo>
                    <a:pt x="227" y="382"/>
                  </a:lnTo>
                  <a:lnTo>
                    <a:pt x="227" y="395"/>
                  </a:lnTo>
                  <a:lnTo>
                    <a:pt x="215" y="407"/>
                  </a:lnTo>
                  <a:lnTo>
                    <a:pt x="215" y="418"/>
                  </a:lnTo>
                  <a:lnTo>
                    <a:pt x="204" y="430"/>
                  </a:lnTo>
                  <a:lnTo>
                    <a:pt x="192" y="443"/>
                  </a:lnTo>
                  <a:lnTo>
                    <a:pt x="192" y="466"/>
                  </a:lnTo>
                  <a:lnTo>
                    <a:pt x="192" y="478"/>
                  </a:lnTo>
                  <a:lnTo>
                    <a:pt x="179" y="489"/>
                  </a:lnTo>
                  <a:lnTo>
                    <a:pt x="179" y="501"/>
                  </a:lnTo>
                  <a:lnTo>
                    <a:pt x="179" y="526"/>
                  </a:lnTo>
                  <a:lnTo>
                    <a:pt x="179" y="549"/>
                  </a:lnTo>
                  <a:lnTo>
                    <a:pt x="179" y="563"/>
                  </a:lnTo>
                  <a:lnTo>
                    <a:pt x="179" y="574"/>
                  </a:lnTo>
                  <a:lnTo>
                    <a:pt x="179" y="597"/>
                  </a:lnTo>
                  <a:lnTo>
                    <a:pt x="227" y="597"/>
                  </a:lnTo>
                  <a:lnTo>
                    <a:pt x="119" y="717"/>
                  </a:lnTo>
                  <a:lnTo>
                    <a:pt x="0" y="597"/>
                  </a:lnTo>
                  <a:lnTo>
                    <a:pt x="48" y="597"/>
                  </a:lnTo>
                  <a:lnTo>
                    <a:pt x="48" y="574"/>
                  </a:lnTo>
                  <a:lnTo>
                    <a:pt x="48" y="563"/>
                  </a:lnTo>
                  <a:lnTo>
                    <a:pt x="48" y="538"/>
                  </a:lnTo>
                  <a:lnTo>
                    <a:pt x="48" y="526"/>
                  </a:lnTo>
                  <a:lnTo>
                    <a:pt x="48" y="514"/>
                  </a:lnTo>
                  <a:lnTo>
                    <a:pt x="48" y="501"/>
                  </a:lnTo>
                  <a:lnTo>
                    <a:pt x="48" y="478"/>
                  </a:lnTo>
                  <a:lnTo>
                    <a:pt x="48" y="466"/>
                  </a:lnTo>
                  <a:lnTo>
                    <a:pt x="60" y="455"/>
                  </a:lnTo>
                  <a:lnTo>
                    <a:pt x="60" y="443"/>
                  </a:lnTo>
                  <a:lnTo>
                    <a:pt x="71" y="418"/>
                  </a:lnTo>
                  <a:lnTo>
                    <a:pt x="71" y="407"/>
                  </a:lnTo>
                  <a:lnTo>
                    <a:pt x="83" y="395"/>
                  </a:lnTo>
                  <a:lnTo>
                    <a:pt x="83" y="382"/>
                  </a:lnTo>
                  <a:lnTo>
                    <a:pt x="96" y="370"/>
                  </a:lnTo>
                  <a:lnTo>
                    <a:pt x="96" y="347"/>
                  </a:lnTo>
                  <a:lnTo>
                    <a:pt x="108" y="335"/>
                  </a:lnTo>
                  <a:lnTo>
                    <a:pt x="119" y="335"/>
                  </a:lnTo>
                  <a:lnTo>
                    <a:pt x="119" y="310"/>
                  </a:lnTo>
                  <a:lnTo>
                    <a:pt x="131" y="299"/>
                  </a:lnTo>
                  <a:lnTo>
                    <a:pt x="144" y="287"/>
                  </a:lnTo>
                  <a:lnTo>
                    <a:pt x="156" y="274"/>
                  </a:lnTo>
                  <a:lnTo>
                    <a:pt x="156" y="262"/>
                  </a:lnTo>
                  <a:lnTo>
                    <a:pt x="167" y="251"/>
                  </a:lnTo>
                  <a:lnTo>
                    <a:pt x="179" y="239"/>
                  </a:lnTo>
                  <a:lnTo>
                    <a:pt x="192" y="226"/>
                  </a:lnTo>
                  <a:lnTo>
                    <a:pt x="204" y="216"/>
                  </a:lnTo>
                  <a:lnTo>
                    <a:pt x="215" y="203"/>
                  </a:lnTo>
                  <a:lnTo>
                    <a:pt x="227" y="191"/>
                  </a:lnTo>
                  <a:lnTo>
                    <a:pt x="240" y="179"/>
                  </a:lnTo>
                  <a:lnTo>
                    <a:pt x="252" y="168"/>
                  </a:lnTo>
                  <a:lnTo>
                    <a:pt x="264" y="154"/>
                  </a:lnTo>
                  <a:lnTo>
                    <a:pt x="275" y="143"/>
                  </a:lnTo>
                  <a:lnTo>
                    <a:pt x="289" y="131"/>
                  </a:lnTo>
                  <a:lnTo>
                    <a:pt x="300" y="131"/>
                  </a:lnTo>
                  <a:lnTo>
                    <a:pt x="312" y="120"/>
                  </a:lnTo>
                  <a:lnTo>
                    <a:pt x="323" y="120"/>
                  </a:lnTo>
                  <a:lnTo>
                    <a:pt x="348" y="106"/>
                  </a:lnTo>
                  <a:lnTo>
                    <a:pt x="360" y="97"/>
                  </a:lnTo>
                  <a:lnTo>
                    <a:pt x="371" y="83"/>
                  </a:lnTo>
                  <a:lnTo>
                    <a:pt x="385" y="83"/>
                  </a:lnTo>
                  <a:lnTo>
                    <a:pt x="408" y="72"/>
                  </a:lnTo>
                  <a:lnTo>
                    <a:pt x="431" y="60"/>
                  </a:lnTo>
                  <a:lnTo>
                    <a:pt x="442" y="60"/>
                  </a:lnTo>
                  <a:lnTo>
                    <a:pt x="456" y="60"/>
                  </a:lnTo>
                  <a:lnTo>
                    <a:pt x="456" y="48"/>
                  </a:lnTo>
                  <a:lnTo>
                    <a:pt x="468" y="48"/>
                  </a:lnTo>
                  <a:lnTo>
                    <a:pt x="479" y="35"/>
                  </a:lnTo>
                  <a:lnTo>
                    <a:pt x="491" y="35"/>
                  </a:lnTo>
                  <a:lnTo>
                    <a:pt x="504" y="35"/>
                  </a:lnTo>
                  <a:lnTo>
                    <a:pt x="516" y="23"/>
                  </a:lnTo>
                  <a:lnTo>
                    <a:pt x="539" y="23"/>
                  </a:lnTo>
                  <a:lnTo>
                    <a:pt x="552" y="12"/>
                  </a:lnTo>
                  <a:lnTo>
                    <a:pt x="564" y="12"/>
                  </a:lnTo>
                  <a:lnTo>
                    <a:pt x="575" y="12"/>
                  </a:lnTo>
                  <a:lnTo>
                    <a:pt x="587" y="0"/>
                  </a:lnTo>
                  <a:lnTo>
                    <a:pt x="600" y="0"/>
                  </a:lnTo>
                  <a:close/>
                </a:path>
              </a:pathLst>
            </a:cu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18" name="Freeform 18">
              <a:extLst>
                <a:ext uri="{FF2B5EF4-FFF2-40B4-BE49-F238E27FC236}">
                  <a16:creationId xmlns:a16="http://schemas.microsoft.com/office/drawing/2014/main" id="{40857A18-632D-7943-260B-54A1778EF414}"/>
                </a:ext>
              </a:extLst>
            </p:cNvPr>
            <p:cNvSpPr>
              <a:spLocks/>
            </p:cNvSpPr>
            <p:nvPr/>
          </p:nvSpPr>
          <p:spPr bwMode="auto">
            <a:xfrm>
              <a:off x="4775" y="2103"/>
              <a:ext cx="972" cy="647"/>
            </a:xfrm>
            <a:custGeom>
              <a:avLst/>
              <a:gdLst>
                <a:gd name="T0" fmla="*/ 829 w 972"/>
                <a:gd name="T1" fmla="*/ 647 h 647"/>
                <a:gd name="T2" fmla="*/ 818 w 972"/>
                <a:gd name="T3" fmla="*/ 622 h 647"/>
                <a:gd name="T4" fmla="*/ 804 w 972"/>
                <a:gd name="T5" fmla="*/ 599 h 647"/>
                <a:gd name="T6" fmla="*/ 793 w 972"/>
                <a:gd name="T7" fmla="*/ 562 h 647"/>
                <a:gd name="T8" fmla="*/ 781 w 972"/>
                <a:gd name="T9" fmla="*/ 539 h 647"/>
                <a:gd name="T10" fmla="*/ 770 w 972"/>
                <a:gd name="T11" fmla="*/ 516 h 647"/>
                <a:gd name="T12" fmla="*/ 756 w 972"/>
                <a:gd name="T13" fmla="*/ 491 h 647"/>
                <a:gd name="T14" fmla="*/ 745 w 972"/>
                <a:gd name="T15" fmla="*/ 468 h 647"/>
                <a:gd name="T16" fmla="*/ 722 w 972"/>
                <a:gd name="T17" fmla="*/ 455 h 647"/>
                <a:gd name="T18" fmla="*/ 722 w 972"/>
                <a:gd name="T19" fmla="*/ 431 h 647"/>
                <a:gd name="T20" fmla="*/ 697 w 972"/>
                <a:gd name="T21" fmla="*/ 420 h 647"/>
                <a:gd name="T22" fmla="*/ 674 w 972"/>
                <a:gd name="T23" fmla="*/ 383 h 647"/>
                <a:gd name="T24" fmla="*/ 648 w 972"/>
                <a:gd name="T25" fmla="*/ 360 h 647"/>
                <a:gd name="T26" fmla="*/ 625 w 972"/>
                <a:gd name="T27" fmla="*/ 335 h 647"/>
                <a:gd name="T28" fmla="*/ 589 w 972"/>
                <a:gd name="T29" fmla="*/ 312 h 647"/>
                <a:gd name="T30" fmla="*/ 552 w 972"/>
                <a:gd name="T31" fmla="*/ 289 h 647"/>
                <a:gd name="T32" fmla="*/ 529 w 972"/>
                <a:gd name="T33" fmla="*/ 276 h 647"/>
                <a:gd name="T34" fmla="*/ 493 w 972"/>
                <a:gd name="T35" fmla="*/ 252 h 647"/>
                <a:gd name="T36" fmla="*/ 458 w 972"/>
                <a:gd name="T37" fmla="*/ 241 h 647"/>
                <a:gd name="T38" fmla="*/ 421 w 972"/>
                <a:gd name="T39" fmla="*/ 216 h 647"/>
                <a:gd name="T40" fmla="*/ 396 w 972"/>
                <a:gd name="T41" fmla="*/ 216 h 647"/>
                <a:gd name="T42" fmla="*/ 348 w 972"/>
                <a:gd name="T43" fmla="*/ 193 h 647"/>
                <a:gd name="T44" fmla="*/ 314 w 972"/>
                <a:gd name="T45" fmla="*/ 193 h 647"/>
                <a:gd name="T46" fmla="*/ 277 w 972"/>
                <a:gd name="T47" fmla="*/ 179 h 647"/>
                <a:gd name="T48" fmla="*/ 241 w 972"/>
                <a:gd name="T49" fmla="*/ 179 h 647"/>
                <a:gd name="T50" fmla="*/ 192 w 972"/>
                <a:gd name="T51" fmla="*/ 170 h 647"/>
                <a:gd name="T52" fmla="*/ 156 w 972"/>
                <a:gd name="T53" fmla="*/ 170 h 647"/>
                <a:gd name="T54" fmla="*/ 0 w 972"/>
                <a:gd name="T55" fmla="*/ 121 h 647"/>
                <a:gd name="T56" fmla="*/ 156 w 972"/>
                <a:gd name="T57" fmla="*/ 48 h 647"/>
                <a:gd name="T58" fmla="*/ 204 w 972"/>
                <a:gd name="T59" fmla="*/ 48 h 647"/>
                <a:gd name="T60" fmla="*/ 252 w 972"/>
                <a:gd name="T61" fmla="*/ 48 h 647"/>
                <a:gd name="T62" fmla="*/ 289 w 972"/>
                <a:gd name="T63" fmla="*/ 60 h 647"/>
                <a:gd name="T64" fmla="*/ 325 w 972"/>
                <a:gd name="T65" fmla="*/ 60 h 647"/>
                <a:gd name="T66" fmla="*/ 362 w 972"/>
                <a:gd name="T67" fmla="*/ 60 h 647"/>
                <a:gd name="T68" fmla="*/ 410 w 972"/>
                <a:gd name="T69" fmla="*/ 85 h 647"/>
                <a:gd name="T70" fmla="*/ 445 w 972"/>
                <a:gd name="T71" fmla="*/ 85 h 647"/>
                <a:gd name="T72" fmla="*/ 493 w 972"/>
                <a:gd name="T73" fmla="*/ 108 h 647"/>
                <a:gd name="T74" fmla="*/ 516 w 972"/>
                <a:gd name="T75" fmla="*/ 121 h 647"/>
                <a:gd name="T76" fmla="*/ 552 w 972"/>
                <a:gd name="T77" fmla="*/ 145 h 647"/>
                <a:gd name="T78" fmla="*/ 589 w 972"/>
                <a:gd name="T79" fmla="*/ 156 h 647"/>
                <a:gd name="T80" fmla="*/ 625 w 972"/>
                <a:gd name="T81" fmla="*/ 170 h 647"/>
                <a:gd name="T82" fmla="*/ 660 w 972"/>
                <a:gd name="T83" fmla="*/ 193 h 647"/>
                <a:gd name="T84" fmla="*/ 697 w 972"/>
                <a:gd name="T85" fmla="*/ 216 h 647"/>
                <a:gd name="T86" fmla="*/ 722 w 972"/>
                <a:gd name="T87" fmla="*/ 241 h 647"/>
                <a:gd name="T88" fmla="*/ 745 w 972"/>
                <a:gd name="T89" fmla="*/ 264 h 647"/>
                <a:gd name="T90" fmla="*/ 770 w 972"/>
                <a:gd name="T91" fmla="*/ 289 h 647"/>
                <a:gd name="T92" fmla="*/ 793 w 972"/>
                <a:gd name="T93" fmla="*/ 324 h 647"/>
                <a:gd name="T94" fmla="*/ 818 w 972"/>
                <a:gd name="T95" fmla="*/ 347 h 647"/>
                <a:gd name="T96" fmla="*/ 841 w 972"/>
                <a:gd name="T97" fmla="*/ 372 h 647"/>
                <a:gd name="T98" fmla="*/ 866 w 972"/>
                <a:gd name="T99" fmla="*/ 408 h 647"/>
                <a:gd name="T100" fmla="*/ 877 w 972"/>
                <a:gd name="T101" fmla="*/ 431 h 647"/>
                <a:gd name="T102" fmla="*/ 901 w 972"/>
                <a:gd name="T103" fmla="*/ 443 h 647"/>
                <a:gd name="T104" fmla="*/ 901 w 972"/>
                <a:gd name="T105" fmla="*/ 468 h 647"/>
                <a:gd name="T106" fmla="*/ 912 w 972"/>
                <a:gd name="T107" fmla="*/ 491 h 647"/>
                <a:gd name="T108" fmla="*/ 924 w 972"/>
                <a:gd name="T109" fmla="*/ 516 h 647"/>
                <a:gd name="T110" fmla="*/ 949 w 972"/>
                <a:gd name="T111" fmla="*/ 539 h 647"/>
                <a:gd name="T112" fmla="*/ 949 w 972"/>
                <a:gd name="T113" fmla="*/ 562 h 647"/>
                <a:gd name="T114" fmla="*/ 960 w 972"/>
                <a:gd name="T115" fmla="*/ 587 h 647"/>
                <a:gd name="T116" fmla="*/ 972 w 972"/>
                <a:gd name="T117" fmla="*/ 599 h 647"/>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972"/>
                <a:gd name="T178" fmla="*/ 0 h 647"/>
                <a:gd name="T179" fmla="*/ 972 w 972"/>
                <a:gd name="T180" fmla="*/ 647 h 647"/>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972" h="647">
                  <a:moveTo>
                    <a:pt x="972" y="599"/>
                  </a:moveTo>
                  <a:lnTo>
                    <a:pt x="829" y="647"/>
                  </a:lnTo>
                  <a:lnTo>
                    <a:pt x="829" y="636"/>
                  </a:lnTo>
                  <a:lnTo>
                    <a:pt x="818" y="622"/>
                  </a:lnTo>
                  <a:lnTo>
                    <a:pt x="818" y="599"/>
                  </a:lnTo>
                  <a:lnTo>
                    <a:pt x="804" y="599"/>
                  </a:lnTo>
                  <a:lnTo>
                    <a:pt x="804" y="574"/>
                  </a:lnTo>
                  <a:lnTo>
                    <a:pt x="793" y="562"/>
                  </a:lnTo>
                  <a:lnTo>
                    <a:pt x="781" y="551"/>
                  </a:lnTo>
                  <a:lnTo>
                    <a:pt x="781" y="539"/>
                  </a:lnTo>
                  <a:lnTo>
                    <a:pt x="770" y="528"/>
                  </a:lnTo>
                  <a:lnTo>
                    <a:pt x="770" y="516"/>
                  </a:lnTo>
                  <a:lnTo>
                    <a:pt x="770" y="503"/>
                  </a:lnTo>
                  <a:lnTo>
                    <a:pt x="756" y="491"/>
                  </a:lnTo>
                  <a:lnTo>
                    <a:pt x="745" y="491"/>
                  </a:lnTo>
                  <a:lnTo>
                    <a:pt x="745" y="468"/>
                  </a:lnTo>
                  <a:lnTo>
                    <a:pt x="733" y="468"/>
                  </a:lnTo>
                  <a:lnTo>
                    <a:pt x="722" y="455"/>
                  </a:lnTo>
                  <a:lnTo>
                    <a:pt x="722" y="443"/>
                  </a:lnTo>
                  <a:lnTo>
                    <a:pt x="722" y="431"/>
                  </a:lnTo>
                  <a:lnTo>
                    <a:pt x="708" y="420"/>
                  </a:lnTo>
                  <a:lnTo>
                    <a:pt x="697" y="420"/>
                  </a:lnTo>
                  <a:lnTo>
                    <a:pt x="685" y="395"/>
                  </a:lnTo>
                  <a:lnTo>
                    <a:pt x="674" y="383"/>
                  </a:lnTo>
                  <a:lnTo>
                    <a:pt x="660" y="372"/>
                  </a:lnTo>
                  <a:lnTo>
                    <a:pt x="648" y="360"/>
                  </a:lnTo>
                  <a:lnTo>
                    <a:pt x="625" y="347"/>
                  </a:lnTo>
                  <a:lnTo>
                    <a:pt x="625" y="335"/>
                  </a:lnTo>
                  <a:lnTo>
                    <a:pt x="600" y="335"/>
                  </a:lnTo>
                  <a:lnTo>
                    <a:pt x="589" y="312"/>
                  </a:lnTo>
                  <a:lnTo>
                    <a:pt x="577" y="312"/>
                  </a:lnTo>
                  <a:lnTo>
                    <a:pt x="552" y="289"/>
                  </a:lnTo>
                  <a:lnTo>
                    <a:pt x="541" y="289"/>
                  </a:lnTo>
                  <a:lnTo>
                    <a:pt x="529" y="276"/>
                  </a:lnTo>
                  <a:lnTo>
                    <a:pt x="516" y="264"/>
                  </a:lnTo>
                  <a:lnTo>
                    <a:pt x="493" y="252"/>
                  </a:lnTo>
                  <a:lnTo>
                    <a:pt x="470" y="241"/>
                  </a:lnTo>
                  <a:lnTo>
                    <a:pt x="458" y="241"/>
                  </a:lnTo>
                  <a:lnTo>
                    <a:pt x="445" y="227"/>
                  </a:lnTo>
                  <a:lnTo>
                    <a:pt x="421" y="216"/>
                  </a:lnTo>
                  <a:lnTo>
                    <a:pt x="410" y="216"/>
                  </a:lnTo>
                  <a:lnTo>
                    <a:pt x="396" y="216"/>
                  </a:lnTo>
                  <a:lnTo>
                    <a:pt x="373" y="204"/>
                  </a:lnTo>
                  <a:lnTo>
                    <a:pt x="348" y="193"/>
                  </a:lnTo>
                  <a:lnTo>
                    <a:pt x="337" y="193"/>
                  </a:lnTo>
                  <a:lnTo>
                    <a:pt x="314" y="193"/>
                  </a:lnTo>
                  <a:lnTo>
                    <a:pt x="300" y="193"/>
                  </a:lnTo>
                  <a:lnTo>
                    <a:pt x="277" y="179"/>
                  </a:lnTo>
                  <a:lnTo>
                    <a:pt x="252" y="179"/>
                  </a:lnTo>
                  <a:lnTo>
                    <a:pt x="241" y="179"/>
                  </a:lnTo>
                  <a:lnTo>
                    <a:pt x="217" y="170"/>
                  </a:lnTo>
                  <a:lnTo>
                    <a:pt x="192" y="170"/>
                  </a:lnTo>
                  <a:lnTo>
                    <a:pt x="181" y="170"/>
                  </a:lnTo>
                  <a:lnTo>
                    <a:pt x="156" y="170"/>
                  </a:lnTo>
                  <a:lnTo>
                    <a:pt x="156" y="216"/>
                  </a:lnTo>
                  <a:lnTo>
                    <a:pt x="0" y="121"/>
                  </a:lnTo>
                  <a:lnTo>
                    <a:pt x="156" y="0"/>
                  </a:lnTo>
                  <a:lnTo>
                    <a:pt x="156" y="48"/>
                  </a:lnTo>
                  <a:lnTo>
                    <a:pt x="181" y="48"/>
                  </a:lnTo>
                  <a:lnTo>
                    <a:pt x="204" y="48"/>
                  </a:lnTo>
                  <a:lnTo>
                    <a:pt x="229" y="48"/>
                  </a:lnTo>
                  <a:lnTo>
                    <a:pt x="252" y="48"/>
                  </a:lnTo>
                  <a:lnTo>
                    <a:pt x="266" y="48"/>
                  </a:lnTo>
                  <a:lnTo>
                    <a:pt x="289" y="60"/>
                  </a:lnTo>
                  <a:lnTo>
                    <a:pt x="300" y="60"/>
                  </a:lnTo>
                  <a:lnTo>
                    <a:pt x="325" y="60"/>
                  </a:lnTo>
                  <a:lnTo>
                    <a:pt x="348" y="60"/>
                  </a:lnTo>
                  <a:lnTo>
                    <a:pt x="362" y="60"/>
                  </a:lnTo>
                  <a:lnTo>
                    <a:pt x="385" y="73"/>
                  </a:lnTo>
                  <a:lnTo>
                    <a:pt x="410" y="85"/>
                  </a:lnTo>
                  <a:lnTo>
                    <a:pt x="421" y="85"/>
                  </a:lnTo>
                  <a:lnTo>
                    <a:pt x="445" y="85"/>
                  </a:lnTo>
                  <a:lnTo>
                    <a:pt x="470" y="96"/>
                  </a:lnTo>
                  <a:lnTo>
                    <a:pt x="493" y="108"/>
                  </a:lnTo>
                  <a:lnTo>
                    <a:pt x="506" y="108"/>
                  </a:lnTo>
                  <a:lnTo>
                    <a:pt x="516" y="121"/>
                  </a:lnTo>
                  <a:lnTo>
                    <a:pt x="541" y="133"/>
                  </a:lnTo>
                  <a:lnTo>
                    <a:pt x="552" y="145"/>
                  </a:lnTo>
                  <a:lnTo>
                    <a:pt x="577" y="145"/>
                  </a:lnTo>
                  <a:lnTo>
                    <a:pt x="589" y="156"/>
                  </a:lnTo>
                  <a:lnTo>
                    <a:pt x="600" y="170"/>
                  </a:lnTo>
                  <a:lnTo>
                    <a:pt x="625" y="170"/>
                  </a:lnTo>
                  <a:lnTo>
                    <a:pt x="637" y="179"/>
                  </a:lnTo>
                  <a:lnTo>
                    <a:pt x="660" y="193"/>
                  </a:lnTo>
                  <a:lnTo>
                    <a:pt x="674" y="204"/>
                  </a:lnTo>
                  <a:lnTo>
                    <a:pt x="697" y="216"/>
                  </a:lnTo>
                  <a:lnTo>
                    <a:pt x="708" y="227"/>
                  </a:lnTo>
                  <a:lnTo>
                    <a:pt x="722" y="241"/>
                  </a:lnTo>
                  <a:lnTo>
                    <a:pt x="733" y="252"/>
                  </a:lnTo>
                  <a:lnTo>
                    <a:pt x="745" y="264"/>
                  </a:lnTo>
                  <a:lnTo>
                    <a:pt x="770" y="276"/>
                  </a:lnTo>
                  <a:lnTo>
                    <a:pt x="770" y="289"/>
                  </a:lnTo>
                  <a:lnTo>
                    <a:pt x="781" y="312"/>
                  </a:lnTo>
                  <a:lnTo>
                    <a:pt x="793" y="324"/>
                  </a:lnTo>
                  <a:lnTo>
                    <a:pt x="804" y="335"/>
                  </a:lnTo>
                  <a:lnTo>
                    <a:pt x="818" y="347"/>
                  </a:lnTo>
                  <a:lnTo>
                    <a:pt x="829" y="360"/>
                  </a:lnTo>
                  <a:lnTo>
                    <a:pt x="841" y="372"/>
                  </a:lnTo>
                  <a:lnTo>
                    <a:pt x="852" y="395"/>
                  </a:lnTo>
                  <a:lnTo>
                    <a:pt x="866" y="408"/>
                  </a:lnTo>
                  <a:lnTo>
                    <a:pt x="877" y="420"/>
                  </a:lnTo>
                  <a:lnTo>
                    <a:pt x="877" y="431"/>
                  </a:lnTo>
                  <a:lnTo>
                    <a:pt x="889" y="443"/>
                  </a:lnTo>
                  <a:lnTo>
                    <a:pt x="901" y="443"/>
                  </a:lnTo>
                  <a:lnTo>
                    <a:pt x="901" y="455"/>
                  </a:lnTo>
                  <a:lnTo>
                    <a:pt x="901" y="468"/>
                  </a:lnTo>
                  <a:lnTo>
                    <a:pt x="912" y="480"/>
                  </a:lnTo>
                  <a:lnTo>
                    <a:pt x="912" y="491"/>
                  </a:lnTo>
                  <a:lnTo>
                    <a:pt x="924" y="491"/>
                  </a:lnTo>
                  <a:lnTo>
                    <a:pt x="924" y="516"/>
                  </a:lnTo>
                  <a:lnTo>
                    <a:pt x="937" y="528"/>
                  </a:lnTo>
                  <a:lnTo>
                    <a:pt x="949" y="539"/>
                  </a:lnTo>
                  <a:lnTo>
                    <a:pt x="949" y="551"/>
                  </a:lnTo>
                  <a:lnTo>
                    <a:pt x="949" y="562"/>
                  </a:lnTo>
                  <a:lnTo>
                    <a:pt x="949" y="574"/>
                  </a:lnTo>
                  <a:lnTo>
                    <a:pt x="960" y="587"/>
                  </a:lnTo>
                  <a:lnTo>
                    <a:pt x="960" y="599"/>
                  </a:lnTo>
                  <a:lnTo>
                    <a:pt x="972" y="599"/>
                  </a:lnTo>
                  <a:close/>
                </a:path>
              </a:pathLst>
            </a:custGeom>
            <a:solidFill>
              <a:srgbClr val="FF00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19" name="Freeform 19">
              <a:extLst>
                <a:ext uri="{FF2B5EF4-FFF2-40B4-BE49-F238E27FC236}">
                  <a16:creationId xmlns:a16="http://schemas.microsoft.com/office/drawing/2014/main" id="{8E7EBCDA-A584-5A2B-7C09-71C420DAA017}"/>
                </a:ext>
              </a:extLst>
            </p:cNvPr>
            <p:cNvSpPr>
              <a:spLocks/>
            </p:cNvSpPr>
            <p:nvPr/>
          </p:nvSpPr>
          <p:spPr bwMode="auto">
            <a:xfrm>
              <a:off x="4140" y="3432"/>
              <a:ext cx="972" cy="417"/>
            </a:xfrm>
            <a:custGeom>
              <a:avLst/>
              <a:gdLst>
                <a:gd name="T0" fmla="*/ 131 w 972"/>
                <a:gd name="T1" fmla="*/ 0 h 417"/>
                <a:gd name="T2" fmla="*/ 144 w 972"/>
                <a:gd name="T3" fmla="*/ 11 h 417"/>
                <a:gd name="T4" fmla="*/ 156 w 972"/>
                <a:gd name="T5" fmla="*/ 34 h 417"/>
                <a:gd name="T6" fmla="*/ 167 w 972"/>
                <a:gd name="T7" fmla="*/ 48 h 417"/>
                <a:gd name="T8" fmla="*/ 179 w 972"/>
                <a:gd name="T9" fmla="*/ 59 h 417"/>
                <a:gd name="T10" fmla="*/ 192 w 972"/>
                <a:gd name="T11" fmla="*/ 71 h 417"/>
                <a:gd name="T12" fmla="*/ 204 w 972"/>
                <a:gd name="T13" fmla="*/ 96 h 417"/>
                <a:gd name="T14" fmla="*/ 216 w 972"/>
                <a:gd name="T15" fmla="*/ 108 h 417"/>
                <a:gd name="T16" fmla="*/ 241 w 972"/>
                <a:gd name="T17" fmla="*/ 119 h 417"/>
                <a:gd name="T18" fmla="*/ 252 w 972"/>
                <a:gd name="T19" fmla="*/ 131 h 417"/>
                <a:gd name="T20" fmla="*/ 275 w 972"/>
                <a:gd name="T21" fmla="*/ 154 h 417"/>
                <a:gd name="T22" fmla="*/ 300 w 972"/>
                <a:gd name="T23" fmla="*/ 179 h 417"/>
                <a:gd name="T24" fmla="*/ 337 w 972"/>
                <a:gd name="T25" fmla="*/ 190 h 417"/>
                <a:gd name="T26" fmla="*/ 371 w 972"/>
                <a:gd name="T27" fmla="*/ 215 h 417"/>
                <a:gd name="T28" fmla="*/ 408 w 972"/>
                <a:gd name="T29" fmla="*/ 227 h 417"/>
                <a:gd name="T30" fmla="*/ 431 w 972"/>
                <a:gd name="T31" fmla="*/ 238 h 417"/>
                <a:gd name="T32" fmla="*/ 468 w 972"/>
                <a:gd name="T33" fmla="*/ 250 h 417"/>
                <a:gd name="T34" fmla="*/ 504 w 972"/>
                <a:gd name="T35" fmla="*/ 262 h 417"/>
                <a:gd name="T36" fmla="*/ 539 w 972"/>
                <a:gd name="T37" fmla="*/ 275 h 417"/>
                <a:gd name="T38" fmla="*/ 564 w 972"/>
                <a:gd name="T39" fmla="*/ 275 h 417"/>
                <a:gd name="T40" fmla="*/ 600 w 972"/>
                <a:gd name="T41" fmla="*/ 287 h 417"/>
                <a:gd name="T42" fmla="*/ 648 w 972"/>
                <a:gd name="T43" fmla="*/ 287 h 417"/>
                <a:gd name="T44" fmla="*/ 683 w 972"/>
                <a:gd name="T45" fmla="*/ 298 h 417"/>
                <a:gd name="T46" fmla="*/ 720 w 972"/>
                <a:gd name="T47" fmla="*/ 298 h 417"/>
                <a:gd name="T48" fmla="*/ 768 w 972"/>
                <a:gd name="T49" fmla="*/ 298 h 417"/>
                <a:gd name="T50" fmla="*/ 804 w 972"/>
                <a:gd name="T51" fmla="*/ 298 h 417"/>
                <a:gd name="T52" fmla="*/ 972 w 972"/>
                <a:gd name="T53" fmla="*/ 335 h 417"/>
                <a:gd name="T54" fmla="*/ 804 w 972"/>
                <a:gd name="T55" fmla="*/ 383 h 417"/>
                <a:gd name="T56" fmla="*/ 756 w 972"/>
                <a:gd name="T57" fmla="*/ 383 h 417"/>
                <a:gd name="T58" fmla="*/ 720 w 972"/>
                <a:gd name="T59" fmla="*/ 383 h 417"/>
                <a:gd name="T60" fmla="*/ 672 w 972"/>
                <a:gd name="T61" fmla="*/ 383 h 417"/>
                <a:gd name="T62" fmla="*/ 635 w 972"/>
                <a:gd name="T63" fmla="*/ 371 h 417"/>
                <a:gd name="T64" fmla="*/ 600 w 972"/>
                <a:gd name="T65" fmla="*/ 371 h 417"/>
                <a:gd name="T66" fmla="*/ 552 w 972"/>
                <a:gd name="T67" fmla="*/ 358 h 417"/>
                <a:gd name="T68" fmla="*/ 516 w 972"/>
                <a:gd name="T69" fmla="*/ 358 h 417"/>
                <a:gd name="T70" fmla="*/ 479 w 972"/>
                <a:gd name="T71" fmla="*/ 346 h 417"/>
                <a:gd name="T72" fmla="*/ 443 w 972"/>
                <a:gd name="T73" fmla="*/ 335 h 417"/>
                <a:gd name="T74" fmla="*/ 408 w 972"/>
                <a:gd name="T75" fmla="*/ 323 h 417"/>
                <a:gd name="T76" fmla="*/ 371 w 972"/>
                <a:gd name="T77" fmla="*/ 310 h 417"/>
                <a:gd name="T78" fmla="*/ 337 w 972"/>
                <a:gd name="T79" fmla="*/ 298 h 417"/>
                <a:gd name="T80" fmla="*/ 312 w 972"/>
                <a:gd name="T81" fmla="*/ 287 h 417"/>
                <a:gd name="T82" fmla="*/ 275 w 972"/>
                <a:gd name="T83" fmla="*/ 275 h 417"/>
                <a:gd name="T84" fmla="*/ 252 w 972"/>
                <a:gd name="T85" fmla="*/ 250 h 417"/>
                <a:gd name="T86" fmla="*/ 216 w 972"/>
                <a:gd name="T87" fmla="*/ 238 h 417"/>
                <a:gd name="T88" fmla="*/ 192 w 972"/>
                <a:gd name="T89" fmla="*/ 227 h 417"/>
                <a:gd name="T90" fmla="*/ 167 w 972"/>
                <a:gd name="T91" fmla="*/ 202 h 417"/>
                <a:gd name="T92" fmla="*/ 144 w 972"/>
                <a:gd name="T93" fmla="*/ 190 h 417"/>
                <a:gd name="T94" fmla="*/ 119 w 972"/>
                <a:gd name="T95" fmla="*/ 167 h 417"/>
                <a:gd name="T96" fmla="*/ 96 w 972"/>
                <a:gd name="T97" fmla="*/ 154 h 417"/>
                <a:gd name="T98" fmla="*/ 83 w 972"/>
                <a:gd name="T99" fmla="*/ 131 h 417"/>
                <a:gd name="T100" fmla="*/ 71 w 972"/>
                <a:gd name="T101" fmla="*/ 119 h 417"/>
                <a:gd name="T102" fmla="*/ 48 w 972"/>
                <a:gd name="T103" fmla="*/ 108 h 417"/>
                <a:gd name="T104" fmla="*/ 35 w 972"/>
                <a:gd name="T105" fmla="*/ 96 h 417"/>
                <a:gd name="T106" fmla="*/ 23 w 972"/>
                <a:gd name="T107" fmla="*/ 71 h 417"/>
                <a:gd name="T108" fmla="*/ 12 w 972"/>
                <a:gd name="T109" fmla="*/ 48 h 417"/>
                <a:gd name="T110" fmla="*/ 0 w 972"/>
                <a:gd name="T111" fmla="*/ 23 h 41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72"/>
                <a:gd name="T169" fmla="*/ 0 h 417"/>
                <a:gd name="T170" fmla="*/ 972 w 972"/>
                <a:gd name="T171" fmla="*/ 417 h 41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72" h="417">
                  <a:moveTo>
                    <a:pt x="0" y="23"/>
                  </a:moveTo>
                  <a:lnTo>
                    <a:pt x="131" y="0"/>
                  </a:lnTo>
                  <a:lnTo>
                    <a:pt x="131" y="11"/>
                  </a:lnTo>
                  <a:lnTo>
                    <a:pt x="144" y="11"/>
                  </a:lnTo>
                  <a:lnTo>
                    <a:pt x="144" y="23"/>
                  </a:lnTo>
                  <a:lnTo>
                    <a:pt x="156" y="34"/>
                  </a:lnTo>
                  <a:lnTo>
                    <a:pt x="156" y="48"/>
                  </a:lnTo>
                  <a:lnTo>
                    <a:pt x="167" y="48"/>
                  </a:lnTo>
                  <a:lnTo>
                    <a:pt x="167" y="59"/>
                  </a:lnTo>
                  <a:lnTo>
                    <a:pt x="179" y="59"/>
                  </a:lnTo>
                  <a:lnTo>
                    <a:pt x="179" y="71"/>
                  </a:lnTo>
                  <a:lnTo>
                    <a:pt x="192" y="71"/>
                  </a:lnTo>
                  <a:lnTo>
                    <a:pt x="204" y="82"/>
                  </a:lnTo>
                  <a:lnTo>
                    <a:pt x="204" y="96"/>
                  </a:lnTo>
                  <a:lnTo>
                    <a:pt x="216" y="96"/>
                  </a:lnTo>
                  <a:lnTo>
                    <a:pt x="216" y="108"/>
                  </a:lnTo>
                  <a:lnTo>
                    <a:pt x="227" y="119"/>
                  </a:lnTo>
                  <a:lnTo>
                    <a:pt x="241" y="119"/>
                  </a:lnTo>
                  <a:lnTo>
                    <a:pt x="241" y="131"/>
                  </a:lnTo>
                  <a:lnTo>
                    <a:pt x="252" y="131"/>
                  </a:lnTo>
                  <a:lnTo>
                    <a:pt x="264" y="142"/>
                  </a:lnTo>
                  <a:lnTo>
                    <a:pt x="275" y="154"/>
                  </a:lnTo>
                  <a:lnTo>
                    <a:pt x="289" y="167"/>
                  </a:lnTo>
                  <a:lnTo>
                    <a:pt x="300" y="179"/>
                  </a:lnTo>
                  <a:lnTo>
                    <a:pt x="312" y="179"/>
                  </a:lnTo>
                  <a:lnTo>
                    <a:pt x="337" y="190"/>
                  </a:lnTo>
                  <a:lnTo>
                    <a:pt x="360" y="202"/>
                  </a:lnTo>
                  <a:lnTo>
                    <a:pt x="371" y="215"/>
                  </a:lnTo>
                  <a:lnTo>
                    <a:pt x="383" y="215"/>
                  </a:lnTo>
                  <a:lnTo>
                    <a:pt x="408" y="227"/>
                  </a:lnTo>
                  <a:lnTo>
                    <a:pt x="420" y="227"/>
                  </a:lnTo>
                  <a:lnTo>
                    <a:pt x="431" y="238"/>
                  </a:lnTo>
                  <a:lnTo>
                    <a:pt x="456" y="238"/>
                  </a:lnTo>
                  <a:lnTo>
                    <a:pt x="468" y="250"/>
                  </a:lnTo>
                  <a:lnTo>
                    <a:pt x="491" y="250"/>
                  </a:lnTo>
                  <a:lnTo>
                    <a:pt x="504" y="262"/>
                  </a:lnTo>
                  <a:lnTo>
                    <a:pt x="516" y="262"/>
                  </a:lnTo>
                  <a:lnTo>
                    <a:pt x="539" y="275"/>
                  </a:lnTo>
                  <a:lnTo>
                    <a:pt x="552" y="275"/>
                  </a:lnTo>
                  <a:lnTo>
                    <a:pt x="564" y="275"/>
                  </a:lnTo>
                  <a:lnTo>
                    <a:pt x="587" y="275"/>
                  </a:lnTo>
                  <a:lnTo>
                    <a:pt x="600" y="287"/>
                  </a:lnTo>
                  <a:lnTo>
                    <a:pt x="623" y="287"/>
                  </a:lnTo>
                  <a:lnTo>
                    <a:pt x="648" y="287"/>
                  </a:lnTo>
                  <a:lnTo>
                    <a:pt x="660" y="287"/>
                  </a:lnTo>
                  <a:lnTo>
                    <a:pt x="683" y="298"/>
                  </a:lnTo>
                  <a:lnTo>
                    <a:pt x="697" y="298"/>
                  </a:lnTo>
                  <a:lnTo>
                    <a:pt x="720" y="298"/>
                  </a:lnTo>
                  <a:lnTo>
                    <a:pt x="745" y="298"/>
                  </a:lnTo>
                  <a:lnTo>
                    <a:pt x="768" y="298"/>
                  </a:lnTo>
                  <a:lnTo>
                    <a:pt x="791" y="298"/>
                  </a:lnTo>
                  <a:lnTo>
                    <a:pt x="804" y="298"/>
                  </a:lnTo>
                  <a:lnTo>
                    <a:pt x="804" y="275"/>
                  </a:lnTo>
                  <a:lnTo>
                    <a:pt x="972" y="335"/>
                  </a:lnTo>
                  <a:lnTo>
                    <a:pt x="804" y="417"/>
                  </a:lnTo>
                  <a:lnTo>
                    <a:pt x="804" y="383"/>
                  </a:lnTo>
                  <a:lnTo>
                    <a:pt x="779" y="383"/>
                  </a:lnTo>
                  <a:lnTo>
                    <a:pt x="756" y="383"/>
                  </a:lnTo>
                  <a:lnTo>
                    <a:pt x="731" y="383"/>
                  </a:lnTo>
                  <a:lnTo>
                    <a:pt x="720" y="383"/>
                  </a:lnTo>
                  <a:lnTo>
                    <a:pt x="697" y="383"/>
                  </a:lnTo>
                  <a:lnTo>
                    <a:pt x="672" y="383"/>
                  </a:lnTo>
                  <a:lnTo>
                    <a:pt x="648" y="383"/>
                  </a:lnTo>
                  <a:lnTo>
                    <a:pt x="635" y="371"/>
                  </a:lnTo>
                  <a:lnTo>
                    <a:pt x="612" y="371"/>
                  </a:lnTo>
                  <a:lnTo>
                    <a:pt x="600" y="371"/>
                  </a:lnTo>
                  <a:lnTo>
                    <a:pt x="575" y="371"/>
                  </a:lnTo>
                  <a:lnTo>
                    <a:pt x="552" y="358"/>
                  </a:lnTo>
                  <a:lnTo>
                    <a:pt x="539" y="358"/>
                  </a:lnTo>
                  <a:lnTo>
                    <a:pt x="516" y="358"/>
                  </a:lnTo>
                  <a:lnTo>
                    <a:pt x="491" y="358"/>
                  </a:lnTo>
                  <a:lnTo>
                    <a:pt x="479" y="346"/>
                  </a:lnTo>
                  <a:lnTo>
                    <a:pt x="456" y="346"/>
                  </a:lnTo>
                  <a:lnTo>
                    <a:pt x="443" y="335"/>
                  </a:lnTo>
                  <a:lnTo>
                    <a:pt x="431" y="335"/>
                  </a:lnTo>
                  <a:lnTo>
                    <a:pt x="408" y="323"/>
                  </a:lnTo>
                  <a:lnTo>
                    <a:pt x="383" y="323"/>
                  </a:lnTo>
                  <a:lnTo>
                    <a:pt x="371" y="310"/>
                  </a:lnTo>
                  <a:lnTo>
                    <a:pt x="360" y="310"/>
                  </a:lnTo>
                  <a:lnTo>
                    <a:pt x="337" y="298"/>
                  </a:lnTo>
                  <a:lnTo>
                    <a:pt x="323" y="298"/>
                  </a:lnTo>
                  <a:lnTo>
                    <a:pt x="312" y="287"/>
                  </a:lnTo>
                  <a:lnTo>
                    <a:pt x="289" y="275"/>
                  </a:lnTo>
                  <a:lnTo>
                    <a:pt x="275" y="275"/>
                  </a:lnTo>
                  <a:lnTo>
                    <a:pt x="264" y="262"/>
                  </a:lnTo>
                  <a:lnTo>
                    <a:pt x="252" y="250"/>
                  </a:lnTo>
                  <a:lnTo>
                    <a:pt x="227" y="250"/>
                  </a:lnTo>
                  <a:lnTo>
                    <a:pt x="216" y="238"/>
                  </a:lnTo>
                  <a:lnTo>
                    <a:pt x="204" y="238"/>
                  </a:lnTo>
                  <a:lnTo>
                    <a:pt x="192" y="227"/>
                  </a:lnTo>
                  <a:lnTo>
                    <a:pt x="179" y="215"/>
                  </a:lnTo>
                  <a:lnTo>
                    <a:pt x="167" y="202"/>
                  </a:lnTo>
                  <a:lnTo>
                    <a:pt x="156" y="202"/>
                  </a:lnTo>
                  <a:lnTo>
                    <a:pt x="144" y="190"/>
                  </a:lnTo>
                  <a:lnTo>
                    <a:pt x="131" y="179"/>
                  </a:lnTo>
                  <a:lnTo>
                    <a:pt x="119" y="167"/>
                  </a:lnTo>
                  <a:lnTo>
                    <a:pt x="108" y="154"/>
                  </a:lnTo>
                  <a:lnTo>
                    <a:pt x="96" y="154"/>
                  </a:lnTo>
                  <a:lnTo>
                    <a:pt x="83" y="142"/>
                  </a:lnTo>
                  <a:lnTo>
                    <a:pt x="83" y="131"/>
                  </a:lnTo>
                  <a:lnTo>
                    <a:pt x="71" y="131"/>
                  </a:lnTo>
                  <a:lnTo>
                    <a:pt x="71" y="119"/>
                  </a:lnTo>
                  <a:lnTo>
                    <a:pt x="60" y="108"/>
                  </a:lnTo>
                  <a:lnTo>
                    <a:pt x="48" y="108"/>
                  </a:lnTo>
                  <a:lnTo>
                    <a:pt x="48" y="96"/>
                  </a:lnTo>
                  <a:lnTo>
                    <a:pt x="35" y="96"/>
                  </a:lnTo>
                  <a:lnTo>
                    <a:pt x="35" y="82"/>
                  </a:lnTo>
                  <a:lnTo>
                    <a:pt x="23" y="71"/>
                  </a:lnTo>
                  <a:lnTo>
                    <a:pt x="23" y="59"/>
                  </a:lnTo>
                  <a:lnTo>
                    <a:pt x="12" y="48"/>
                  </a:lnTo>
                  <a:lnTo>
                    <a:pt x="0" y="34"/>
                  </a:lnTo>
                  <a:lnTo>
                    <a:pt x="0" y="23"/>
                  </a:lnTo>
                  <a:close/>
                </a:path>
              </a:pathLst>
            </a:cu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20" name="Rectangle 20">
              <a:extLst>
                <a:ext uri="{FF2B5EF4-FFF2-40B4-BE49-F238E27FC236}">
                  <a16:creationId xmlns:a16="http://schemas.microsoft.com/office/drawing/2014/main" id="{2D1B6D28-7F1B-0A0C-606E-D742BF9FCBDA}"/>
                </a:ext>
              </a:extLst>
            </p:cNvPr>
            <p:cNvSpPr>
              <a:spLocks noChangeArrowheads="1"/>
            </p:cNvSpPr>
            <p:nvPr/>
          </p:nvSpPr>
          <p:spPr bwMode="auto">
            <a:xfrm>
              <a:off x="3432" y="2773"/>
              <a:ext cx="745" cy="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21" name="Rectangle 21">
              <a:extLst>
                <a:ext uri="{FF2B5EF4-FFF2-40B4-BE49-F238E27FC236}">
                  <a16:creationId xmlns:a16="http://schemas.microsoft.com/office/drawing/2014/main" id="{FAF84091-CF29-B2F9-3332-EBD4DF6EBD77}"/>
                </a:ext>
              </a:extLst>
            </p:cNvPr>
            <p:cNvSpPr>
              <a:spLocks noChangeArrowheads="1"/>
            </p:cNvSpPr>
            <p:nvPr/>
          </p:nvSpPr>
          <p:spPr bwMode="auto">
            <a:xfrm>
              <a:off x="3540" y="2869"/>
              <a:ext cx="588"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22" name="Rectangle 22">
              <a:extLst>
                <a:ext uri="{FF2B5EF4-FFF2-40B4-BE49-F238E27FC236}">
                  <a16:creationId xmlns:a16="http://schemas.microsoft.com/office/drawing/2014/main" id="{C9904B13-E6E9-9C64-E81F-2717DF98D435}"/>
                </a:ext>
              </a:extLst>
            </p:cNvPr>
            <p:cNvSpPr>
              <a:spLocks noChangeArrowheads="1"/>
            </p:cNvSpPr>
            <p:nvPr/>
          </p:nvSpPr>
          <p:spPr bwMode="auto">
            <a:xfrm>
              <a:off x="3540" y="2873"/>
              <a:ext cx="5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wait()</a:t>
              </a:r>
              <a:endParaRPr lang="en-GB" altLang="en-US" sz="2000">
                <a:latin typeface="Comic Sans MS" panose="030F0702030302020204" pitchFamily="66" charset="0"/>
              </a:endParaRPr>
            </a:p>
          </p:txBody>
        </p:sp>
        <p:sp>
          <p:nvSpPr>
            <p:cNvPr id="51223" name="Freeform 23">
              <a:extLst>
                <a:ext uri="{FF2B5EF4-FFF2-40B4-BE49-F238E27FC236}">
                  <a16:creationId xmlns:a16="http://schemas.microsoft.com/office/drawing/2014/main" id="{1CAF5115-8028-5176-85BA-22475895E909}"/>
                </a:ext>
              </a:extLst>
            </p:cNvPr>
            <p:cNvSpPr>
              <a:spLocks/>
            </p:cNvSpPr>
            <p:nvPr/>
          </p:nvSpPr>
          <p:spPr bwMode="auto">
            <a:xfrm>
              <a:off x="4188" y="2846"/>
              <a:ext cx="626" cy="83"/>
            </a:xfrm>
            <a:custGeom>
              <a:avLst/>
              <a:gdLst>
                <a:gd name="T0" fmla="*/ 2 w 626"/>
                <a:gd name="T1" fmla="*/ 0 h 83"/>
                <a:gd name="T2" fmla="*/ 0 w 626"/>
                <a:gd name="T3" fmla="*/ 72 h 83"/>
                <a:gd name="T4" fmla="*/ 624 w 626"/>
                <a:gd name="T5" fmla="*/ 83 h 83"/>
                <a:gd name="T6" fmla="*/ 626 w 626"/>
                <a:gd name="T7" fmla="*/ 12 h 83"/>
                <a:gd name="T8" fmla="*/ 2 w 626"/>
                <a:gd name="T9" fmla="*/ 0 h 83"/>
                <a:gd name="T10" fmla="*/ 0 60000 65536"/>
                <a:gd name="T11" fmla="*/ 0 60000 65536"/>
                <a:gd name="T12" fmla="*/ 0 60000 65536"/>
                <a:gd name="T13" fmla="*/ 0 60000 65536"/>
                <a:gd name="T14" fmla="*/ 0 60000 65536"/>
                <a:gd name="T15" fmla="*/ 0 w 626"/>
                <a:gd name="T16" fmla="*/ 0 h 83"/>
                <a:gd name="T17" fmla="*/ 626 w 626"/>
                <a:gd name="T18" fmla="*/ 83 h 83"/>
              </a:gdLst>
              <a:ahLst/>
              <a:cxnLst>
                <a:cxn ang="T10">
                  <a:pos x="T0" y="T1"/>
                </a:cxn>
                <a:cxn ang="T11">
                  <a:pos x="T2" y="T3"/>
                </a:cxn>
                <a:cxn ang="T12">
                  <a:pos x="T4" y="T5"/>
                </a:cxn>
                <a:cxn ang="T13">
                  <a:pos x="T6" y="T7"/>
                </a:cxn>
                <a:cxn ang="T14">
                  <a:pos x="T8" y="T9"/>
                </a:cxn>
              </a:cxnLst>
              <a:rect l="T15" t="T16" r="T17" b="T18"/>
              <a:pathLst>
                <a:path w="626" h="83">
                  <a:moveTo>
                    <a:pt x="2" y="0"/>
                  </a:moveTo>
                  <a:lnTo>
                    <a:pt x="0" y="72"/>
                  </a:lnTo>
                  <a:lnTo>
                    <a:pt x="624" y="83"/>
                  </a:lnTo>
                  <a:lnTo>
                    <a:pt x="626" y="12"/>
                  </a:lnTo>
                  <a:lnTo>
                    <a:pt x="2" y="0"/>
                  </a:lnTo>
                  <a:close/>
                </a:path>
              </a:pathLst>
            </a:custGeom>
            <a:solidFill>
              <a:srgbClr val="3333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24" name="Freeform 24">
              <a:extLst>
                <a:ext uri="{FF2B5EF4-FFF2-40B4-BE49-F238E27FC236}">
                  <a16:creationId xmlns:a16="http://schemas.microsoft.com/office/drawing/2014/main" id="{5C129A21-608E-AA33-A143-E6E76F8DAFD3}"/>
                </a:ext>
              </a:extLst>
            </p:cNvPr>
            <p:cNvSpPr>
              <a:spLocks/>
            </p:cNvSpPr>
            <p:nvPr/>
          </p:nvSpPr>
          <p:spPr bwMode="auto">
            <a:xfrm>
              <a:off x="4788" y="2762"/>
              <a:ext cx="264" cy="275"/>
            </a:xfrm>
            <a:custGeom>
              <a:avLst/>
              <a:gdLst>
                <a:gd name="T0" fmla="*/ 0 w 264"/>
                <a:gd name="T1" fmla="*/ 275 h 275"/>
                <a:gd name="T2" fmla="*/ 264 w 264"/>
                <a:gd name="T3" fmla="*/ 131 h 275"/>
                <a:gd name="T4" fmla="*/ 0 w 264"/>
                <a:gd name="T5" fmla="*/ 0 h 275"/>
                <a:gd name="T6" fmla="*/ 0 w 264"/>
                <a:gd name="T7" fmla="*/ 275 h 275"/>
                <a:gd name="T8" fmla="*/ 0 60000 65536"/>
                <a:gd name="T9" fmla="*/ 0 60000 65536"/>
                <a:gd name="T10" fmla="*/ 0 60000 65536"/>
                <a:gd name="T11" fmla="*/ 0 60000 65536"/>
                <a:gd name="T12" fmla="*/ 0 w 264"/>
                <a:gd name="T13" fmla="*/ 0 h 275"/>
                <a:gd name="T14" fmla="*/ 264 w 264"/>
                <a:gd name="T15" fmla="*/ 275 h 275"/>
              </a:gdLst>
              <a:ahLst/>
              <a:cxnLst>
                <a:cxn ang="T8">
                  <a:pos x="T0" y="T1"/>
                </a:cxn>
                <a:cxn ang="T9">
                  <a:pos x="T2" y="T3"/>
                </a:cxn>
                <a:cxn ang="T10">
                  <a:pos x="T4" y="T5"/>
                </a:cxn>
                <a:cxn ang="T11">
                  <a:pos x="T6" y="T7"/>
                </a:cxn>
              </a:cxnLst>
              <a:rect l="T12" t="T13" r="T14" b="T15"/>
              <a:pathLst>
                <a:path w="264" h="275">
                  <a:moveTo>
                    <a:pt x="0" y="275"/>
                  </a:moveTo>
                  <a:lnTo>
                    <a:pt x="264" y="131"/>
                  </a:lnTo>
                  <a:lnTo>
                    <a:pt x="0" y="0"/>
                  </a:lnTo>
                  <a:lnTo>
                    <a:pt x="0" y="275"/>
                  </a:lnTo>
                  <a:close/>
                </a:path>
              </a:pathLst>
            </a:custGeom>
            <a:solidFill>
              <a:srgbClr val="3333C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25" name="Rectangle 25">
              <a:extLst>
                <a:ext uri="{FF2B5EF4-FFF2-40B4-BE49-F238E27FC236}">
                  <a16:creationId xmlns:a16="http://schemas.microsoft.com/office/drawing/2014/main" id="{9C5E5669-1CDE-FBE1-F6D4-4F92C2D53CF2}"/>
                </a:ext>
              </a:extLst>
            </p:cNvPr>
            <p:cNvSpPr>
              <a:spLocks noChangeArrowheads="1"/>
            </p:cNvSpPr>
            <p:nvPr/>
          </p:nvSpPr>
          <p:spPr bwMode="auto">
            <a:xfrm>
              <a:off x="4488" y="3397"/>
              <a:ext cx="612" cy="71"/>
            </a:xfrm>
            <a:prstGeom prst="rect">
              <a:avLst/>
            </a:prstGeom>
            <a:solidFill>
              <a:srgbClr val="00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26" name="Freeform 26">
              <a:extLst>
                <a:ext uri="{FF2B5EF4-FFF2-40B4-BE49-F238E27FC236}">
                  <a16:creationId xmlns:a16="http://schemas.microsoft.com/office/drawing/2014/main" id="{282D6EDC-9354-5C49-BC5B-EF0D1F33F1CB}"/>
                </a:ext>
              </a:extLst>
            </p:cNvPr>
            <p:cNvSpPr>
              <a:spLocks/>
            </p:cNvSpPr>
            <p:nvPr/>
          </p:nvSpPr>
          <p:spPr bwMode="auto">
            <a:xfrm>
              <a:off x="4248" y="3287"/>
              <a:ext cx="263" cy="276"/>
            </a:xfrm>
            <a:custGeom>
              <a:avLst/>
              <a:gdLst>
                <a:gd name="T0" fmla="*/ 263 w 263"/>
                <a:gd name="T1" fmla="*/ 0 h 276"/>
                <a:gd name="T2" fmla="*/ 0 w 263"/>
                <a:gd name="T3" fmla="*/ 145 h 276"/>
                <a:gd name="T4" fmla="*/ 263 w 263"/>
                <a:gd name="T5" fmla="*/ 276 h 276"/>
                <a:gd name="T6" fmla="*/ 263 w 263"/>
                <a:gd name="T7" fmla="*/ 0 h 276"/>
                <a:gd name="T8" fmla="*/ 0 60000 65536"/>
                <a:gd name="T9" fmla="*/ 0 60000 65536"/>
                <a:gd name="T10" fmla="*/ 0 60000 65536"/>
                <a:gd name="T11" fmla="*/ 0 60000 65536"/>
                <a:gd name="T12" fmla="*/ 0 w 263"/>
                <a:gd name="T13" fmla="*/ 0 h 276"/>
                <a:gd name="T14" fmla="*/ 263 w 263"/>
                <a:gd name="T15" fmla="*/ 276 h 276"/>
              </a:gdLst>
              <a:ahLst/>
              <a:cxnLst>
                <a:cxn ang="T8">
                  <a:pos x="T0" y="T1"/>
                </a:cxn>
                <a:cxn ang="T9">
                  <a:pos x="T2" y="T3"/>
                </a:cxn>
                <a:cxn ang="T10">
                  <a:pos x="T4" y="T5"/>
                </a:cxn>
                <a:cxn ang="T11">
                  <a:pos x="T6" y="T7"/>
                </a:cxn>
              </a:cxnLst>
              <a:rect l="T12" t="T13" r="T14" b="T15"/>
              <a:pathLst>
                <a:path w="263" h="276">
                  <a:moveTo>
                    <a:pt x="263" y="0"/>
                  </a:moveTo>
                  <a:lnTo>
                    <a:pt x="0" y="145"/>
                  </a:lnTo>
                  <a:lnTo>
                    <a:pt x="263" y="276"/>
                  </a:lnTo>
                  <a:lnTo>
                    <a:pt x="263" y="0"/>
                  </a:lnTo>
                  <a:close/>
                </a:path>
              </a:pathLst>
            </a:custGeom>
            <a:solidFill>
              <a:srgbClr val="00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MY"/>
            </a:p>
          </p:txBody>
        </p:sp>
        <p:sp>
          <p:nvSpPr>
            <p:cNvPr id="51227" name="Oval 27">
              <a:extLst>
                <a:ext uri="{FF2B5EF4-FFF2-40B4-BE49-F238E27FC236}">
                  <a16:creationId xmlns:a16="http://schemas.microsoft.com/office/drawing/2014/main" id="{1BCB2B79-2C4B-A0D9-3E9D-6CF4D98DD8F0}"/>
                </a:ext>
              </a:extLst>
            </p:cNvPr>
            <p:cNvSpPr>
              <a:spLocks noChangeArrowheads="1"/>
            </p:cNvSpPr>
            <p:nvPr/>
          </p:nvSpPr>
          <p:spPr bwMode="auto">
            <a:xfrm>
              <a:off x="5112" y="2846"/>
              <a:ext cx="98" cy="97"/>
            </a:xfrm>
            <a:prstGeom prst="ellipse">
              <a:avLst/>
            </a:prstGeom>
            <a:solidFill>
              <a:srgbClr val="3333CC"/>
            </a:solidFill>
            <a:ln w="19050">
              <a:solidFill>
                <a:srgbClr val="3333CC"/>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28" name="Oval 28">
              <a:extLst>
                <a:ext uri="{FF2B5EF4-FFF2-40B4-BE49-F238E27FC236}">
                  <a16:creationId xmlns:a16="http://schemas.microsoft.com/office/drawing/2014/main" id="{B2F674DE-E12B-F98D-21A1-FB3238276E0D}"/>
                </a:ext>
              </a:extLst>
            </p:cNvPr>
            <p:cNvSpPr>
              <a:spLocks noChangeArrowheads="1"/>
            </p:cNvSpPr>
            <p:nvPr/>
          </p:nvSpPr>
          <p:spPr bwMode="auto">
            <a:xfrm>
              <a:off x="5112" y="2989"/>
              <a:ext cx="98" cy="110"/>
            </a:xfrm>
            <a:prstGeom prst="ellipse">
              <a:avLst/>
            </a:prstGeom>
            <a:solidFill>
              <a:srgbClr val="3333CC"/>
            </a:solidFill>
            <a:ln w="19050">
              <a:solidFill>
                <a:srgbClr val="3333CC"/>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29" name="Oval 29">
              <a:extLst>
                <a:ext uri="{FF2B5EF4-FFF2-40B4-BE49-F238E27FC236}">
                  <a16:creationId xmlns:a16="http://schemas.microsoft.com/office/drawing/2014/main" id="{53A3DA65-41E4-311E-3642-ACDCF2A98F3E}"/>
                </a:ext>
              </a:extLst>
            </p:cNvPr>
            <p:cNvSpPr>
              <a:spLocks noChangeArrowheads="1"/>
            </p:cNvSpPr>
            <p:nvPr/>
          </p:nvSpPr>
          <p:spPr bwMode="auto">
            <a:xfrm>
              <a:off x="5112" y="3145"/>
              <a:ext cx="98" cy="98"/>
            </a:xfrm>
            <a:prstGeom prst="ellipse">
              <a:avLst/>
            </a:prstGeom>
            <a:solidFill>
              <a:srgbClr val="3333CC"/>
            </a:solidFill>
            <a:ln w="19050">
              <a:solidFill>
                <a:srgbClr val="3333CC"/>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30" name="Oval 30">
              <a:extLst>
                <a:ext uri="{FF2B5EF4-FFF2-40B4-BE49-F238E27FC236}">
                  <a16:creationId xmlns:a16="http://schemas.microsoft.com/office/drawing/2014/main" id="{36948295-8563-5E0F-9C85-406F4DE5368E}"/>
                </a:ext>
              </a:extLst>
            </p:cNvPr>
            <p:cNvSpPr>
              <a:spLocks noChangeArrowheads="1"/>
            </p:cNvSpPr>
            <p:nvPr/>
          </p:nvSpPr>
          <p:spPr bwMode="auto">
            <a:xfrm>
              <a:off x="5112" y="3289"/>
              <a:ext cx="98" cy="108"/>
            </a:xfrm>
            <a:prstGeom prst="ellipse">
              <a:avLst/>
            </a:prstGeom>
            <a:solidFill>
              <a:srgbClr val="3333CC"/>
            </a:solidFill>
            <a:ln w="19050">
              <a:solidFill>
                <a:srgbClr val="3333CC"/>
              </a:solidFill>
              <a:round/>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31" name="Rectangle 31">
              <a:extLst>
                <a:ext uri="{FF2B5EF4-FFF2-40B4-BE49-F238E27FC236}">
                  <a16:creationId xmlns:a16="http://schemas.microsoft.com/office/drawing/2014/main" id="{301E83A3-2BBA-8EE4-086B-857DB6688F87}"/>
                </a:ext>
              </a:extLst>
            </p:cNvPr>
            <p:cNvSpPr>
              <a:spLocks noChangeArrowheads="1"/>
            </p:cNvSpPr>
            <p:nvPr/>
          </p:nvSpPr>
          <p:spPr bwMode="auto">
            <a:xfrm>
              <a:off x="2664" y="3072"/>
              <a:ext cx="887" cy="34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32" name="Rectangle 32">
              <a:extLst>
                <a:ext uri="{FF2B5EF4-FFF2-40B4-BE49-F238E27FC236}">
                  <a16:creationId xmlns:a16="http://schemas.microsoft.com/office/drawing/2014/main" id="{30AF45BB-17B2-C137-8F80-5AD4FD01CD20}"/>
                </a:ext>
              </a:extLst>
            </p:cNvPr>
            <p:cNvSpPr>
              <a:spLocks noChangeArrowheads="1"/>
            </p:cNvSpPr>
            <p:nvPr/>
          </p:nvSpPr>
          <p:spPr bwMode="auto">
            <a:xfrm>
              <a:off x="1991" y="3099"/>
              <a:ext cx="733"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33" name="Rectangle 33">
              <a:extLst>
                <a:ext uri="{FF2B5EF4-FFF2-40B4-BE49-F238E27FC236}">
                  <a16:creationId xmlns:a16="http://schemas.microsoft.com/office/drawing/2014/main" id="{DE59949B-2AC1-231A-1E36-C71662C9E0D4}"/>
                </a:ext>
              </a:extLst>
            </p:cNvPr>
            <p:cNvSpPr>
              <a:spLocks noChangeArrowheads="1"/>
            </p:cNvSpPr>
            <p:nvPr/>
          </p:nvSpPr>
          <p:spPr bwMode="auto">
            <a:xfrm>
              <a:off x="1991" y="3102"/>
              <a:ext cx="71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notify()</a:t>
              </a:r>
              <a:endParaRPr lang="en-GB" altLang="en-US" sz="2000">
                <a:latin typeface="Comic Sans MS" panose="030F0702030302020204" pitchFamily="66" charset="0"/>
              </a:endParaRPr>
            </a:p>
          </p:txBody>
        </p:sp>
        <p:sp>
          <p:nvSpPr>
            <p:cNvPr id="51234" name="Rectangle 34">
              <a:extLst>
                <a:ext uri="{FF2B5EF4-FFF2-40B4-BE49-F238E27FC236}">
                  <a16:creationId xmlns:a16="http://schemas.microsoft.com/office/drawing/2014/main" id="{748F33DB-84FD-3DD0-05A4-C02F8884DCD0}"/>
                </a:ext>
              </a:extLst>
            </p:cNvPr>
            <p:cNvSpPr>
              <a:spLocks noChangeArrowheads="1"/>
            </p:cNvSpPr>
            <p:nvPr/>
          </p:nvSpPr>
          <p:spPr bwMode="auto">
            <a:xfrm>
              <a:off x="2868" y="2176"/>
              <a:ext cx="739" cy="34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35" name="Rectangle 35">
              <a:extLst>
                <a:ext uri="{FF2B5EF4-FFF2-40B4-BE49-F238E27FC236}">
                  <a16:creationId xmlns:a16="http://schemas.microsoft.com/office/drawing/2014/main" id="{58627DC6-FB2D-73D9-46AC-F2E4EA15B58B}"/>
                </a:ext>
              </a:extLst>
            </p:cNvPr>
            <p:cNvSpPr>
              <a:spLocks noChangeArrowheads="1"/>
            </p:cNvSpPr>
            <p:nvPr/>
          </p:nvSpPr>
          <p:spPr bwMode="auto">
            <a:xfrm>
              <a:off x="2914" y="2290"/>
              <a:ext cx="79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36" name="Rectangle 36">
              <a:extLst>
                <a:ext uri="{FF2B5EF4-FFF2-40B4-BE49-F238E27FC236}">
                  <a16:creationId xmlns:a16="http://schemas.microsoft.com/office/drawing/2014/main" id="{037E36E7-7824-7BE4-31DD-2103E94728A4}"/>
                </a:ext>
              </a:extLst>
            </p:cNvPr>
            <p:cNvSpPr>
              <a:spLocks noChangeArrowheads="1"/>
            </p:cNvSpPr>
            <p:nvPr/>
          </p:nvSpPr>
          <p:spPr bwMode="auto">
            <a:xfrm>
              <a:off x="2914" y="2294"/>
              <a:ext cx="76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Monitor</a:t>
              </a:r>
              <a:endParaRPr lang="en-GB" altLang="en-US" sz="2000">
                <a:latin typeface="Comic Sans MS" panose="030F0702030302020204" pitchFamily="66" charset="0"/>
              </a:endParaRPr>
            </a:p>
          </p:txBody>
        </p:sp>
        <p:sp>
          <p:nvSpPr>
            <p:cNvPr id="51237" name="Rectangle 37">
              <a:extLst>
                <a:ext uri="{FF2B5EF4-FFF2-40B4-BE49-F238E27FC236}">
                  <a16:creationId xmlns:a16="http://schemas.microsoft.com/office/drawing/2014/main" id="{E6D74E38-DD84-19C0-879F-3D239ECC8EDE}"/>
                </a:ext>
              </a:extLst>
            </p:cNvPr>
            <p:cNvSpPr>
              <a:spLocks noChangeArrowheads="1"/>
            </p:cNvSpPr>
            <p:nvPr/>
          </p:nvSpPr>
          <p:spPr bwMode="auto">
            <a:xfrm>
              <a:off x="2687" y="2637"/>
              <a:ext cx="806" cy="302"/>
            </a:xfrm>
            <a:prstGeom prst="rect">
              <a:avLst/>
            </a:prstGeom>
            <a:solidFill>
              <a:srgbClr val="00CC99"/>
            </a:solidFill>
            <a:ln w="1905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38" name="Rectangle 38">
              <a:extLst>
                <a:ext uri="{FF2B5EF4-FFF2-40B4-BE49-F238E27FC236}">
                  <a16:creationId xmlns:a16="http://schemas.microsoft.com/office/drawing/2014/main" id="{7C14A7B3-37A3-8542-D200-12E08534A1E3}"/>
                </a:ext>
              </a:extLst>
            </p:cNvPr>
            <p:cNvSpPr>
              <a:spLocks noChangeArrowheads="1"/>
            </p:cNvSpPr>
            <p:nvPr/>
          </p:nvSpPr>
          <p:spPr bwMode="auto">
            <a:xfrm>
              <a:off x="2616" y="2571"/>
              <a:ext cx="637"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39" name="Rectangle 39">
              <a:extLst>
                <a:ext uri="{FF2B5EF4-FFF2-40B4-BE49-F238E27FC236}">
                  <a16:creationId xmlns:a16="http://schemas.microsoft.com/office/drawing/2014/main" id="{75AC2A36-92B2-8C7D-1825-6F1491070A21}"/>
                </a:ext>
              </a:extLst>
            </p:cNvPr>
            <p:cNvSpPr>
              <a:spLocks noChangeArrowheads="1"/>
            </p:cNvSpPr>
            <p:nvPr/>
          </p:nvSpPr>
          <p:spPr bwMode="auto">
            <a:xfrm>
              <a:off x="2914" y="2654"/>
              <a:ext cx="495"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1240" name="Rectangle 40">
              <a:extLst>
                <a:ext uri="{FF2B5EF4-FFF2-40B4-BE49-F238E27FC236}">
                  <a16:creationId xmlns:a16="http://schemas.microsoft.com/office/drawing/2014/main" id="{E13C7CC5-2CD3-73A8-64F3-38F73340FE6A}"/>
                </a:ext>
              </a:extLst>
            </p:cNvPr>
            <p:cNvSpPr>
              <a:spLocks noChangeArrowheads="1"/>
            </p:cNvSpPr>
            <p:nvPr/>
          </p:nvSpPr>
          <p:spPr bwMode="auto">
            <a:xfrm>
              <a:off x="2914" y="2658"/>
              <a:ext cx="43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data</a:t>
              </a:r>
              <a:endParaRPr lang="en-GB" altLang="en-US" sz="2000">
                <a:latin typeface="Comic Sans MS" panose="030F0702030302020204" pitchFamily="66" charset="0"/>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7EC6798-7988-8840-C545-3FC8BB70DCC0}"/>
              </a:ext>
            </a:extLst>
          </p:cNvPr>
          <p:cNvSpPr>
            <a:spLocks noChangeArrowheads="1"/>
          </p:cNvSpPr>
          <p:nvPr/>
        </p:nvSpPr>
        <p:spPr bwMode="auto">
          <a:xfrm>
            <a:off x="2644776" y="2882900"/>
            <a:ext cx="1357313"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1" name="Rectangle 3">
            <a:extLst>
              <a:ext uri="{FF2B5EF4-FFF2-40B4-BE49-F238E27FC236}">
                <a16:creationId xmlns:a16="http://schemas.microsoft.com/office/drawing/2014/main" id="{A6BC2938-746F-B620-A19D-29713E0EB1E0}"/>
              </a:ext>
            </a:extLst>
          </p:cNvPr>
          <p:cNvSpPr>
            <a:spLocks noChangeArrowheads="1"/>
          </p:cNvSpPr>
          <p:nvPr/>
        </p:nvSpPr>
        <p:spPr bwMode="auto">
          <a:xfrm>
            <a:off x="2085975" y="381000"/>
            <a:ext cx="8301038" cy="10287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2" name="Rectangle 4">
            <a:extLst>
              <a:ext uri="{FF2B5EF4-FFF2-40B4-BE49-F238E27FC236}">
                <a16:creationId xmlns:a16="http://schemas.microsoft.com/office/drawing/2014/main" id="{76F636DD-4DD2-9B08-56E5-50FD35ED0F5A}"/>
              </a:ext>
            </a:extLst>
          </p:cNvPr>
          <p:cNvSpPr>
            <a:spLocks noGrp="1" noChangeArrowheads="1"/>
          </p:cNvSpPr>
          <p:nvPr>
            <p:ph type="title"/>
          </p:nvPr>
        </p:nvSpPr>
        <p:spPr>
          <a:xfrm>
            <a:off x="6818313" y="688975"/>
            <a:ext cx="4341812" cy="685800"/>
          </a:xfrm>
          <a:noFill/>
        </p:spPr>
        <p:txBody>
          <a:bodyPr vert="horz" wrap="square" lIns="90488" tIns="44450" rIns="90488" bIns="44450" numCol="1" anchor="ctr" anchorCtr="0" compatLnSpc="1">
            <a:prstTxWarp prst="textNoShape">
              <a:avLst/>
            </a:prstTxWarp>
          </a:bodyPr>
          <a:lstStyle/>
          <a:p>
            <a:pPr eaLnBrk="1" hangingPunct="1"/>
            <a:r>
              <a:rPr lang="en-GB" altLang="en-US" b="1">
                <a:solidFill>
                  <a:srgbClr val="000000"/>
                </a:solidFill>
              </a:rPr>
              <a:t>monitor lock</a:t>
            </a:r>
            <a:endParaRPr lang="en-GB" altLang="en-US" sz="3200">
              <a:latin typeface="Comic Sans MS" panose="030F0702030302020204" pitchFamily="66" charset="0"/>
            </a:endParaRPr>
          </a:p>
        </p:txBody>
      </p:sp>
      <p:sp>
        <p:nvSpPr>
          <p:cNvPr id="53253" name="Rectangle 5">
            <a:extLst>
              <a:ext uri="{FF2B5EF4-FFF2-40B4-BE49-F238E27FC236}">
                <a16:creationId xmlns:a16="http://schemas.microsoft.com/office/drawing/2014/main" id="{EB79A484-BBC1-90D7-760B-7582B3FC2077}"/>
              </a:ext>
            </a:extLst>
          </p:cNvPr>
          <p:cNvSpPr>
            <a:spLocks noChangeArrowheads="1"/>
          </p:cNvSpPr>
          <p:nvPr/>
        </p:nvSpPr>
        <p:spPr bwMode="auto">
          <a:xfrm>
            <a:off x="8166101" y="2608264"/>
            <a:ext cx="1376363"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4" name="Rectangle 6">
            <a:extLst>
              <a:ext uri="{FF2B5EF4-FFF2-40B4-BE49-F238E27FC236}">
                <a16:creationId xmlns:a16="http://schemas.microsoft.com/office/drawing/2014/main" id="{AA1D02A9-CAA6-0C4B-15EF-92289FC44AF1}"/>
              </a:ext>
            </a:extLst>
          </p:cNvPr>
          <p:cNvSpPr>
            <a:spLocks noChangeArrowheads="1"/>
          </p:cNvSpPr>
          <p:nvPr/>
        </p:nvSpPr>
        <p:spPr bwMode="auto">
          <a:xfrm>
            <a:off x="4162426" y="2436814"/>
            <a:ext cx="3902075" cy="1901825"/>
          </a:xfrm>
          <a:prstGeom prst="rect">
            <a:avLst/>
          </a:prstGeom>
          <a:solidFill>
            <a:srgbClr val="FFFFFF"/>
          </a:solidFill>
          <a:ln w="112713">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5" name="Rectangle 7">
            <a:extLst>
              <a:ext uri="{FF2B5EF4-FFF2-40B4-BE49-F238E27FC236}">
                <a16:creationId xmlns:a16="http://schemas.microsoft.com/office/drawing/2014/main" id="{43559E24-23C4-9A94-BFD9-879AD0B8D974}"/>
              </a:ext>
            </a:extLst>
          </p:cNvPr>
          <p:cNvSpPr>
            <a:spLocks noChangeArrowheads="1"/>
          </p:cNvSpPr>
          <p:nvPr/>
        </p:nvSpPr>
        <p:spPr bwMode="auto">
          <a:xfrm>
            <a:off x="6443663" y="3005139"/>
            <a:ext cx="1090612"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6" name="Rectangle 8">
            <a:extLst>
              <a:ext uri="{FF2B5EF4-FFF2-40B4-BE49-F238E27FC236}">
                <a16:creationId xmlns:a16="http://schemas.microsoft.com/office/drawing/2014/main" id="{14B8FB49-D5C2-1C22-C1FF-9E398403AE06}"/>
              </a:ext>
            </a:extLst>
          </p:cNvPr>
          <p:cNvSpPr>
            <a:spLocks noChangeArrowheads="1"/>
          </p:cNvSpPr>
          <p:nvPr/>
        </p:nvSpPr>
        <p:spPr bwMode="auto">
          <a:xfrm>
            <a:off x="6600826" y="3157539"/>
            <a:ext cx="8620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7" name="Rectangle 9">
            <a:extLst>
              <a:ext uri="{FF2B5EF4-FFF2-40B4-BE49-F238E27FC236}">
                <a16:creationId xmlns:a16="http://schemas.microsoft.com/office/drawing/2014/main" id="{6F09E275-5E16-8EC7-7293-4A52A8E6B35E}"/>
              </a:ext>
            </a:extLst>
          </p:cNvPr>
          <p:cNvSpPr>
            <a:spLocks noChangeArrowheads="1"/>
          </p:cNvSpPr>
          <p:nvPr/>
        </p:nvSpPr>
        <p:spPr bwMode="auto">
          <a:xfrm>
            <a:off x="6600826" y="3216275"/>
            <a:ext cx="80310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wait()</a:t>
            </a:r>
            <a:endParaRPr lang="en-GB" altLang="en-US" sz="2000">
              <a:latin typeface="Comic Sans MS" panose="030F0702030302020204" pitchFamily="66" charset="0"/>
            </a:endParaRPr>
          </a:p>
        </p:txBody>
      </p:sp>
      <p:sp>
        <p:nvSpPr>
          <p:cNvPr id="53258" name="Rectangle 10">
            <a:extLst>
              <a:ext uri="{FF2B5EF4-FFF2-40B4-BE49-F238E27FC236}">
                <a16:creationId xmlns:a16="http://schemas.microsoft.com/office/drawing/2014/main" id="{93F2B3B7-F234-8A1E-83DA-63F4517FC5FC}"/>
              </a:ext>
            </a:extLst>
          </p:cNvPr>
          <p:cNvSpPr>
            <a:spLocks noChangeArrowheads="1"/>
          </p:cNvSpPr>
          <p:nvPr/>
        </p:nvSpPr>
        <p:spPr bwMode="auto">
          <a:xfrm>
            <a:off x="5318126" y="3479800"/>
            <a:ext cx="1300163" cy="552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59" name="Rectangle 11">
            <a:extLst>
              <a:ext uri="{FF2B5EF4-FFF2-40B4-BE49-F238E27FC236}">
                <a16:creationId xmlns:a16="http://schemas.microsoft.com/office/drawing/2014/main" id="{33D2495C-6688-35BE-9A00-666BB2A27810}"/>
              </a:ext>
            </a:extLst>
          </p:cNvPr>
          <p:cNvSpPr>
            <a:spLocks noChangeArrowheads="1"/>
          </p:cNvSpPr>
          <p:nvPr/>
        </p:nvSpPr>
        <p:spPr bwMode="auto">
          <a:xfrm>
            <a:off x="4332288" y="3522664"/>
            <a:ext cx="1073150"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60" name="Rectangle 12">
            <a:extLst>
              <a:ext uri="{FF2B5EF4-FFF2-40B4-BE49-F238E27FC236}">
                <a16:creationId xmlns:a16="http://schemas.microsoft.com/office/drawing/2014/main" id="{DFB54C2C-4E72-1C95-4A9B-64420B8928E4}"/>
              </a:ext>
            </a:extLst>
          </p:cNvPr>
          <p:cNvSpPr>
            <a:spLocks noChangeArrowheads="1"/>
          </p:cNvSpPr>
          <p:nvPr/>
        </p:nvSpPr>
        <p:spPr bwMode="auto">
          <a:xfrm>
            <a:off x="5616576" y="2057401"/>
            <a:ext cx="1082675" cy="55086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61" name="Rectangle 13">
            <a:extLst>
              <a:ext uri="{FF2B5EF4-FFF2-40B4-BE49-F238E27FC236}">
                <a16:creationId xmlns:a16="http://schemas.microsoft.com/office/drawing/2014/main" id="{3B449522-E63E-0095-9CB8-197AED206029}"/>
              </a:ext>
            </a:extLst>
          </p:cNvPr>
          <p:cNvSpPr>
            <a:spLocks noChangeArrowheads="1"/>
          </p:cNvSpPr>
          <p:nvPr/>
        </p:nvSpPr>
        <p:spPr bwMode="auto">
          <a:xfrm>
            <a:off x="5684839" y="2238375"/>
            <a:ext cx="116363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62" name="Rectangle 14">
            <a:extLst>
              <a:ext uri="{FF2B5EF4-FFF2-40B4-BE49-F238E27FC236}">
                <a16:creationId xmlns:a16="http://schemas.microsoft.com/office/drawing/2014/main" id="{1E37269B-C052-CC4B-A0FB-CB24DE3CCC86}"/>
              </a:ext>
            </a:extLst>
          </p:cNvPr>
          <p:cNvSpPr>
            <a:spLocks noChangeArrowheads="1"/>
          </p:cNvSpPr>
          <p:nvPr/>
        </p:nvSpPr>
        <p:spPr bwMode="auto">
          <a:xfrm>
            <a:off x="5684838" y="2244725"/>
            <a:ext cx="11269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Monitor</a:t>
            </a:r>
            <a:endParaRPr lang="en-GB" altLang="en-US" sz="2000">
              <a:latin typeface="Comic Sans MS" panose="030F0702030302020204" pitchFamily="66" charset="0"/>
            </a:endParaRPr>
          </a:p>
        </p:txBody>
      </p:sp>
      <p:sp>
        <p:nvSpPr>
          <p:cNvPr id="53263" name="Rectangle 15">
            <a:extLst>
              <a:ext uri="{FF2B5EF4-FFF2-40B4-BE49-F238E27FC236}">
                <a16:creationId xmlns:a16="http://schemas.microsoft.com/office/drawing/2014/main" id="{79978740-FD23-DD59-95C7-0BF2A707249B}"/>
              </a:ext>
            </a:extLst>
          </p:cNvPr>
          <p:cNvSpPr>
            <a:spLocks noChangeArrowheads="1"/>
          </p:cNvSpPr>
          <p:nvPr/>
        </p:nvSpPr>
        <p:spPr bwMode="auto">
          <a:xfrm>
            <a:off x="5351463" y="2789239"/>
            <a:ext cx="1181100" cy="479425"/>
          </a:xfrm>
          <a:prstGeom prst="rect">
            <a:avLst/>
          </a:prstGeom>
          <a:solidFill>
            <a:srgbClr val="00CC99"/>
          </a:solidFill>
          <a:ln w="19050">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64" name="Rectangle 16">
            <a:extLst>
              <a:ext uri="{FF2B5EF4-FFF2-40B4-BE49-F238E27FC236}">
                <a16:creationId xmlns:a16="http://schemas.microsoft.com/office/drawing/2014/main" id="{BDF1E046-9574-098D-0552-307735BAA02B}"/>
              </a:ext>
            </a:extLst>
          </p:cNvPr>
          <p:cNvSpPr>
            <a:spLocks noChangeArrowheads="1"/>
          </p:cNvSpPr>
          <p:nvPr/>
        </p:nvSpPr>
        <p:spPr bwMode="auto">
          <a:xfrm>
            <a:off x="5248275" y="2684464"/>
            <a:ext cx="933450"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65" name="Rectangle 17">
            <a:extLst>
              <a:ext uri="{FF2B5EF4-FFF2-40B4-BE49-F238E27FC236}">
                <a16:creationId xmlns:a16="http://schemas.microsoft.com/office/drawing/2014/main" id="{F1101D13-671B-EF8F-1980-8AFB69CCBB6C}"/>
              </a:ext>
            </a:extLst>
          </p:cNvPr>
          <p:cNvSpPr>
            <a:spLocks noChangeArrowheads="1"/>
          </p:cNvSpPr>
          <p:nvPr/>
        </p:nvSpPr>
        <p:spPr bwMode="auto">
          <a:xfrm>
            <a:off x="5684839" y="2816225"/>
            <a:ext cx="725487" cy="439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66" name="Rectangle 18">
            <a:extLst>
              <a:ext uri="{FF2B5EF4-FFF2-40B4-BE49-F238E27FC236}">
                <a16:creationId xmlns:a16="http://schemas.microsoft.com/office/drawing/2014/main" id="{5E819299-4C9D-B03E-9EF3-F92CC5B117CD}"/>
              </a:ext>
            </a:extLst>
          </p:cNvPr>
          <p:cNvSpPr>
            <a:spLocks noChangeArrowheads="1"/>
          </p:cNvSpPr>
          <p:nvPr/>
        </p:nvSpPr>
        <p:spPr bwMode="auto">
          <a:xfrm>
            <a:off x="5684839" y="2822575"/>
            <a:ext cx="633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data</a:t>
            </a:r>
            <a:endParaRPr lang="en-GB" altLang="en-US" sz="2000">
              <a:latin typeface="Comic Sans MS" panose="030F0702030302020204" pitchFamily="66" charset="0"/>
            </a:endParaRPr>
          </a:p>
        </p:txBody>
      </p:sp>
      <p:sp>
        <p:nvSpPr>
          <p:cNvPr id="53267" name="Rectangle 19">
            <a:extLst>
              <a:ext uri="{FF2B5EF4-FFF2-40B4-BE49-F238E27FC236}">
                <a16:creationId xmlns:a16="http://schemas.microsoft.com/office/drawing/2014/main" id="{4E23A18B-A638-4F8B-1087-837D9A6D4CA6}"/>
              </a:ext>
            </a:extLst>
          </p:cNvPr>
          <p:cNvSpPr>
            <a:spLocks noChangeArrowheads="1"/>
          </p:cNvSpPr>
          <p:nvPr/>
        </p:nvSpPr>
        <p:spPr bwMode="auto">
          <a:xfrm>
            <a:off x="6799263" y="5562600"/>
            <a:ext cx="2303462"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3600">
                <a:solidFill>
                  <a:srgbClr val="000000"/>
                </a:solidFill>
              </a:rPr>
              <a:t>wait</a:t>
            </a:r>
            <a:endParaRPr lang="en-GB" altLang="en-US">
              <a:solidFill>
                <a:schemeClr val="tx2"/>
              </a:solidFill>
              <a:latin typeface="Comic Sans MS" panose="030F0702030302020204" pitchFamily="66" charset="0"/>
            </a:endParaRPr>
          </a:p>
        </p:txBody>
      </p:sp>
      <p:grpSp>
        <p:nvGrpSpPr>
          <p:cNvPr id="53268" name="Group 20">
            <a:extLst>
              <a:ext uri="{FF2B5EF4-FFF2-40B4-BE49-F238E27FC236}">
                <a16:creationId xmlns:a16="http://schemas.microsoft.com/office/drawing/2014/main" id="{86296DD1-6CD7-EB82-143A-B30792AA7C23}"/>
              </a:ext>
            </a:extLst>
          </p:cNvPr>
          <p:cNvGrpSpPr>
            <a:grpSpLocks/>
          </p:cNvGrpSpPr>
          <p:nvPr/>
        </p:nvGrpSpPr>
        <p:grpSpPr bwMode="auto">
          <a:xfrm>
            <a:off x="5392739" y="4572001"/>
            <a:ext cx="1406525" cy="1643063"/>
            <a:chOff x="2544" y="2880"/>
            <a:chExt cx="960" cy="1035"/>
          </a:xfrm>
        </p:grpSpPr>
        <p:sp>
          <p:nvSpPr>
            <p:cNvPr id="53316" name="Rectangle 21">
              <a:extLst>
                <a:ext uri="{FF2B5EF4-FFF2-40B4-BE49-F238E27FC236}">
                  <a16:creationId xmlns:a16="http://schemas.microsoft.com/office/drawing/2014/main" id="{2068CF8E-8369-2DC9-9A0C-459438446656}"/>
                </a:ext>
              </a:extLst>
            </p:cNvPr>
            <p:cNvSpPr>
              <a:spLocks noChangeArrowheads="1"/>
            </p:cNvSpPr>
            <p:nvPr/>
          </p:nvSpPr>
          <p:spPr bwMode="auto">
            <a:xfrm>
              <a:off x="2544" y="2880"/>
              <a:ext cx="960" cy="288"/>
            </a:xfrm>
            <a:prstGeom prst="rect">
              <a:avLst/>
            </a:prstGeom>
            <a:solidFill>
              <a:srgbClr val="FF0000"/>
            </a:solidFill>
            <a:ln w="12700">
              <a:solidFill>
                <a:schemeClr val="tx1"/>
              </a:solidFill>
              <a:miter lim="800000"/>
              <a:headEnd/>
              <a:tailEnd/>
            </a:ln>
          </p:spPr>
          <p:txBody>
            <a:bodyPr wrap="none" anchor="ct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400" b="1">
                  <a:solidFill>
                    <a:srgbClr val="000000"/>
                  </a:solidFill>
                </a:rPr>
                <a:t>Thread C</a:t>
              </a:r>
            </a:p>
          </p:txBody>
        </p:sp>
        <p:sp>
          <p:nvSpPr>
            <p:cNvPr id="53317" name="Rectangle 22">
              <a:extLst>
                <a:ext uri="{FF2B5EF4-FFF2-40B4-BE49-F238E27FC236}">
                  <a16:creationId xmlns:a16="http://schemas.microsoft.com/office/drawing/2014/main" id="{A5F5C49F-FAAC-1C6E-9EC2-B6A18FDD8DE7}"/>
                </a:ext>
              </a:extLst>
            </p:cNvPr>
            <p:cNvSpPr>
              <a:spLocks noChangeArrowheads="1"/>
            </p:cNvSpPr>
            <p:nvPr/>
          </p:nvSpPr>
          <p:spPr bwMode="auto">
            <a:xfrm>
              <a:off x="2544" y="3168"/>
              <a:ext cx="960" cy="288"/>
            </a:xfrm>
            <a:prstGeom prst="rect">
              <a:avLst/>
            </a:prstGeom>
            <a:solidFill>
              <a:srgbClr val="FF0000"/>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18" name="Rectangle 23">
              <a:extLst>
                <a:ext uri="{FF2B5EF4-FFF2-40B4-BE49-F238E27FC236}">
                  <a16:creationId xmlns:a16="http://schemas.microsoft.com/office/drawing/2014/main" id="{748CCB99-B09D-5B89-1B5B-C837B81790E8}"/>
                </a:ext>
              </a:extLst>
            </p:cNvPr>
            <p:cNvSpPr>
              <a:spLocks noChangeArrowheads="1"/>
            </p:cNvSpPr>
            <p:nvPr/>
          </p:nvSpPr>
          <p:spPr bwMode="auto">
            <a:xfrm>
              <a:off x="2544" y="3456"/>
              <a:ext cx="960" cy="288"/>
            </a:xfrm>
            <a:prstGeom prst="rect">
              <a:avLst/>
            </a:prstGeom>
            <a:solidFill>
              <a:srgbClr val="FF0000"/>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19" name="Rectangle 24">
              <a:extLst>
                <a:ext uri="{FF2B5EF4-FFF2-40B4-BE49-F238E27FC236}">
                  <a16:creationId xmlns:a16="http://schemas.microsoft.com/office/drawing/2014/main" id="{96CF23BB-6929-08C9-32F3-141B1DE46DEE}"/>
                </a:ext>
              </a:extLst>
            </p:cNvPr>
            <p:cNvSpPr>
              <a:spLocks noChangeArrowheads="1"/>
            </p:cNvSpPr>
            <p:nvPr/>
          </p:nvSpPr>
          <p:spPr bwMode="auto">
            <a:xfrm>
              <a:off x="2544" y="3627"/>
              <a:ext cx="960" cy="288"/>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20" name="Line 25">
              <a:extLst>
                <a:ext uri="{FF2B5EF4-FFF2-40B4-BE49-F238E27FC236}">
                  <a16:creationId xmlns:a16="http://schemas.microsoft.com/office/drawing/2014/main" id="{CE8453B7-6045-8B87-F0C1-B7696E83D58E}"/>
                </a:ext>
              </a:extLst>
            </p:cNvPr>
            <p:cNvSpPr>
              <a:spLocks noChangeShapeType="1"/>
            </p:cNvSpPr>
            <p:nvPr/>
          </p:nvSpPr>
          <p:spPr bwMode="auto">
            <a:xfrm>
              <a:off x="2544" y="3627"/>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sp>
          <p:nvSpPr>
            <p:cNvPr id="53321" name="Line 26">
              <a:extLst>
                <a:ext uri="{FF2B5EF4-FFF2-40B4-BE49-F238E27FC236}">
                  <a16:creationId xmlns:a16="http://schemas.microsoft.com/office/drawing/2014/main" id="{B06AF00C-4D8D-E1AF-64D3-41AB5F89BD36}"/>
                </a:ext>
              </a:extLst>
            </p:cNvPr>
            <p:cNvSpPr>
              <a:spLocks noChangeShapeType="1"/>
            </p:cNvSpPr>
            <p:nvPr/>
          </p:nvSpPr>
          <p:spPr bwMode="auto">
            <a:xfrm flipH="1">
              <a:off x="3504" y="3744"/>
              <a:ext cx="0" cy="1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grpSp>
      <p:grpSp>
        <p:nvGrpSpPr>
          <p:cNvPr id="53269" name="Group 27">
            <a:extLst>
              <a:ext uri="{FF2B5EF4-FFF2-40B4-BE49-F238E27FC236}">
                <a16:creationId xmlns:a16="http://schemas.microsoft.com/office/drawing/2014/main" id="{D9DE000D-517B-AAB0-8B3B-928E4B638B80}"/>
              </a:ext>
            </a:extLst>
          </p:cNvPr>
          <p:cNvGrpSpPr>
            <a:grpSpLocks/>
          </p:cNvGrpSpPr>
          <p:nvPr/>
        </p:nvGrpSpPr>
        <p:grpSpPr bwMode="auto">
          <a:xfrm>
            <a:off x="5392739" y="381000"/>
            <a:ext cx="1406525" cy="1600200"/>
            <a:chOff x="4644" y="394"/>
            <a:chExt cx="960" cy="1008"/>
          </a:xfrm>
        </p:grpSpPr>
        <p:grpSp>
          <p:nvGrpSpPr>
            <p:cNvPr id="53305" name="Group 28">
              <a:extLst>
                <a:ext uri="{FF2B5EF4-FFF2-40B4-BE49-F238E27FC236}">
                  <a16:creationId xmlns:a16="http://schemas.microsoft.com/office/drawing/2014/main" id="{1AF8C060-5AD0-293B-4167-ED34A03AA1C6}"/>
                </a:ext>
              </a:extLst>
            </p:cNvPr>
            <p:cNvGrpSpPr>
              <a:grpSpLocks/>
            </p:cNvGrpSpPr>
            <p:nvPr/>
          </p:nvGrpSpPr>
          <p:grpSpPr bwMode="auto">
            <a:xfrm>
              <a:off x="4644" y="394"/>
              <a:ext cx="960" cy="1008"/>
              <a:chOff x="940" y="948"/>
              <a:chExt cx="960" cy="1008"/>
            </a:xfrm>
          </p:grpSpPr>
          <p:sp>
            <p:nvSpPr>
              <p:cNvPr id="53307" name="Line 29">
                <a:extLst>
                  <a:ext uri="{FF2B5EF4-FFF2-40B4-BE49-F238E27FC236}">
                    <a16:creationId xmlns:a16="http://schemas.microsoft.com/office/drawing/2014/main" id="{5F13FAFA-95BB-34BB-FCF6-BB2453D3122D}"/>
                  </a:ext>
                </a:extLst>
              </p:cNvPr>
              <p:cNvSpPr>
                <a:spLocks noChangeShapeType="1"/>
              </p:cNvSpPr>
              <p:nvPr/>
            </p:nvSpPr>
            <p:spPr bwMode="auto">
              <a:xfrm>
                <a:off x="1900" y="94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grpSp>
            <p:nvGrpSpPr>
              <p:cNvPr id="53308" name="Group 30">
                <a:extLst>
                  <a:ext uri="{FF2B5EF4-FFF2-40B4-BE49-F238E27FC236}">
                    <a16:creationId xmlns:a16="http://schemas.microsoft.com/office/drawing/2014/main" id="{F2626E3F-23B0-964F-A706-FD7F63334D2B}"/>
                  </a:ext>
                </a:extLst>
              </p:cNvPr>
              <p:cNvGrpSpPr>
                <a:grpSpLocks/>
              </p:cNvGrpSpPr>
              <p:nvPr/>
            </p:nvGrpSpPr>
            <p:grpSpPr bwMode="auto">
              <a:xfrm>
                <a:off x="940" y="948"/>
                <a:ext cx="960" cy="1008"/>
                <a:chOff x="1584" y="720"/>
                <a:chExt cx="960" cy="1008"/>
              </a:xfrm>
            </p:grpSpPr>
            <p:sp>
              <p:nvSpPr>
                <p:cNvPr id="53309" name="Rectangle 31">
                  <a:extLst>
                    <a:ext uri="{FF2B5EF4-FFF2-40B4-BE49-F238E27FC236}">
                      <a16:creationId xmlns:a16="http://schemas.microsoft.com/office/drawing/2014/main" id="{46907F05-99EB-B8DF-5C87-0BA9D3D973FC}"/>
                    </a:ext>
                  </a:extLst>
                </p:cNvPr>
                <p:cNvSpPr>
                  <a:spLocks noChangeArrowheads="1"/>
                </p:cNvSpPr>
                <p:nvPr/>
              </p:nvSpPr>
              <p:spPr bwMode="auto">
                <a:xfrm>
                  <a:off x="1584" y="864"/>
                  <a:ext cx="960" cy="288"/>
                </a:xfrm>
                <a:prstGeom prst="rect">
                  <a:avLst/>
                </a:prstGeom>
                <a:solidFill>
                  <a:srgbClr val="FF33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10" name="Rectangle 32">
                  <a:extLst>
                    <a:ext uri="{FF2B5EF4-FFF2-40B4-BE49-F238E27FC236}">
                      <a16:creationId xmlns:a16="http://schemas.microsoft.com/office/drawing/2014/main" id="{BB0D3191-C418-C59D-14CF-E99B3F79C689}"/>
                    </a:ext>
                  </a:extLst>
                </p:cNvPr>
                <p:cNvSpPr>
                  <a:spLocks noChangeArrowheads="1"/>
                </p:cNvSpPr>
                <p:nvPr/>
              </p:nvSpPr>
              <p:spPr bwMode="auto">
                <a:xfrm>
                  <a:off x="1584" y="1152"/>
                  <a:ext cx="960" cy="288"/>
                </a:xfrm>
                <a:prstGeom prst="rect">
                  <a:avLst/>
                </a:prstGeom>
                <a:solidFill>
                  <a:srgbClr val="FF33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11" name="Rectangle 33">
                  <a:extLst>
                    <a:ext uri="{FF2B5EF4-FFF2-40B4-BE49-F238E27FC236}">
                      <a16:creationId xmlns:a16="http://schemas.microsoft.com/office/drawing/2014/main" id="{4B01C4D1-0587-CD36-0A89-A6AC09B1A163}"/>
                    </a:ext>
                  </a:extLst>
                </p:cNvPr>
                <p:cNvSpPr>
                  <a:spLocks noChangeArrowheads="1"/>
                </p:cNvSpPr>
                <p:nvPr/>
              </p:nvSpPr>
              <p:spPr bwMode="auto">
                <a:xfrm>
                  <a:off x="1584" y="1440"/>
                  <a:ext cx="960" cy="288"/>
                </a:xfrm>
                <a:prstGeom prst="rect">
                  <a:avLst/>
                </a:prstGeom>
                <a:solidFill>
                  <a:srgbClr val="FF33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12" name="Rectangle 34">
                  <a:extLst>
                    <a:ext uri="{FF2B5EF4-FFF2-40B4-BE49-F238E27FC236}">
                      <a16:creationId xmlns:a16="http://schemas.microsoft.com/office/drawing/2014/main" id="{F5C3AF61-8A6F-6700-2AD0-3E5E74261A32}"/>
                    </a:ext>
                  </a:extLst>
                </p:cNvPr>
                <p:cNvSpPr>
                  <a:spLocks noChangeArrowheads="1"/>
                </p:cNvSpPr>
                <p:nvPr/>
              </p:nvSpPr>
              <p:spPr bwMode="auto">
                <a:xfrm>
                  <a:off x="1632" y="1200"/>
                  <a:ext cx="8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E</a:t>
                  </a:r>
                  <a:endParaRPr lang="en-GB" altLang="en-US" sz="2000">
                    <a:latin typeface="Comic Sans MS" panose="030F0702030302020204" pitchFamily="66" charset="0"/>
                  </a:endParaRPr>
                </a:p>
              </p:txBody>
            </p:sp>
            <p:sp>
              <p:nvSpPr>
                <p:cNvPr id="53313" name="Rectangle 35">
                  <a:extLst>
                    <a:ext uri="{FF2B5EF4-FFF2-40B4-BE49-F238E27FC236}">
                      <a16:creationId xmlns:a16="http://schemas.microsoft.com/office/drawing/2014/main" id="{40FEB8D3-6365-1393-6CBD-66CB5DE8A657}"/>
                    </a:ext>
                  </a:extLst>
                </p:cNvPr>
                <p:cNvSpPr>
                  <a:spLocks noChangeArrowheads="1"/>
                </p:cNvSpPr>
                <p:nvPr/>
              </p:nvSpPr>
              <p:spPr bwMode="auto">
                <a:xfrm>
                  <a:off x="1632" y="1488"/>
                  <a:ext cx="9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B</a:t>
                  </a:r>
                  <a:endParaRPr lang="en-GB" altLang="en-US" sz="2000">
                    <a:latin typeface="Comic Sans MS" panose="030F0702030302020204" pitchFamily="66" charset="0"/>
                  </a:endParaRPr>
                </a:p>
              </p:txBody>
            </p:sp>
            <p:sp>
              <p:nvSpPr>
                <p:cNvPr id="53314" name="Rectangle 36">
                  <a:extLst>
                    <a:ext uri="{FF2B5EF4-FFF2-40B4-BE49-F238E27FC236}">
                      <a16:creationId xmlns:a16="http://schemas.microsoft.com/office/drawing/2014/main" id="{148C8A5A-B7DB-4A23-F546-1142132DE949}"/>
                    </a:ext>
                  </a:extLst>
                </p:cNvPr>
                <p:cNvSpPr>
                  <a:spLocks noChangeArrowheads="1"/>
                </p:cNvSpPr>
                <p:nvPr/>
              </p:nvSpPr>
              <p:spPr bwMode="auto">
                <a:xfrm>
                  <a:off x="1584" y="720"/>
                  <a:ext cx="960" cy="384"/>
                </a:xfrm>
                <a:prstGeom prst="rect">
                  <a:avLst/>
                </a:prstGeom>
                <a:solidFill>
                  <a:srgbClr val="FF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15" name="Line 37">
                  <a:extLst>
                    <a:ext uri="{FF2B5EF4-FFF2-40B4-BE49-F238E27FC236}">
                      <a16:creationId xmlns:a16="http://schemas.microsoft.com/office/drawing/2014/main" id="{9EC902F8-0F89-FEFE-3DC8-8EED7DBB543E}"/>
                    </a:ext>
                  </a:extLst>
                </p:cNvPr>
                <p:cNvSpPr>
                  <a:spLocks noChangeShapeType="1"/>
                </p:cNvSpPr>
                <p:nvPr/>
              </p:nvSpPr>
              <p:spPr bwMode="auto">
                <a:xfrm>
                  <a:off x="1584" y="720"/>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grpSp>
        </p:grpSp>
        <p:sp>
          <p:nvSpPr>
            <p:cNvPr id="53306" name="Rectangle 38">
              <a:extLst>
                <a:ext uri="{FF2B5EF4-FFF2-40B4-BE49-F238E27FC236}">
                  <a16:creationId xmlns:a16="http://schemas.microsoft.com/office/drawing/2014/main" id="{6FAD6168-F93E-17D5-A889-7275BBDE90E4}"/>
                </a:ext>
              </a:extLst>
            </p:cNvPr>
            <p:cNvSpPr>
              <a:spLocks noChangeArrowheads="1"/>
            </p:cNvSpPr>
            <p:nvPr/>
          </p:nvSpPr>
          <p:spPr bwMode="auto">
            <a:xfrm>
              <a:off x="4692" y="562"/>
              <a:ext cx="8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F</a:t>
              </a:r>
              <a:endParaRPr lang="en-GB" altLang="en-US" sz="2000">
                <a:latin typeface="Comic Sans MS" panose="030F0702030302020204" pitchFamily="66" charset="0"/>
              </a:endParaRPr>
            </a:p>
          </p:txBody>
        </p:sp>
      </p:grpSp>
      <p:sp>
        <p:nvSpPr>
          <p:cNvPr id="53270" name="Rectangle 39">
            <a:extLst>
              <a:ext uri="{FF2B5EF4-FFF2-40B4-BE49-F238E27FC236}">
                <a16:creationId xmlns:a16="http://schemas.microsoft.com/office/drawing/2014/main" id="{D48269EA-9473-84CF-A927-D420320CD180}"/>
              </a:ext>
            </a:extLst>
          </p:cNvPr>
          <p:cNvSpPr>
            <a:spLocks noChangeArrowheads="1"/>
          </p:cNvSpPr>
          <p:nvPr/>
        </p:nvSpPr>
        <p:spPr bwMode="auto">
          <a:xfrm>
            <a:off x="8166101" y="2789238"/>
            <a:ext cx="13222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A</a:t>
            </a:r>
            <a:endParaRPr lang="en-GB" altLang="en-US" sz="2000">
              <a:latin typeface="Comic Sans MS" panose="030F0702030302020204" pitchFamily="66" charset="0"/>
            </a:endParaRPr>
          </a:p>
        </p:txBody>
      </p:sp>
      <p:cxnSp>
        <p:nvCxnSpPr>
          <p:cNvPr id="53271" name="AutoShape 40">
            <a:extLst>
              <a:ext uri="{FF2B5EF4-FFF2-40B4-BE49-F238E27FC236}">
                <a16:creationId xmlns:a16="http://schemas.microsoft.com/office/drawing/2014/main" id="{43F0CA9F-01A8-0872-B30C-1FFC3E65F6B9}"/>
              </a:ext>
            </a:extLst>
          </p:cNvPr>
          <p:cNvCxnSpPr>
            <a:cxnSpLocks noChangeShapeType="1"/>
          </p:cNvCxnSpPr>
          <p:nvPr/>
        </p:nvCxnSpPr>
        <p:spPr bwMode="auto">
          <a:xfrm>
            <a:off x="7958138" y="3424238"/>
            <a:ext cx="1262062" cy="4762"/>
          </a:xfrm>
          <a:prstGeom prst="straightConnector1">
            <a:avLst/>
          </a:prstGeom>
          <a:noFill/>
          <a:ln w="114300">
            <a:solidFill>
              <a:srgbClr val="FF0000"/>
            </a:solidFill>
            <a:round/>
            <a:headEnd/>
            <a:tailEnd type="triangle" w="med" len="med"/>
          </a:ln>
          <a:extLst>
            <a:ext uri="{909E8E84-426E-40DD-AFC4-6F175D3DCCD1}">
              <a14:hiddenFill xmlns:a14="http://schemas.microsoft.com/office/drawing/2010/main">
                <a:noFill/>
              </a14:hiddenFill>
            </a:ext>
          </a:extLst>
        </p:spPr>
      </p:cxnSp>
      <p:sp>
        <p:nvSpPr>
          <p:cNvPr id="53272" name="Rectangle 41">
            <a:extLst>
              <a:ext uri="{FF2B5EF4-FFF2-40B4-BE49-F238E27FC236}">
                <a16:creationId xmlns:a16="http://schemas.microsoft.com/office/drawing/2014/main" id="{B146C60A-9BF0-42D9-2570-6F10631F6B10}"/>
              </a:ext>
            </a:extLst>
          </p:cNvPr>
          <p:cNvSpPr>
            <a:spLocks noChangeArrowheads="1"/>
          </p:cNvSpPr>
          <p:nvPr/>
        </p:nvSpPr>
        <p:spPr bwMode="auto">
          <a:xfrm>
            <a:off x="4402138" y="2927350"/>
            <a:ext cx="77946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375850" name="Rectangle 42">
            <a:extLst>
              <a:ext uri="{FF2B5EF4-FFF2-40B4-BE49-F238E27FC236}">
                <a16:creationId xmlns:a16="http://schemas.microsoft.com/office/drawing/2014/main" id="{BE5671FE-E1EC-45D0-4C8C-3EEBD48B0912}"/>
              </a:ext>
            </a:extLst>
          </p:cNvPr>
          <p:cNvSpPr>
            <a:spLocks noChangeArrowheads="1"/>
          </p:cNvSpPr>
          <p:nvPr/>
        </p:nvSpPr>
        <p:spPr bwMode="auto">
          <a:xfrm>
            <a:off x="4368800" y="3784600"/>
            <a:ext cx="1041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notify()</a:t>
            </a:r>
            <a:endParaRPr lang="en-GB" altLang="en-US" sz="2000">
              <a:latin typeface="Comic Sans MS" panose="030F0702030302020204" pitchFamily="66" charset="0"/>
            </a:endParaRPr>
          </a:p>
        </p:txBody>
      </p:sp>
      <p:grpSp>
        <p:nvGrpSpPr>
          <p:cNvPr id="6" name="Group 43">
            <a:extLst>
              <a:ext uri="{FF2B5EF4-FFF2-40B4-BE49-F238E27FC236}">
                <a16:creationId xmlns:a16="http://schemas.microsoft.com/office/drawing/2014/main" id="{A78D1384-C9B6-5F58-4D77-DCFBD9A6A531}"/>
              </a:ext>
            </a:extLst>
          </p:cNvPr>
          <p:cNvGrpSpPr>
            <a:grpSpLocks/>
          </p:cNvGrpSpPr>
          <p:nvPr/>
        </p:nvGrpSpPr>
        <p:grpSpPr bwMode="auto">
          <a:xfrm>
            <a:off x="2782889" y="381001"/>
            <a:ext cx="4016375" cy="2781301"/>
            <a:chOff x="763" y="240"/>
            <a:chExt cx="2741" cy="1752"/>
          </a:xfrm>
        </p:grpSpPr>
        <p:sp>
          <p:nvSpPr>
            <p:cNvPr id="53293" name="Rectangle 44">
              <a:extLst>
                <a:ext uri="{FF2B5EF4-FFF2-40B4-BE49-F238E27FC236}">
                  <a16:creationId xmlns:a16="http://schemas.microsoft.com/office/drawing/2014/main" id="{BFEF1C01-A9B5-5257-F93F-26BBAE7B85DD}"/>
                </a:ext>
              </a:extLst>
            </p:cNvPr>
            <p:cNvSpPr>
              <a:spLocks noChangeArrowheads="1"/>
            </p:cNvSpPr>
            <p:nvPr/>
          </p:nvSpPr>
          <p:spPr bwMode="auto">
            <a:xfrm>
              <a:off x="763" y="1759"/>
              <a:ext cx="91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B</a:t>
              </a:r>
              <a:endParaRPr lang="en-GB" altLang="en-US" sz="2000">
                <a:latin typeface="Comic Sans MS" panose="030F0702030302020204" pitchFamily="66" charset="0"/>
              </a:endParaRPr>
            </a:p>
          </p:txBody>
        </p:sp>
        <p:grpSp>
          <p:nvGrpSpPr>
            <p:cNvPr id="53294" name="Group 45">
              <a:extLst>
                <a:ext uri="{FF2B5EF4-FFF2-40B4-BE49-F238E27FC236}">
                  <a16:creationId xmlns:a16="http://schemas.microsoft.com/office/drawing/2014/main" id="{BB2A5601-33F8-F2A9-24E1-B5B8D375BF16}"/>
                </a:ext>
              </a:extLst>
            </p:cNvPr>
            <p:cNvGrpSpPr>
              <a:grpSpLocks/>
            </p:cNvGrpSpPr>
            <p:nvPr/>
          </p:nvGrpSpPr>
          <p:grpSpPr bwMode="auto">
            <a:xfrm>
              <a:off x="2544" y="240"/>
              <a:ext cx="960" cy="1008"/>
              <a:chOff x="940" y="948"/>
              <a:chExt cx="960" cy="1008"/>
            </a:xfrm>
          </p:grpSpPr>
          <p:sp>
            <p:nvSpPr>
              <p:cNvPr id="53296" name="Line 46">
                <a:extLst>
                  <a:ext uri="{FF2B5EF4-FFF2-40B4-BE49-F238E27FC236}">
                    <a16:creationId xmlns:a16="http://schemas.microsoft.com/office/drawing/2014/main" id="{E7F6B132-88B7-822B-BD43-472163B36750}"/>
                  </a:ext>
                </a:extLst>
              </p:cNvPr>
              <p:cNvSpPr>
                <a:spLocks noChangeShapeType="1"/>
              </p:cNvSpPr>
              <p:nvPr/>
            </p:nvSpPr>
            <p:spPr bwMode="auto">
              <a:xfrm>
                <a:off x="1900" y="948"/>
                <a:ext cx="0" cy="14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grpSp>
            <p:nvGrpSpPr>
              <p:cNvPr id="53297" name="Group 47">
                <a:extLst>
                  <a:ext uri="{FF2B5EF4-FFF2-40B4-BE49-F238E27FC236}">
                    <a16:creationId xmlns:a16="http://schemas.microsoft.com/office/drawing/2014/main" id="{57159EB9-70E1-80FA-3603-1CD8D0631D92}"/>
                  </a:ext>
                </a:extLst>
              </p:cNvPr>
              <p:cNvGrpSpPr>
                <a:grpSpLocks/>
              </p:cNvGrpSpPr>
              <p:nvPr/>
            </p:nvGrpSpPr>
            <p:grpSpPr bwMode="auto">
              <a:xfrm>
                <a:off x="940" y="948"/>
                <a:ext cx="960" cy="1008"/>
                <a:chOff x="1584" y="720"/>
                <a:chExt cx="960" cy="1008"/>
              </a:xfrm>
            </p:grpSpPr>
            <p:sp>
              <p:nvSpPr>
                <p:cNvPr id="53298" name="Rectangle 48">
                  <a:extLst>
                    <a:ext uri="{FF2B5EF4-FFF2-40B4-BE49-F238E27FC236}">
                      <a16:creationId xmlns:a16="http://schemas.microsoft.com/office/drawing/2014/main" id="{F2B0ACE0-6EC9-9B7B-EF83-BF68345E217C}"/>
                    </a:ext>
                  </a:extLst>
                </p:cNvPr>
                <p:cNvSpPr>
                  <a:spLocks noChangeArrowheads="1"/>
                </p:cNvSpPr>
                <p:nvPr/>
              </p:nvSpPr>
              <p:spPr bwMode="auto">
                <a:xfrm>
                  <a:off x="1584" y="864"/>
                  <a:ext cx="960" cy="288"/>
                </a:xfrm>
                <a:prstGeom prst="rect">
                  <a:avLst/>
                </a:prstGeom>
                <a:solidFill>
                  <a:srgbClr val="FF33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99" name="Rectangle 49">
                  <a:extLst>
                    <a:ext uri="{FF2B5EF4-FFF2-40B4-BE49-F238E27FC236}">
                      <a16:creationId xmlns:a16="http://schemas.microsoft.com/office/drawing/2014/main" id="{783B3ADA-D5BA-5119-419A-FAA87A0D43D9}"/>
                    </a:ext>
                  </a:extLst>
                </p:cNvPr>
                <p:cNvSpPr>
                  <a:spLocks noChangeArrowheads="1"/>
                </p:cNvSpPr>
                <p:nvPr/>
              </p:nvSpPr>
              <p:spPr bwMode="auto">
                <a:xfrm>
                  <a:off x="1584" y="1152"/>
                  <a:ext cx="960" cy="288"/>
                </a:xfrm>
                <a:prstGeom prst="rect">
                  <a:avLst/>
                </a:prstGeom>
                <a:solidFill>
                  <a:srgbClr val="FF33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00" name="Rectangle 50">
                  <a:extLst>
                    <a:ext uri="{FF2B5EF4-FFF2-40B4-BE49-F238E27FC236}">
                      <a16:creationId xmlns:a16="http://schemas.microsoft.com/office/drawing/2014/main" id="{25B50227-3570-E362-BED1-7E7F23B156DC}"/>
                    </a:ext>
                  </a:extLst>
                </p:cNvPr>
                <p:cNvSpPr>
                  <a:spLocks noChangeArrowheads="1"/>
                </p:cNvSpPr>
                <p:nvPr/>
              </p:nvSpPr>
              <p:spPr bwMode="auto">
                <a:xfrm>
                  <a:off x="1584" y="1440"/>
                  <a:ext cx="960" cy="288"/>
                </a:xfrm>
                <a:prstGeom prst="rect">
                  <a:avLst/>
                </a:prstGeom>
                <a:solidFill>
                  <a:srgbClr val="FF33CC"/>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01" name="Rectangle 51">
                  <a:extLst>
                    <a:ext uri="{FF2B5EF4-FFF2-40B4-BE49-F238E27FC236}">
                      <a16:creationId xmlns:a16="http://schemas.microsoft.com/office/drawing/2014/main" id="{30711E62-C34C-2E49-3142-DCB7B1149268}"/>
                    </a:ext>
                  </a:extLst>
                </p:cNvPr>
                <p:cNvSpPr>
                  <a:spLocks noChangeArrowheads="1"/>
                </p:cNvSpPr>
                <p:nvPr/>
              </p:nvSpPr>
              <p:spPr bwMode="auto">
                <a:xfrm>
                  <a:off x="1632" y="1200"/>
                  <a:ext cx="8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F</a:t>
                  </a:r>
                  <a:endParaRPr lang="en-GB" altLang="en-US" sz="2000">
                    <a:latin typeface="Comic Sans MS" panose="030F0702030302020204" pitchFamily="66" charset="0"/>
                  </a:endParaRPr>
                </a:p>
              </p:txBody>
            </p:sp>
            <p:sp>
              <p:nvSpPr>
                <p:cNvPr id="53302" name="Rectangle 52">
                  <a:extLst>
                    <a:ext uri="{FF2B5EF4-FFF2-40B4-BE49-F238E27FC236}">
                      <a16:creationId xmlns:a16="http://schemas.microsoft.com/office/drawing/2014/main" id="{576574E5-87F1-22E2-5887-7D6B71BDC11F}"/>
                    </a:ext>
                  </a:extLst>
                </p:cNvPr>
                <p:cNvSpPr>
                  <a:spLocks noChangeArrowheads="1"/>
                </p:cNvSpPr>
                <p:nvPr/>
              </p:nvSpPr>
              <p:spPr bwMode="auto">
                <a:xfrm>
                  <a:off x="1632" y="1488"/>
                  <a:ext cx="89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E</a:t>
                  </a:r>
                  <a:endParaRPr lang="en-GB" altLang="en-US" sz="2000">
                    <a:latin typeface="Comic Sans MS" panose="030F0702030302020204" pitchFamily="66" charset="0"/>
                  </a:endParaRPr>
                </a:p>
              </p:txBody>
            </p:sp>
            <p:sp>
              <p:nvSpPr>
                <p:cNvPr id="53303" name="Rectangle 53">
                  <a:extLst>
                    <a:ext uri="{FF2B5EF4-FFF2-40B4-BE49-F238E27FC236}">
                      <a16:creationId xmlns:a16="http://schemas.microsoft.com/office/drawing/2014/main" id="{3A0A8EEA-90F2-D556-FDE1-C279B60EC7C4}"/>
                    </a:ext>
                  </a:extLst>
                </p:cNvPr>
                <p:cNvSpPr>
                  <a:spLocks noChangeArrowheads="1"/>
                </p:cNvSpPr>
                <p:nvPr/>
              </p:nvSpPr>
              <p:spPr bwMode="auto">
                <a:xfrm>
                  <a:off x="1584" y="720"/>
                  <a:ext cx="960" cy="384"/>
                </a:xfrm>
                <a:prstGeom prst="rect">
                  <a:avLst/>
                </a:prstGeom>
                <a:solidFill>
                  <a:srgbClr val="FF33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304" name="Line 54">
                  <a:extLst>
                    <a:ext uri="{FF2B5EF4-FFF2-40B4-BE49-F238E27FC236}">
                      <a16:creationId xmlns:a16="http://schemas.microsoft.com/office/drawing/2014/main" id="{2A9D3D6A-7137-6579-42C4-FA8A29581D75}"/>
                    </a:ext>
                  </a:extLst>
                </p:cNvPr>
                <p:cNvSpPr>
                  <a:spLocks noChangeShapeType="1"/>
                </p:cNvSpPr>
                <p:nvPr/>
              </p:nvSpPr>
              <p:spPr bwMode="auto">
                <a:xfrm>
                  <a:off x="1584" y="720"/>
                  <a:ext cx="0" cy="38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grpSp>
        </p:grpSp>
        <p:cxnSp>
          <p:nvCxnSpPr>
            <p:cNvPr id="53295" name="AutoShape 55">
              <a:extLst>
                <a:ext uri="{FF2B5EF4-FFF2-40B4-BE49-F238E27FC236}">
                  <a16:creationId xmlns:a16="http://schemas.microsoft.com/office/drawing/2014/main" id="{9D535D35-3CC2-F3C6-7FF2-91341B1260CE}"/>
                </a:ext>
              </a:extLst>
            </p:cNvPr>
            <p:cNvCxnSpPr>
              <a:cxnSpLocks noChangeShapeType="1"/>
            </p:cNvCxnSpPr>
            <p:nvPr/>
          </p:nvCxnSpPr>
          <p:spPr bwMode="auto">
            <a:xfrm rot="10800000" flipV="1">
              <a:off x="2086" y="1123"/>
              <a:ext cx="458" cy="721"/>
            </a:xfrm>
            <a:prstGeom prst="bentConnector2">
              <a:avLst/>
            </a:prstGeom>
            <a:noFill/>
            <a:ln w="114300">
              <a:solidFill>
                <a:srgbClr val="0000FF"/>
              </a:solidFill>
              <a:miter lim="800000"/>
              <a:headEnd/>
              <a:tailEnd type="triangle" w="med" len="med"/>
            </a:ln>
            <a:extLst>
              <a:ext uri="{909E8E84-426E-40DD-AFC4-6F175D3DCCD1}">
                <a14:hiddenFill xmlns:a14="http://schemas.microsoft.com/office/drawing/2010/main">
                  <a:noFill/>
                </a14:hiddenFill>
              </a:ext>
            </a:extLst>
          </p:spPr>
        </p:cxnSp>
      </p:grpSp>
      <p:grpSp>
        <p:nvGrpSpPr>
          <p:cNvPr id="9" name="Group 56">
            <a:extLst>
              <a:ext uri="{FF2B5EF4-FFF2-40B4-BE49-F238E27FC236}">
                <a16:creationId xmlns:a16="http://schemas.microsoft.com/office/drawing/2014/main" id="{81D66181-E877-6CDD-1745-C82A0AF60BD1}"/>
              </a:ext>
            </a:extLst>
          </p:cNvPr>
          <p:cNvGrpSpPr>
            <a:grpSpLocks/>
          </p:cNvGrpSpPr>
          <p:nvPr/>
        </p:nvGrpSpPr>
        <p:grpSpPr bwMode="auto">
          <a:xfrm>
            <a:off x="5495925" y="2684463"/>
            <a:ext cx="4046538" cy="2730500"/>
            <a:chOff x="2614" y="1691"/>
            <a:chExt cx="2762" cy="1720"/>
          </a:xfrm>
        </p:grpSpPr>
        <p:grpSp>
          <p:nvGrpSpPr>
            <p:cNvPr id="53289" name="Group 57">
              <a:extLst>
                <a:ext uri="{FF2B5EF4-FFF2-40B4-BE49-F238E27FC236}">
                  <a16:creationId xmlns:a16="http://schemas.microsoft.com/office/drawing/2014/main" id="{44DD92F5-B8FE-01E4-927E-BAF77EB2B6F0}"/>
                </a:ext>
              </a:extLst>
            </p:cNvPr>
            <p:cNvGrpSpPr>
              <a:grpSpLocks/>
            </p:cNvGrpSpPr>
            <p:nvPr/>
          </p:nvGrpSpPr>
          <p:grpSpPr bwMode="auto">
            <a:xfrm>
              <a:off x="2614" y="2131"/>
              <a:ext cx="2330" cy="1280"/>
              <a:chOff x="2614" y="2131"/>
              <a:chExt cx="2330" cy="1280"/>
            </a:xfrm>
          </p:grpSpPr>
          <p:sp>
            <p:nvSpPr>
              <p:cNvPr id="53291" name="Rectangle 58">
                <a:extLst>
                  <a:ext uri="{FF2B5EF4-FFF2-40B4-BE49-F238E27FC236}">
                    <a16:creationId xmlns:a16="http://schemas.microsoft.com/office/drawing/2014/main" id="{F3C4438B-559C-584E-17F0-4D000838BC0A}"/>
                  </a:ext>
                </a:extLst>
              </p:cNvPr>
              <p:cNvSpPr>
                <a:spLocks noChangeArrowheads="1"/>
              </p:cNvSpPr>
              <p:nvPr/>
            </p:nvSpPr>
            <p:spPr bwMode="auto">
              <a:xfrm>
                <a:off x="2614" y="3178"/>
                <a:ext cx="903" cy="23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A</a:t>
                </a:r>
                <a:endParaRPr lang="en-GB" altLang="en-US" sz="2000">
                  <a:latin typeface="Comic Sans MS" panose="030F0702030302020204" pitchFamily="66" charset="0"/>
                </a:endParaRPr>
              </a:p>
            </p:txBody>
          </p:sp>
          <p:cxnSp>
            <p:nvCxnSpPr>
              <p:cNvPr id="53292" name="AutoShape 59">
                <a:extLst>
                  <a:ext uri="{FF2B5EF4-FFF2-40B4-BE49-F238E27FC236}">
                    <a16:creationId xmlns:a16="http://schemas.microsoft.com/office/drawing/2014/main" id="{2B990EAF-FD10-5D67-19BE-5006CB96BBCB}"/>
                  </a:ext>
                </a:extLst>
              </p:cNvPr>
              <p:cNvCxnSpPr>
                <a:cxnSpLocks noChangeShapeType="1"/>
              </p:cNvCxnSpPr>
              <p:nvPr/>
            </p:nvCxnSpPr>
            <p:spPr bwMode="auto">
              <a:xfrm rot="10800000" flipV="1">
                <a:off x="3558" y="2131"/>
                <a:ext cx="1386" cy="1181"/>
              </a:xfrm>
              <a:prstGeom prst="bentConnector3">
                <a:avLst>
                  <a:gd name="adj1" fmla="val -6208"/>
                </a:avLst>
              </a:prstGeom>
              <a:noFill/>
              <a:ln w="127000">
                <a:solidFill>
                  <a:srgbClr val="FF0000"/>
                </a:solidFill>
                <a:miter lim="800000"/>
                <a:headEnd/>
                <a:tailEnd type="triangle" w="med" len="med"/>
              </a:ln>
              <a:extLst>
                <a:ext uri="{909E8E84-426E-40DD-AFC4-6F175D3DCCD1}">
                  <a14:hiddenFill xmlns:a14="http://schemas.microsoft.com/office/drawing/2010/main">
                    <a:noFill/>
                  </a14:hiddenFill>
                </a:ext>
              </a:extLst>
            </p:spPr>
          </p:cxnSp>
        </p:grpSp>
        <p:sp>
          <p:nvSpPr>
            <p:cNvPr id="53290" name="Rectangle 60">
              <a:extLst>
                <a:ext uri="{FF2B5EF4-FFF2-40B4-BE49-F238E27FC236}">
                  <a16:creationId xmlns:a16="http://schemas.microsoft.com/office/drawing/2014/main" id="{09A8B26A-AC89-04FC-67A2-FB1BC0723A67}"/>
                </a:ext>
              </a:extLst>
            </p:cNvPr>
            <p:cNvSpPr>
              <a:spLocks noChangeArrowheads="1"/>
            </p:cNvSpPr>
            <p:nvPr/>
          </p:nvSpPr>
          <p:spPr bwMode="auto">
            <a:xfrm>
              <a:off x="4437" y="1691"/>
              <a:ext cx="939" cy="349"/>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grpSp>
      <p:grpSp>
        <p:nvGrpSpPr>
          <p:cNvPr id="11" name="Group 61">
            <a:extLst>
              <a:ext uri="{FF2B5EF4-FFF2-40B4-BE49-F238E27FC236}">
                <a16:creationId xmlns:a16="http://schemas.microsoft.com/office/drawing/2014/main" id="{7D73213D-9ADE-724D-A148-68DB471AD066}"/>
              </a:ext>
            </a:extLst>
          </p:cNvPr>
          <p:cNvGrpSpPr>
            <a:grpSpLocks/>
          </p:cNvGrpSpPr>
          <p:nvPr/>
        </p:nvGrpSpPr>
        <p:grpSpPr bwMode="auto">
          <a:xfrm>
            <a:off x="5143501" y="609601"/>
            <a:ext cx="1671881" cy="5605463"/>
            <a:chOff x="2374" y="384"/>
            <a:chExt cx="1141" cy="3531"/>
          </a:xfrm>
        </p:grpSpPr>
        <p:grpSp>
          <p:nvGrpSpPr>
            <p:cNvPr id="53277" name="Group 62">
              <a:extLst>
                <a:ext uri="{FF2B5EF4-FFF2-40B4-BE49-F238E27FC236}">
                  <a16:creationId xmlns:a16="http://schemas.microsoft.com/office/drawing/2014/main" id="{1F1EBDCF-E5EB-535A-6B36-EC2191F37953}"/>
                </a:ext>
              </a:extLst>
            </p:cNvPr>
            <p:cNvGrpSpPr>
              <a:grpSpLocks/>
            </p:cNvGrpSpPr>
            <p:nvPr/>
          </p:nvGrpSpPr>
          <p:grpSpPr bwMode="auto">
            <a:xfrm>
              <a:off x="2545" y="384"/>
              <a:ext cx="970" cy="2928"/>
              <a:chOff x="2544" y="384"/>
              <a:chExt cx="971" cy="2640"/>
            </a:xfrm>
          </p:grpSpPr>
          <p:cxnSp>
            <p:nvCxnSpPr>
              <p:cNvPr id="53287" name="AutoShape 63">
                <a:extLst>
                  <a:ext uri="{FF2B5EF4-FFF2-40B4-BE49-F238E27FC236}">
                    <a16:creationId xmlns:a16="http://schemas.microsoft.com/office/drawing/2014/main" id="{E907AD5D-7B72-55C4-E0C1-26229A021C8F}"/>
                  </a:ext>
                </a:extLst>
              </p:cNvPr>
              <p:cNvCxnSpPr>
                <a:cxnSpLocks noChangeShapeType="1"/>
                <a:stCxn id="53280" idx="1"/>
                <a:endCxn id="53303" idx="1"/>
              </p:cNvCxnSpPr>
              <p:nvPr/>
            </p:nvCxnSpPr>
            <p:spPr bwMode="auto">
              <a:xfrm rot="10800000" flipH="1">
                <a:off x="2544" y="432"/>
                <a:ext cx="1" cy="2592"/>
              </a:xfrm>
              <a:prstGeom prst="bentConnector3">
                <a:avLst>
                  <a:gd name="adj1" fmla="val -187400000"/>
                </a:avLst>
              </a:prstGeom>
              <a:noFill/>
              <a:ln w="114300">
                <a:solidFill>
                  <a:srgbClr val="FF33CC"/>
                </a:solidFill>
                <a:miter lim="800000"/>
                <a:headEnd/>
                <a:tailEnd type="triangle" w="med" len="med"/>
              </a:ln>
              <a:extLst>
                <a:ext uri="{909E8E84-426E-40DD-AFC4-6F175D3DCCD1}">
                  <a14:hiddenFill xmlns:a14="http://schemas.microsoft.com/office/drawing/2010/main">
                    <a:noFill/>
                  </a14:hiddenFill>
                </a:ext>
              </a:extLst>
            </p:spPr>
          </p:cxnSp>
          <p:sp>
            <p:nvSpPr>
              <p:cNvPr id="53288" name="Rectangle 64">
                <a:extLst>
                  <a:ext uri="{FF2B5EF4-FFF2-40B4-BE49-F238E27FC236}">
                    <a16:creationId xmlns:a16="http://schemas.microsoft.com/office/drawing/2014/main" id="{66E0FE5E-156B-CB69-1493-718D76513B65}"/>
                  </a:ext>
                </a:extLst>
              </p:cNvPr>
              <p:cNvSpPr>
                <a:spLocks noChangeArrowheads="1"/>
              </p:cNvSpPr>
              <p:nvPr/>
            </p:nvSpPr>
            <p:spPr bwMode="auto">
              <a:xfrm>
                <a:off x="2604" y="384"/>
                <a:ext cx="911" cy="210"/>
              </a:xfrm>
              <a:prstGeom prst="rect">
                <a:avLst/>
              </a:prstGeom>
              <a:solidFill>
                <a:srgbClr val="FF33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GB" altLang="en-US" sz="2400" b="1">
                    <a:solidFill>
                      <a:srgbClr val="000000"/>
                    </a:solidFill>
                  </a:rPr>
                  <a:t>Thread C</a:t>
                </a:r>
                <a:endParaRPr lang="en-GB" altLang="en-US" sz="2000">
                  <a:latin typeface="Comic Sans MS" panose="030F0702030302020204" pitchFamily="66" charset="0"/>
                </a:endParaRPr>
              </a:p>
            </p:txBody>
          </p:sp>
        </p:grpSp>
        <p:grpSp>
          <p:nvGrpSpPr>
            <p:cNvPr id="53278" name="Group 65">
              <a:extLst>
                <a:ext uri="{FF2B5EF4-FFF2-40B4-BE49-F238E27FC236}">
                  <a16:creationId xmlns:a16="http://schemas.microsoft.com/office/drawing/2014/main" id="{3AEA8DA0-B607-A47A-4032-53B345946B92}"/>
                </a:ext>
              </a:extLst>
            </p:cNvPr>
            <p:cNvGrpSpPr>
              <a:grpSpLocks/>
            </p:cNvGrpSpPr>
            <p:nvPr/>
          </p:nvGrpSpPr>
          <p:grpSpPr bwMode="auto">
            <a:xfrm>
              <a:off x="2374" y="2880"/>
              <a:ext cx="1130" cy="1035"/>
              <a:chOff x="2387" y="3045"/>
              <a:chExt cx="1130" cy="1035"/>
            </a:xfrm>
          </p:grpSpPr>
          <p:sp>
            <p:nvSpPr>
              <p:cNvPr id="53279" name="Rectangle 66">
                <a:extLst>
                  <a:ext uri="{FF2B5EF4-FFF2-40B4-BE49-F238E27FC236}">
                    <a16:creationId xmlns:a16="http://schemas.microsoft.com/office/drawing/2014/main" id="{E4E27A40-DE25-6119-6501-9A3EE6F5A154}"/>
                  </a:ext>
                </a:extLst>
              </p:cNvPr>
              <p:cNvSpPr>
                <a:spLocks noChangeArrowheads="1"/>
              </p:cNvSpPr>
              <p:nvPr/>
            </p:nvSpPr>
            <p:spPr bwMode="auto">
              <a:xfrm>
                <a:off x="2387" y="3333"/>
                <a:ext cx="1068" cy="3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80" name="Rectangle 67">
                <a:extLst>
                  <a:ext uri="{FF2B5EF4-FFF2-40B4-BE49-F238E27FC236}">
                    <a16:creationId xmlns:a16="http://schemas.microsoft.com/office/drawing/2014/main" id="{3770EED7-0890-6A88-0671-A8B750163E1C}"/>
                  </a:ext>
                </a:extLst>
              </p:cNvPr>
              <p:cNvSpPr>
                <a:spLocks noChangeArrowheads="1"/>
              </p:cNvSpPr>
              <p:nvPr/>
            </p:nvSpPr>
            <p:spPr bwMode="auto">
              <a:xfrm>
                <a:off x="2557" y="3045"/>
                <a:ext cx="960" cy="288"/>
              </a:xfrm>
              <a:prstGeom prst="rect">
                <a:avLst/>
              </a:prstGeom>
              <a:solidFill>
                <a:srgbClr val="FF0000"/>
              </a:solidFill>
              <a:ln w="12700">
                <a:solidFill>
                  <a:schemeClr val="tx1"/>
                </a:solidFill>
                <a:miter lim="800000"/>
                <a:headEnd/>
                <a:tailEnd/>
              </a:ln>
            </p:spPr>
            <p:txBody>
              <a:bodyPr wrap="none" anchor="ct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GB" altLang="en-US" sz="2400" b="1">
                    <a:solidFill>
                      <a:srgbClr val="000000"/>
                    </a:solidFill>
                  </a:rPr>
                  <a:t>Thread A</a:t>
                </a:r>
              </a:p>
            </p:txBody>
          </p:sp>
          <p:sp>
            <p:nvSpPr>
              <p:cNvPr id="53281" name="Rectangle 68">
                <a:extLst>
                  <a:ext uri="{FF2B5EF4-FFF2-40B4-BE49-F238E27FC236}">
                    <a16:creationId xmlns:a16="http://schemas.microsoft.com/office/drawing/2014/main" id="{854AEE7C-7DB5-722C-6281-223D6155D62B}"/>
                  </a:ext>
                </a:extLst>
              </p:cNvPr>
              <p:cNvSpPr>
                <a:spLocks noChangeArrowheads="1"/>
              </p:cNvSpPr>
              <p:nvPr/>
            </p:nvSpPr>
            <p:spPr bwMode="auto">
              <a:xfrm>
                <a:off x="2557" y="3333"/>
                <a:ext cx="960" cy="288"/>
              </a:xfrm>
              <a:prstGeom prst="rect">
                <a:avLst/>
              </a:prstGeom>
              <a:solidFill>
                <a:srgbClr val="FF0000"/>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82" name="Rectangle 69">
                <a:extLst>
                  <a:ext uri="{FF2B5EF4-FFF2-40B4-BE49-F238E27FC236}">
                    <a16:creationId xmlns:a16="http://schemas.microsoft.com/office/drawing/2014/main" id="{98DCEBAD-1989-E98B-5D0F-88DAD5C9586D}"/>
                  </a:ext>
                </a:extLst>
              </p:cNvPr>
              <p:cNvSpPr>
                <a:spLocks noChangeArrowheads="1"/>
              </p:cNvSpPr>
              <p:nvPr/>
            </p:nvSpPr>
            <p:spPr bwMode="auto">
              <a:xfrm>
                <a:off x="2557" y="3621"/>
                <a:ext cx="960" cy="288"/>
              </a:xfrm>
              <a:prstGeom prst="rect">
                <a:avLst/>
              </a:prstGeom>
              <a:solidFill>
                <a:srgbClr val="FF0000"/>
              </a:solidFill>
              <a:ln w="12700">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83" name="Rectangle 70">
                <a:extLst>
                  <a:ext uri="{FF2B5EF4-FFF2-40B4-BE49-F238E27FC236}">
                    <a16:creationId xmlns:a16="http://schemas.microsoft.com/office/drawing/2014/main" id="{2CEA5BC1-0289-6002-93CC-4318DFEA0E7D}"/>
                  </a:ext>
                </a:extLst>
              </p:cNvPr>
              <p:cNvSpPr>
                <a:spLocks noChangeArrowheads="1"/>
              </p:cNvSpPr>
              <p:nvPr/>
            </p:nvSpPr>
            <p:spPr bwMode="auto">
              <a:xfrm>
                <a:off x="2624" y="3360"/>
                <a:ext cx="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2000">
                  <a:latin typeface="Comic Sans MS" panose="030F0702030302020204" pitchFamily="66" charset="0"/>
                </a:endParaRPr>
              </a:p>
            </p:txBody>
          </p:sp>
          <p:sp>
            <p:nvSpPr>
              <p:cNvPr id="53284" name="Rectangle 71">
                <a:extLst>
                  <a:ext uri="{FF2B5EF4-FFF2-40B4-BE49-F238E27FC236}">
                    <a16:creationId xmlns:a16="http://schemas.microsoft.com/office/drawing/2014/main" id="{C301855B-0260-6E85-47AE-C571806F47E1}"/>
                  </a:ext>
                </a:extLst>
              </p:cNvPr>
              <p:cNvSpPr>
                <a:spLocks noChangeArrowheads="1"/>
              </p:cNvSpPr>
              <p:nvPr/>
            </p:nvSpPr>
            <p:spPr bwMode="auto">
              <a:xfrm>
                <a:off x="2557" y="3792"/>
                <a:ext cx="960" cy="288"/>
              </a:xfrm>
              <a:prstGeom prst="rect">
                <a:avLst/>
              </a:prstGeom>
              <a:solidFill>
                <a:srgbClr val="FF00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3285" name="Line 72">
                <a:extLst>
                  <a:ext uri="{FF2B5EF4-FFF2-40B4-BE49-F238E27FC236}">
                    <a16:creationId xmlns:a16="http://schemas.microsoft.com/office/drawing/2014/main" id="{8ED95CE2-5F40-3939-C0DD-9514BD617A6D}"/>
                  </a:ext>
                </a:extLst>
              </p:cNvPr>
              <p:cNvSpPr>
                <a:spLocks noChangeShapeType="1"/>
              </p:cNvSpPr>
              <p:nvPr/>
            </p:nvSpPr>
            <p:spPr bwMode="auto">
              <a:xfrm>
                <a:off x="2557" y="3792"/>
                <a:ext cx="0" cy="28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sp>
            <p:nvSpPr>
              <p:cNvPr id="53286" name="Line 73">
                <a:extLst>
                  <a:ext uri="{FF2B5EF4-FFF2-40B4-BE49-F238E27FC236}">
                    <a16:creationId xmlns:a16="http://schemas.microsoft.com/office/drawing/2014/main" id="{61A6FA75-7B3C-FC48-AF31-80F5F91E8756}"/>
                  </a:ext>
                </a:extLst>
              </p:cNvPr>
              <p:cNvSpPr>
                <a:spLocks noChangeShapeType="1"/>
              </p:cNvSpPr>
              <p:nvPr/>
            </p:nvSpPr>
            <p:spPr bwMode="auto">
              <a:xfrm flipH="1">
                <a:off x="3517" y="3909"/>
                <a:ext cx="0" cy="17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MY"/>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12"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strips(downLeft)">
                                      <p:cBhvr>
                                        <p:cTn id="12" dur="500"/>
                                        <p:tgtEl>
                                          <p:spTgt spid="6"/>
                                        </p:tgtEl>
                                      </p:cBhvr>
                                    </p:animEffect>
                                  </p:childTnLst>
                                </p:cTn>
                              </p:par>
                            </p:childTnLst>
                          </p:cTn>
                        </p:par>
                        <p:par>
                          <p:cTn id="13" fill="hold" nodeType="afterGroup">
                            <p:stCondLst>
                              <p:cond delay="500"/>
                            </p:stCondLst>
                            <p:childTnLst>
                              <p:par>
                                <p:cTn id="14" presetID="1" presetClass="entr" presetSubtype="0" fill="hold" nodeType="afterEffect">
                                  <p:stCondLst>
                                    <p:cond delay="2000"/>
                                  </p:stCondLst>
                                  <p:childTnLst>
                                    <p:set>
                                      <p:cBhvr>
                                        <p:cTn id="15" dur="1" fill="hold">
                                          <p:stCondLst>
                                            <p:cond delay="499"/>
                                          </p:stCondLst>
                                        </p:cTn>
                                        <p:tgtEl>
                                          <p:spTgt spid="37585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3"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strips(upRight)">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5850"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614929E5-6DAD-E179-ABED-B243743AD806}"/>
              </a:ext>
            </a:extLst>
          </p:cNvPr>
          <p:cNvSpPr>
            <a:spLocks noChangeArrowheads="1"/>
          </p:cNvSpPr>
          <p:nvPr/>
        </p:nvSpPr>
        <p:spPr bwMode="auto">
          <a:xfrm>
            <a:off x="1712914" y="1752600"/>
            <a:ext cx="7667625" cy="25908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5299" name="Rectangle 4">
            <a:extLst>
              <a:ext uri="{FF2B5EF4-FFF2-40B4-BE49-F238E27FC236}">
                <a16:creationId xmlns:a16="http://schemas.microsoft.com/office/drawing/2014/main" id="{EA0CA1BA-E93E-F5F5-7748-668F4BAEFB8A}"/>
              </a:ext>
            </a:extLst>
          </p:cNvPr>
          <p:cNvSpPr>
            <a:spLocks noGrp="1" noChangeArrowheads="1"/>
          </p:cNvSpPr>
          <p:nvPr>
            <p:ph type="title"/>
          </p:nvPr>
        </p:nvSpPr>
        <p:spPr>
          <a:xfrm>
            <a:off x="2009775" y="1"/>
            <a:ext cx="7042150" cy="695325"/>
          </a:xfrm>
        </p:spPr>
        <p:txBody>
          <a:bodyPr/>
          <a:lstStyle/>
          <a:p>
            <a:pPr eaLnBrk="1" hangingPunct="1"/>
            <a:r>
              <a:rPr lang="en-GB" altLang="en-US" sz="3200"/>
              <a:t>condition synchronization in Java</a:t>
            </a:r>
          </a:p>
        </p:txBody>
      </p:sp>
      <p:sp>
        <p:nvSpPr>
          <p:cNvPr id="55300" name="Text Box 6">
            <a:extLst>
              <a:ext uri="{FF2B5EF4-FFF2-40B4-BE49-F238E27FC236}">
                <a16:creationId xmlns:a16="http://schemas.microsoft.com/office/drawing/2014/main" id="{8A5B10D4-C409-C169-F52B-7F1AC5899407}"/>
              </a:ext>
            </a:extLst>
          </p:cNvPr>
          <p:cNvSpPr txBox="1">
            <a:spLocks noChangeArrowheads="1"/>
          </p:cNvSpPr>
          <p:nvPr/>
        </p:nvSpPr>
        <p:spPr bwMode="auto">
          <a:xfrm>
            <a:off x="1924051" y="1752600"/>
            <a:ext cx="7807325"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MY" altLang="en-US" sz="2400" b="1" noProof="1">
                <a:latin typeface="Courier New" panose="02070309020205020404" pitchFamily="49" charset="0"/>
              </a:rPr>
              <a:t>Java:  </a:t>
            </a:r>
            <a:r>
              <a:rPr lang="en-MY" altLang="en-US" sz="2400" b="1" noProof="1">
                <a:solidFill>
                  <a:srgbClr val="0000FF"/>
                </a:solidFill>
                <a:latin typeface="Courier New" panose="02070309020205020404" pitchFamily="49" charset="0"/>
              </a:rPr>
              <a:t>public synchronized</a:t>
            </a:r>
            <a:r>
              <a:rPr lang="en-MY" altLang="en-US" sz="2400" b="1" noProof="1">
                <a:latin typeface="Courier New" panose="02070309020205020404" pitchFamily="49" charset="0"/>
              </a:rPr>
              <a:t> void act() </a:t>
            </a:r>
          </a:p>
          <a:p>
            <a:pPr>
              <a:spcBef>
                <a:spcPct val="0"/>
              </a:spcBef>
              <a:buFontTx/>
              <a:buNone/>
            </a:pPr>
            <a:r>
              <a:rPr lang="en-MY" altLang="en-US" sz="2400" b="1" noProof="1">
                <a:latin typeface="Courier New" panose="02070309020205020404" pitchFamily="49" charset="0"/>
              </a:rPr>
              <a:t>              </a:t>
            </a:r>
            <a:r>
              <a:rPr lang="en-MY" altLang="en-US" sz="2400" b="1" noProof="1">
                <a:solidFill>
                  <a:srgbClr val="0000FF"/>
                </a:solidFill>
                <a:latin typeface="Courier New" panose="02070309020205020404" pitchFamily="49" charset="0"/>
              </a:rPr>
              <a:t>throws</a:t>
            </a:r>
            <a:r>
              <a:rPr lang="en-MY" altLang="en-US" sz="2400" b="1" noProof="1">
                <a:latin typeface="Courier New" panose="02070309020205020404" pitchFamily="49" charset="0"/>
              </a:rPr>
              <a:t> InterruptedException </a:t>
            </a:r>
          </a:p>
          <a:p>
            <a:pPr>
              <a:spcBef>
                <a:spcPct val="0"/>
              </a:spcBef>
              <a:buFontTx/>
              <a:buNone/>
            </a:pPr>
            <a:r>
              <a:rPr lang="en-MY" altLang="en-US" sz="2400" b="1" noProof="1">
                <a:latin typeface="Courier New" panose="02070309020205020404" pitchFamily="49" charset="0"/>
              </a:rPr>
              <a:t>       {</a:t>
            </a:r>
          </a:p>
          <a:p>
            <a:pPr>
              <a:spcBef>
                <a:spcPct val="0"/>
              </a:spcBef>
              <a:buFontTx/>
              <a:buNone/>
            </a:pPr>
            <a:r>
              <a:rPr lang="en-MY" altLang="en-US" sz="2400" b="1" noProof="1">
                <a:latin typeface="Courier New" panose="02070309020205020404" pitchFamily="49" charset="0"/>
              </a:rPr>
              <a:t>    		</a:t>
            </a:r>
            <a:r>
              <a:rPr lang="en-MY" altLang="en-US" sz="2400" b="1" noProof="1">
                <a:solidFill>
                  <a:srgbClr val="0000FF"/>
                </a:solidFill>
                <a:latin typeface="Courier New" panose="02070309020205020404" pitchFamily="49" charset="0"/>
              </a:rPr>
              <a:t>while</a:t>
            </a:r>
            <a:r>
              <a:rPr lang="en-MY" altLang="en-US" sz="2400" b="1" noProof="1">
                <a:latin typeface="Courier New" panose="02070309020205020404" pitchFamily="49" charset="0"/>
              </a:rPr>
              <a:t> </a:t>
            </a:r>
            <a:r>
              <a:rPr lang="en-MY" altLang="en-US" sz="2400" b="1" noProof="1">
                <a:solidFill>
                  <a:srgbClr val="CC0000"/>
                </a:solidFill>
                <a:latin typeface="Courier New" panose="02070309020205020404" pitchFamily="49" charset="0"/>
              </a:rPr>
              <a:t>(!cond</a:t>
            </a:r>
            <a:r>
              <a:rPr lang="en-MY" altLang="en-US" sz="2400" b="1" noProof="1">
                <a:latin typeface="Courier New" panose="02070309020205020404" pitchFamily="49" charset="0"/>
              </a:rPr>
              <a:t>) wait();</a:t>
            </a:r>
          </a:p>
          <a:p>
            <a:pPr>
              <a:spcBef>
                <a:spcPct val="0"/>
              </a:spcBef>
              <a:buFontTx/>
              <a:buNone/>
            </a:pPr>
            <a:r>
              <a:rPr lang="en-MY" altLang="en-US" sz="2400" b="1" noProof="1">
                <a:latin typeface="Courier New" panose="02070309020205020404" pitchFamily="49" charset="0"/>
              </a:rPr>
              <a:t>    		</a:t>
            </a:r>
            <a:r>
              <a:rPr lang="en-GB" altLang="en-US" sz="2400" b="1">
                <a:latin typeface="Courier New" panose="02070309020205020404" pitchFamily="49" charset="0"/>
              </a:rPr>
              <a:t>  </a:t>
            </a:r>
            <a:r>
              <a:rPr lang="en-GB" altLang="en-US" sz="2400" b="1" noProof="1">
                <a:latin typeface="Courier New" panose="02070309020205020404" pitchFamily="49" charset="0"/>
              </a:rPr>
              <a:t>// modify monitor data</a:t>
            </a:r>
          </a:p>
          <a:p>
            <a:pPr>
              <a:spcBef>
                <a:spcPct val="0"/>
              </a:spcBef>
              <a:buFontTx/>
              <a:buNone/>
            </a:pPr>
            <a:r>
              <a:rPr lang="en-GB" altLang="en-US" sz="2400" b="1" noProof="1">
                <a:latin typeface="Courier New" panose="02070309020205020404" pitchFamily="49" charset="0"/>
              </a:rPr>
              <a:t>    		notifyAll()</a:t>
            </a:r>
          </a:p>
          <a:p>
            <a:pPr>
              <a:spcBef>
                <a:spcPct val="0"/>
              </a:spcBef>
              <a:buFontTx/>
              <a:buNone/>
            </a:pPr>
            <a:r>
              <a:rPr lang="en-GB" altLang="en-US" sz="2400" b="1" noProof="1">
                <a:latin typeface="Courier New" panose="02070309020205020404" pitchFamily="49" charset="0"/>
              </a:rPr>
              <a:t>  	   }</a:t>
            </a:r>
            <a:endParaRPr lang="en-GB" altLang="en-US" sz="2000" b="1">
              <a:latin typeface="Comic Sans MS" panose="030F0702030302020204" pitchFamily="66" charset="0"/>
            </a:endParaRPr>
          </a:p>
        </p:txBody>
      </p:sp>
      <p:sp>
        <p:nvSpPr>
          <p:cNvPr id="55301" name="Text Box 7">
            <a:extLst>
              <a:ext uri="{FF2B5EF4-FFF2-40B4-BE49-F238E27FC236}">
                <a16:creationId xmlns:a16="http://schemas.microsoft.com/office/drawing/2014/main" id="{8451F5E9-806B-2466-B341-FAA265CEFE3F}"/>
              </a:ext>
            </a:extLst>
          </p:cNvPr>
          <p:cNvSpPr txBox="1">
            <a:spLocks noChangeArrowheads="1"/>
          </p:cNvSpPr>
          <p:nvPr/>
        </p:nvSpPr>
        <p:spPr bwMode="auto">
          <a:xfrm>
            <a:off x="1524000" y="4464050"/>
            <a:ext cx="8813800" cy="2123658"/>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FontTx/>
              <a:buNone/>
            </a:pPr>
            <a:r>
              <a:rPr lang="en-GB" altLang="en-US" sz="2400" b="1">
                <a:latin typeface="Times New Roman" panose="02020603050405020304" pitchFamily="18" charset="0"/>
              </a:rPr>
              <a:t>The </a:t>
            </a:r>
            <a:r>
              <a:rPr lang="en-GB" altLang="en-US" sz="2400" b="1">
                <a:solidFill>
                  <a:schemeClr val="accent2"/>
                </a:solidFill>
                <a:latin typeface="Courier New" panose="02070309020205020404" pitchFamily="49" charset="0"/>
              </a:rPr>
              <a:t>while</a:t>
            </a:r>
            <a:r>
              <a:rPr lang="en-GB" altLang="en-US" sz="2400" b="1">
                <a:solidFill>
                  <a:schemeClr val="accent2"/>
                </a:solidFill>
                <a:latin typeface="Times New Roman" panose="02020603050405020304" pitchFamily="18" charset="0"/>
              </a:rPr>
              <a:t> </a:t>
            </a:r>
            <a:r>
              <a:rPr lang="en-GB" altLang="en-US" sz="2400" b="1">
                <a:latin typeface="Times New Roman" panose="02020603050405020304" pitchFamily="18" charset="0"/>
              </a:rPr>
              <a:t>loop is necessary to retest the condition </a:t>
            </a:r>
            <a:r>
              <a:rPr lang="en-GB" altLang="en-US" sz="2400" b="1" i="1">
                <a:latin typeface="Times New Roman" panose="02020603050405020304" pitchFamily="18" charset="0"/>
              </a:rPr>
              <a:t>cond</a:t>
            </a:r>
            <a:r>
              <a:rPr lang="en-GB" altLang="en-US" sz="2400" b="1">
                <a:latin typeface="Times New Roman" panose="02020603050405020304" pitchFamily="18" charset="0"/>
              </a:rPr>
              <a:t> to ensure that </a:t>
            </a:r>
            <a:r>
              <a:rPr lang="en-GB" altLang="en-US" sz="2400" b="1" i="1">
                <a:latin typeface="Times New Roman" panose="02020603050405020304" pitchFamily="18" charset="0"/>
              </a:rPr>
              <a:t>cond</a:t>
            </a:r>
            <a:r>
              <a:rPr lang="en-GB" altLang="en-US" sz="2400" b="1">
                <a:latin typeface="Times New Roman" panose="02020603050405020304" pitchFamily="18" charset="0"/>
              </a:rPr>
              <a:t> is indeed satisfied when it re-enters the monitor.</a:t>
            </a:r>
          </a:p>
          <a:p>
            <a:pPr>
              <a:spcBef>
                <a:spcPct val="50000"/>
              </a:spcBef>
              <a:buFontTx/>
              <a:buNone/>
            </a:pPr>
            <a:r>
              <a:rPr lang="en-GB" altLang="en-US" sz="2400" b="1">
                <a:solidFill>
                  <a:schemeClr val="accent2"/>
                </a:solidFill>
                <a:latin typeface="Courier New" panose="02070309020205020404" pitchFamily="49" charset="0"/>
              </a:rPr>
              <a:t>notifyall()</a:t>
            </a:r>
            <a:r>
              <a:rPr lang="en-GB" altLang="en-US" sz="2400" b="1">
                <a:latin typeface="Times New Roman" panose="02020603050405020304" pitchFamily="18" charset="0"/>
              </a:rPr>
              <a:t> is necessary to awaken other thread(s) that may be waiting to enter the monitor now that the monitor data has been changed.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9250B8EC-F083-833B-9827-8BA4FC30F63A}"/>
              </a:ext>
            </a:extLst>
          </p:cNvPr>
          <p:cNvSpPr>
            <a:spLocks noGrp="1" noChangeArrowheads="1"/>
          </p:cNvSpPr>
          <p:nvPr>
            <p:ph type="title"/>
          </p:nvPr>
        </p:nvSpPr>
        <p:spPr>
          <a:xfrm>
            <a:off x="1973263" y="0"/>
            <a:ext cx="7042150" cy="1143000"/>
          </a:xfrm>
        </p:spPr>
        <p:txBody>
          <a:bodyPr/>
          <a:lstStyle/>
          <a:p>
            <a:pPr eaLnBrk="1" hangingPunct="1"/>
            <a:r>
              <a:rPr lang="en-GB" altLang="en-US" b="1">
                <a:latin typeface="Courier New" panose="02070309020205020404" pitchFamily="49" charset="0"/>
              </a:rPr>
              <a:t>CarParkControl</a:t>
            </a:r>
            <a:r>
              <a:rPr lang="en-GB" altLang="en-US" b="1"/>
              <a:t> - condition synchronization </a:t>
            </a:r>
          </a:p>
        </p:txBody>
      </p:sp>
      <p:sp>
        <p:nvSpPr>
          <p:cNvPr id="57347" name="Rectangle 3">
            <a:extLst>
              <a:ext uri="{FF2B5EF4-FFF2-40B4-BE49-F238E27FC236}">
                <a16:creationId xmlns:a16="http://schemas.microsoft.com/office/drawing/2014/main" id="{4170ED4F-F7FC-E685-6C62-2E10C2D19D73}"/>
              </a:ext>
            </a:extLst>
          </p:cNvPr>
          <p:cNvSpPr>
            <a:spLocks noChangeArrowheads="1"/>
          </p:cNvSpPr>
          <p:nvPr/>
        </p:nvSpPr>
        <p:spPr bwMode="auto">
          <a:xfrm>
            <a:off x="2085975" y="1193800"/>
            <a:ext cx="8301038" cy="5334000"/>
          </a:xfrm>
          <a:prstGeom prst="rect">
            <a:avLst/>
          </a:prstGeom>
          <a:solidFill>
            <a:schemeClr val="bg1"/>
          </a:solidFill>
          <a:ln w="12700">
            <a:solidFill>
              <a:schemeClr val="tx1"/>
            </a:solidFill>
            <a:miter lim="800000"/>
            <a:headEnd/>
            <a:tailEnd/>
          </a:ln>
          <a:effectLst>
            <a:outerShdw dist="107763" dir="2700000" algn="ctr" rotWithShape="0">
              <a:schemeClr val="folHlink"/>
            </a:outerShdw>
          </a:effec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1800"/>
          </a:p>
        </p:txBody>
      </p:sp>
      <p:sp>
        <p:nvSpPr>
          <p:cNvPr id="57348" name="Text Box 4">
            <a:extLst>
              <a:ext uri="{FF2B5EF4-FFF2-40B4-BE49-F238E27FC236}">
                <a16:creationId xmlns:a16="http://schemas.microsoft.com/office/drawing/2014/main" id="{C4E05759-DCEE-F4C9-A519-820D9FF40ED1}"/>
              </a:ext>
            </a:extLst>
          </p:cNvPr>
          <p:cNvSpPr txBox="1">
            <a:spLocks noChangeArrowheads="1"/>
          </p:cNvSpPr>
          <p:nvPr/>
        </p:nvSpPr>
        <p:spPr bwMode="auto">
          <a:xfrm>
            <a:off x="2085975" y="1143000"/>
            <a:ext cx="8370888" cy="6093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MY" altLang="en-US" sz="2000" b="1" noProof="1">
                <a:solidFill>
                  <a:srgbClr val="0000FF"/>
                </a:solidFill>
                <a:latin typeface="Courier New" panose="02070309020205020404" pitchFamily="49" charset="0"/>
              </a:rPr>
              <a:t>class</a:t>
            </a:r>
            <a:r>
              <a:rPr lang="en-MY" altLang="en-US" sz="2000" b="1" noProof="1">
                <a:latin typeface="Courier New" panose="02070309020205020404" pitchFamily="49" charset="0"/>
              </a:rPr>
              <a:t> CarParkControl {</a:t>
            </a:r>
          </a:p>
          <a:p>
            <a:pPr>
              <a:spcBef>
                <a:spcPct val="0"/>
              </a:spcBef>
              <a:buFontTx/>
              <a:buNone/>
            </a:pPr>
            <a:r>
              <a:rPr lang="en-MY" altLang="en-US" sz="2000" b="1" noProof="1">
                <a:latin typeface="Courier New" panose="02070309020205020404" pitchFamily="49" charset="0"/>
              </a:rPr>
              <a:t>  </a:t>
            </a:r>
            <a:r>
              <a:rPr lang="en-MY" altLang="en-US" sz="2000" b="1" noProof="1">
                <a:solidFill>
                  <a:srgbClr val="0000FF"/>
                </a:solidFill>
                <a:latin typeface="Courier New" panose="02070309020205020404" pitchFamily="49" charset="0"/>
              </a:rPr>
              <a:t>protected</a:t>
            </a:r>
            <a:r>
              <a:rPr lang="en-MY" altLang="en-US" sz="2000" b="1" noProof="1">
                <a:latin typeface="Courier New" panose="02070309020205020404" pitchFamily="49" charset="0"/>
              </a:rPr>
              <a:t> int spaces;</a:t>
            </a:r>
          </a:p>
          <a:p>
            <a:pPr>
              <a:spcBef>
                <a:spcPct val="0"/>
              </a:spcBef>
              <a:buFontTx/>
              <a:buNone/>
            </a:pPr>
            <a:r>
              <a:rPr lang="en-MY" altLang="en-US" sz="2000" b="1" noProof="1">
                <a:latin typeface="Courier New" panose="02070309020205020404" pitchFamily="49" charset="0"/>
              </a:rPr>
              <a:t>  </a:t>
            </a:r>
            <a:r>
              <a:rPr lang="en-MY" altLang="en-US" sz="2000" b="1" noProof="1">
                <a:solidFill>
                  <a:srgbClr val="0000FF"/>
                </a:solidFill>
                <a:latin typeface="Courier New" panose="02070309020205020404" pitchFamily="49" charset="0"/>
              </a:rPr>
              <a:t>protected</a:t>
            </a:r>
            <a:r>
              <a:rPr lang="en-MY" altLang="en-US" sz="2000" b="1" noProof="1">
                <a:latin typeface="Courier New" panose="02070309020205020404" pitchFamily="49" charset="0"/>
              </a:rPr>
              <a:t> int capacity;</a:t>
            </a:r>
          </a:p>
          <a:p>
            <a:pPr>
              <a:spcBef>
                <a:spcPct val="0"/>
              </a:spcBef>
              <a:buFontTx/>
              <a:buNone/>
            </a:pPr>
            <a:endParaRPr lang="en-MY" altLang="en-US" sz="1000" b="1" noProof="1">
              <a:latin typeface="Courier New" panose="02070309020205020404" pitchFamily="49" charset="0"/>
            </a:endParaRPr>
          </a:p>
          <a:p>
            <a:pPr>
              <a:spcBef>
                <a:spcPct val="0"/>
              </a:spcBef>
              <a:buFontTx/>
              <a:buNone/>
            </a:pPr>
            <a:r>
              <a:rPr lang="en-MY" altLang="en-US" sz="2000" b="1" noProof="1">
                <a:latin typeface="Courier New" panose="02070309020205020404" pitchFamily="49" charset="0"/>
              </a:rPr>
              <a:t>  CarParkControl(int </a:t>
            </a:r>
            <a:r>
              <a:rPr lang="en-GB" altLang="en-US" sz="2000" b="1">
                <a:latin typeface="Courier New" panose="02070309020205020404" pitchFamily="49" charset="0"/>
              </a:rPr>
              <a:t>n</a:t>
            </a:r>
            <a:r>
              <a:rPr lang="en-GB" altLang="en-US" sz="2000" b="1" noProof="1">
                <a:latin typeface="Courier New" panose="02070309020205020404" pitchFamily="49" charset="0"/>
              </a:rPr>
              <a:t>) </a:t>
            </a:r>
          </a:p>
          <a:p>
            <a:pPr>
              <a:spcBef>
                <a:spcPct val="0"/>
              </a:spcBef>
              <a:buFontTx/>
              <a:buNone/>
            </a:pPr>
            <a:r>
              <a:rPr lang="en-GB" altLang="en-US" sz="2000" b="1" noProof="1">
                <a:latin typeface="Courier New" panose="02070309020205020404" pitchFamily="49" charset="0"/>
              </a:rPr>
              <a:t>    {capacity = spaces = n;}</a:t>
            </a:r>
          </a:p>
          <a:p>
            <a:pPr>
              <a:spcBef>
                <a:spcPct val="0"/>
              </a:spcBef>
              <a:buFontTx/>
              <a:buNone/>
            </a:pPr>
            <a:endParaRPr lang="en-GB" altLang="en-US" sz="1000" b="1" noProof="1">
              <a:latin typeface="Courier New" panose="02070309020205020404" pitchFamily="49" charset="0"/>
            </a:endParaRPr>
          </a:p>
          <a:p>
            <a:pPr>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synchronized</a:t>
            </a:r>
            <a:r>
              <a:rPr lang="en-GB" altLang="en-US" sz="2000" b="1" noProof="1">
                <a:latin typeface="Courier New" panose="02070309020205020404" pitchFamily="49" charset="0"/>
              </a:rPr>
              <a:t> void arrive() </a:t>
            </a:r>
            <a:r>
              <a:rPr lang="en-GB" altLang="en-US" sz="2000" b="1" noProof="1">
                <a:solidFill>
                  <a:srgbClr val="0000FF"/>
                </a:solidFill>
                <a:latin typeface="Courier New" panose="02070309020205020404" pitchFamily="49" charset="0"/>
              </a:rPr>
              <a:t>throws</a:t>
            </a:r>
            <a:r>
              <a:rPr lang="en-GB" altLang="en-US" sz="2000" b="1" noProof="1">
                <a:latin typeface="Courier New" panose="02070309020205020404" pitchFamily="49" charset="0"/>
              </a:rPr>
              <a:t> InterruptedException {</a:t>
            </a:r>
          </a:p>
          <a:p>
            <a:pPr>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while</a:t>
            </a:r>
            <a:r>
              <a:rPr lang="en-GB" altLang="en-US" sz="2000" b="1" noProof="1">
                <a:latin typeface="Courier New" panose="02070309020205020404" pitchFamily="49" charset="0"/>
              </a:rPr>
              <a:t> (spaces==0) wait();</a:t>
            </a:r>
          </a:p>
          <a:p>
            <a:pPr>
              <a:spcBef>
                <a:spcPct val="0"/>
              </a:spcBef>
              <a:buFontTx/>
              <a:buNone/>
            </a:pPr>
            <a:r>
              <a:rPr lang="en-GB" altLang="en-US" sz="2000" b="1" noProof="1">
                <a:latin typeface="Courier New" panose="02070309020205020404" pitchFamily="49" charset="0"/>
              </a:rPr>
              <a:t>    --spaces;</a:t>
            </a:r>
          </a:p>
          <a:p>
            <a:pPr>
              <a:spcBef>
                <a:spcPct val="0"/>
              </a:spcBef>
              <a:buFontTx/>
              <a:buNone/>
            </a:pPr>
            <a:r>
              <a:rPr lang="en-GB" altLang="en-US" sz="2000" b="1" noProof="1">
                <a:latin typeface="Courier New" panose="02070309020205020404" pitchFamily="49" charset="0"/>
              </a:rPr>
              <a:t>    notify</a:t>
            </a:r>
            <a:r>
              <a:rPr lang="en-GB" altLang="en-US" sz="2000" b="1">
                <a:latin typeface="Courier New" panose="02070309020205020404" pitchFamily="49" charset="0"/>
              </a:rPr>
              <a:t>All</a:t>
            </a:r>
            <a:r>
              <a:rPr lang="en-GB" altLang="en-US" sz="2000" b="1" noProof="1">
                <a:latin typeface="Courier New" panose="02070309020205020404" pitchFamily="49" charset="0"/>
              </a:rPr>
              <a:t>();</a:t>
            </a:r>
          </a:p>
          <a:p>
            <a:pPr>
              <a:spcBef>
                <a:spcPct val="0"/>
              </a:spcBef>
              <a:buFontTx/>
              <a:buNone/>
            </a:pPr>
            <a:r>
              <a:rPr lang="en-GB" altLang="en-US" sz="2000" b="1" noProof="1">
                <a:latin typeface="Courier New" panose="02070309020205020404" pitchFamily="49" charset="0"/>
              </a:rPr>
              <a:t>  }</a:t>
            </a:r>
          </a:p>
          <a:p>
            <a:pPr>
              <a:spcBef>
                <a:spcPct val="0"/>
              </a:spcBef>
              <a:buFontTx/>
              <a:buNone/>
            </a:pPr>
            <a:endParaRPr lang="en-GB" altLang="en-US" sz="1000" b="1" noProof="1">
              <a:latin typeface="Courier New" panose="02070309020205020404" pitchFamily="49" charset="0"/>
            </a:endParaRPr>
          </a:p>
          <a:p>
            <a:pPr>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synchronized</a:t>
            </a:r>
            <a:r>
              <a:rPr lang="en-GB" altLang="en-US" sz="2000" b="1" noProof="1">
                <a:latin typeface="Courier New" panose="02070309020205020404" pitchFamily="49" charset="0"/>
              </a:rPr>
              <a:t> void depart() </a:t>
            </a:r>
            <a:r>
              <a:rPr lang="en-GB" altLang="en-US" sz="2000" b="1" noProof="1">
                <a:solidFill>
                  <a:srgbClr val="0000FF"/>
                </a:solidFill>
                <a:latin typeface="Courier New" panose="02070309020205020404" pitchFamily="49" charset="0"/>
              </a:rPr>
              <a:t>throws</a:t>
            </a:r>
            <a:r>
              <a:rPr lang="en-GB" altLang="en-US" sz="2000" b="1" noProof="1">
                <a:latin typeface="Courier New" panose="02070309020205020404" pitchFamily="49" charset="0"/>
              </a:rPr>
              <a:t> InterruptedException {</a:t>
            </a:r>
          </a:p>
          <a:p>
            <a:pPr>
              <a:spcBef>
                <a:spcPct val="0"/>
              </a:spcBef>
              <a:buFontTx/>
              <a:buNone/>
            </a:pPr>
            <a:r>
              <a:rPr lang="en-GB" altLang="en-US" sz="2000" b="1" noProof="1">
                <a:latin typeface="Courier New" panose="02070309020205020404" pitchFamily="49" charset="0"/>
              </a:rPr>
              <a:t>    </a:t>
            </a:r>
            <a:r>
              <a:rPr lang="en-GB" altLang="en-US" sz="2000" b="1" noProof="1">
                <a:solidFill>
                  <a:srgbClr val="0000FF"/>
                </a:solidFill>
                <a:latin typeface="Courier New" panose="02070309020205020404" pitchFamily="49" charset="0"/>
              </a:rPr>
              <a:t>while</a:t>
            </a:r>
            <a:r>
              <a:rPr lang="en-GB" altLang="en-US" sz="2000" b="1" noProof="1">
                <a:latin typeface="Courier New" panose="02070309020205020404" pitchFamily="49" charset="0"/>
              </a:rPr>
              <a:t> (spaces==capacity) wait();</a:t>
            </a:r>
          </a:p>
          <a:p>
            <a:pPr>
              <a:spcBef>
                <a:spcPct val="0"/>
              </a:spcBef>
              <a:buFontTx/>
              <a:buNone/>
            </a:pPr>
            <a:r>
              <a:rPr lang="en-GB" altLang="en-US" sz="2000" b="1" noProof="1">
                <a:latin typeface="Courier New" panose="02070309020205020404" pitchFamily="49" charset="0"/>
              </a:rPr>
              <a:t>    ++spaces;</a:t>
            </a:r>
          </a:p>
          <a:p>
            <a:pPr>
              <a:spcBef>
                <a:spcPct val="0"/>
              </a:spcBef>
              <a:buFontTx/>
              <a:buNone/>
            </a:pPr>
            <a:r>
              <a:rPr lang="en-GB" altLang="en-US" sz="2000" b="1" noProof="1">
                <a:latin typeface="Courier New" panose="02070309020205020404" pitchFamily="49" charset="0"/>
              </a:rPr>
              <a:t>    notify</a:t>
            </a:r>
            <a:r>
              <a:rPr lang="en-GB" altLang="en-US" sz="2000" b="1">
                <a:latin typeface="Courier New" panose="02070309020205020404" pitchFamily="49" charset="0"/>
              </a:rPr>
              <a:t>All</a:t>
            </a:r>
            <a:r>
              <a:rPr lang="en-GB" altLang="en-US" sz="2000" b="1" noProof="1">
                <a:latin typeface="Courier New" panose="02070309020205020404" pitchFamily="49" charset="0"/>
              </a:rPr>
              <a:t>();</a:t>
            </a:r>
          </a:p>
          <a:p>
            <a:pPr>
              <a:spcBef>
                <a:spcPct val="0"/>
              </a:spcBef>
              <a:buFontTx/>
              <a:buNone/>
            </a:pPr>
            <a:r>
              <a:rPr lang="en-GB" altLang="en-US" sz="2000" b="1" noProof="1">
                <a:latin typeface="Courier New" panose="02070309020205020404" pitchFamily="49" charset="0"/>
              </a:rPr>
              <a:t>  }</a:t>
            </a:r>
          </a:p>
          <a:p>
            <a:pPr>
              <a:spcBef>
                <a:spcPct val="0"/>
              </a:spcBef>
              <a:buFontTx/>
              <a:buNone/>
            </a:pPr>
            <a:r>
              <a:rPr lang="en-GB" altLang="en-US" sz="2000" b="1" noProof="1">
                <a:latin typeface="Courier New" panose="02070309020205020404" pitchFamily="49" charset="0"/>
              </a:rPr>
              <a:t>}</a:t>
            </a:r>
            <a:endParaRPr lang="en-GB" altLang="en-US" sz="2000" b="1">
              <a:latin typeface="Courier New" panose="02070309020205020404" pitchFamily="49" charset="0"/>
            </a:endParaRPr>
          </a:p>
        </p:txBody>
      </p:sp>
      <p:sp>
        <p:nvSpPr>
          <p:cNvPr id="57349" name="Text Box 5" descr="50%">
            <a:extLst>
              <a:ext uri="{FF2B5EF4-FFF2-40B4-BE49-F238E27FC236}">
                <a16:creationId xmlns:a16="http://schemas.microsoft.com/office/drawing/2014/main" id="{79AE2E2B-F077-4B48-4C82-42BEBD6B7B14}"/>
              </a:ext>
            </a:extLst>
          </p:cNvPr>
          <p:cNvSpPr txBox="1">
            <a:spLocks noChangeArrowheads="1"/>
          </p:cNvSpPr>
          <p:nvPr/>
        </p:nvSpPr>
        <p:spPr bwMode="auto">
          <a:xfrm>
            <a:off x="7681913" y="2227263"/>
            <a:ext cx="2493962" cy="1569660"/>
          </a:xfrm>
          <a:prstGeom prst="rect">
            <a:avLst/>
          </a:prstGeom>
          <a:blipFill dpi="0" rotWithShape="0">
            <a:blip r:embed="rId3"/>
            <a:srcRect/>
            <a:tile tx="0" ty="0" sx="100000" sy="100000" flip="none" algn="tl"/>
          </a:blipFill>
          <a:ln w="12700">
            <a:solidFill>
              <a:schemeClr val="tx1"/>
            </a:solidFill>
            <a:miter lim="800000"/>
            <a:headEnd/>
            <a:tailEnd/>
          </a:ln>
        </p:spPr>
        <p:txBody>
          <a:bodyPr>
            <a:spAutoFit/>
          </a:bodyPr>
          <a:lstStyle>
            <a:lvl1pPr defTabSz="762000">
              <a:spcBef>
                <a:spcPct val="20000"/>
              </a:spcBef>
              <a:buChar char="•"/>
              <a:defRPr sz="3200">
                <a:solidFill>
                  <a:schemeClr val="tx1"/>
                </a:solidFill>
                <a:latin typeface="Arial" panose="020B0604020202020204" pitchFamily="34" charset="0"/>
              </a:defRPr>
            </a:lvl1pPr>
            <a:lvl2pPr marL="742950" indent="-285750" defTabSz="762000">
              <a:spcBef>
                <a:spcPct val="20000"/>
              </a:spcBef>
              <a:buChar char="–"/>
              <a:defRPr sz="2800">
                <a:solidFill>
                  <a:schemeClr val="tx1"/>
                </a:solidFill>
                <a:latin typeface="Arial" panose="020B0604020202020204" pitchFamily="34" charset="0"/>
              </a:defRPr>
            </a:lvl2pPr>
            <a:lvl3pPr marL="1143000" indent="-228600" defTabSz="762000">
              <a:spcBef>
                <a:spcPct val="20000"/>
              </a:spcBef>
              <a:buChar char="•"/>
              <a:defRPr sz="2400">
                <a:solidFill>
                  <a:schemeClr val="tx1"/>
                </a:solidFill>
                <a:latin typeface="Arial" panose="020B0604020202020204" pitchFamily="34" charset="0"/>
              </a:defRPr>
            </a:lvl3pPr>
            <a:lvl4pPr marL="1600200" indent="-228600" defTabSz="762000">
              <a:spcBef>
                <a:spcPct val="20000"/>
              </a:spcBef>
              <a:buChar char="–"/>
              <a:defRPr sz="2000">
                <a:solidFill>
                  <a:schemeClr val="tx1"/>
                </a:solidFill>
                <a:latin typeface="Arial" panose="020B0604020202020204" pitchFamily="34" charset="0"/>
              </a:defRPr>
            </a:lvl4pPr>
            <a:lvl5pPr marL="2057400" indent="-228600" defTabSz="762000">
              <a:spcBef>
                <a:spcPct val="20000"/>
              </a:spcBef>
              <a:buChar char="»"/>
              <a:defRPr sz="2000">
                <a:solidFill>
                  <a:schemeClr val="tx1"/>
                </a:solidFill>
                <a:latin typeface="Arial" panose="020B0604020202020204" pitchFamily="34" charset="0"/>
              </a:defRPr>
            </a:lvl5pPr>
            <a:lvl6pPr marL="25146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defTabSz="7620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FontTx/>
              <a:buNone/>
            </a:pPr>
            <a:r>
              <a:rPr lang="en-GB" altLang="en-US" sz="2400" i="1">
                <a:solidFill>
                  <a:srgbClr val="CC0000"/>
                </a:solidFill>
                <a:latin typeface="Comic Sans MS" panose="030F0702030302020204" pitchFamily="66" charset="0"/>
              </a:rPr>
              <a:t>Is it safe to use </a:t>
            </a:r>
            <a:r>
              <a:rPr lang="en-GB" altLang="en-US" sz="2400" b="1">
                <a:solidFill>
                  <a:srgbClr val="CC0000"/>
                </a:solidFill>
                <a:latin typeface="Courier New" panose="02070309020205020404" pitchFamily="49" charset="0"/>
              </a:rPr>
              <a:t>notify() </a:t>
            </a:r>
            <a:r>
              <a:rPr lang="en-GB" altLang="en-US" sz="2400" i="1">
                <a:solidFill>
                  <a:srgbClr val="CC0000"/>
                </a:solidFill>
                <a:latin typeface="Comic Sans MS" panose="030F0702030302020204" pitchFamily="66" charset="0"/>
              </a:rPr>
              <a:t>here rather than </a:t>
            </a:r>
            <a:r>
              <a:rPr lang="en-GB" altLang="en-US" sz="2400" b="1" i="1">
                <a:solidFill>
                  <a:srgbClr val="CC0000"/>
                </a:solidFill>
                <a:latin typeface="Courier New" panose="02070309020205020404" pitchFamily="49" charset="0"/>
              </a:rPr>
              <a:t>notifyAll()</a:t>
            </a:r>
            <a:r>
              <a:rPr lang="en-GB" altLang="en-US" sz="2400" i="1">
                <a:solidFill>
                  <a:srgbClr val="CC0000"/>
                </a:solidFill>
                <a:latin typeface="Comic Sans MS" panose="030F0702030302020204" pitchFamily="66"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8CA6B72E-8773-21F4-DAFF-AAFC6881D0F8}"/>
              </a:ext>
            </a:extLst>
          </p:cNvPr>
          <p:cNvSpPr>
            <a:spLocks noGrp="1" noChangeArrowheads="1"/>
          </p:cNvSpPr>
          <p:nvPr>
            <p:ph type="title"/>
          </p:nvPr>
        </p:nvSpPr>
        <p:spPr/>
        <p:txBody>
          <a:bodyPr/>
          <a:lstStyle/>
          <a:p>
            <a:r>
              <a:rPr lang="en-US" altLang="en-US"/>
              <a:t>Car Park</a:t>
            </a:r>
          </a:p>
        </p:txBody>
      </p:sp>
      <p:sp>
        <p:nvSpPr>
          <p:cNvPr id="59395" name="Content Placeholder 2">
            <a:extLst>
              <a:ext uri="{FF2B5EF4-FFF2-40B4-BE49-F238E27FC236}">
                <a16:creationId xmlns:a16="http://schemas.microsoft.com/office/drawing/2014/main" id="{8A384542-99D4-8F30-FA4B-6FBFFF71E8DB}"/>
              </a:ext>
            </a:extLst>
          </p:cNvPr>
          <p:cNvSpPr>
            <a:spLocks noGrp="1" noChangeArrowheads="1"/>
          </p:cNvSpPr>
          <p:nvPr>
            <p:ph idx="1"/>
          </p:nvPr>
        </p:nvSpPr>
        <p:spPr/>
        <p:txBody>
          <a:bodyPr/>
          <a:lstStyle/>
          <a:p>
            <a:pPr marL="514350" indent="-514350">
              <a:buFontTx/>
              <a:buAutoNum type="arabicPeriod"/>
            </a:pPr>
            <a:r>
              <a:rPr lang="en-US" altLang="en-US"/>
              <a:t>Run the Car Park program. Change NotifyAll to Notify. </a:t>
            </a:r>
          </a:p>
          <a:p>
            <a:pPr marL="514350" indent="-514350">
              <a:buFontTx/>
              <a:buAutoNum type="arabicPeriod"/>
            </a:pPr>
            <a:r>
              <a:rPr lang="en-US" altLang="en-US"/>
              <a:t>Explain what happens to your tutor. </a:t>
            </a:r>
          </a:p>
          <a:p>
            <a:pPr marL="514350" indent="-514350">
              <a:buFontTx/>
              <a:buAutoNum type="arabicPeriod"/>
            </a:pPr>
            <a:r>
              <a:rPr lang="en-US" altLang="en-US"/>
              <a:t>Add another 2 arrival threads. Change Notify to NotifyAll. </a:t>
            </a:r>
          </a:p>
          <a:p>
            <a:pPr marL="514350" indent="-514350">
              <a:buFontTx/>
              <a:buAutoNum type="arabicPeriod"/>
            </a:pPr>
            <a:r>
              <a:rPr lang="en-US" altLang="en-US"/>
              <a:t>Explain what happens to your tutor</a:t>
            </a:r>
          </a:p>
          <a:p>
            <a:pPr marL="514350" indent="-514350"/>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898F5AF-58DA-8C4D-C012-6E196F2F7657}"/>
              </a:ext>
            </a:extLst>
          </p:cNvPr>
          <p:cNvSpPr>
            <a:spLocks noGrp="1" noChangeArrowheads="1"/>
          </p:cNvSpPr>
          <p:nvPr>
            <p:ph type="title"/>
          </p:nvPr>
        </p:nvSpPr>
        <p:spPr>
          <a:xfrm>
            <a:off x="1730375" y="377825"/>
            <a:ext cx="7042150" cy="1143000"/>
          </a:xfrm>
        </p:spPr>
        <p:txBody>
          <a:bodyPr/>
          <a:lstStyle/>
          <a:p>
            <a:pPr eaLnBrk="1" hangingPunct="1"/>
            <a:r>
              <a:rPr lang="en-US" altLang="en-US" b="1"/>
              <a:t>Summary</a:t>
            </a:r>
          </a:p>
        </p:txBody>
      </p:sp>
      <p:sp>
        <p:nvSpPr>
          <p:cNvPr id="60419" name="Rectangle 3">
            <a:extLst>
              <a:ext uri="{FF2B5EF4-FFF2-40B4-BE49-F238E27FC236}">
                <a16:creationId xmlns:a16="http://schemas.microsoft.com/office/drawing/2014/main" id="{AB742782-7E1F-72B1-8424-00C118431E18}"/>
              </a:ext>
            </a:extLst>
          </p:cNvPr>
          <p:cNvSpPr>
            <a:spLocks noChangeArrowheads="1"/>
          </p:cNvSpPr>
          <p:nvPr/>
        </p:nvSpPr>
        <p:spPr bwMode="auto">
          <a:xfrm>
            <a:off x="2227263" y="1219200"/>
            <a:ext cx="8088312"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000">
                <a:latin typeface="Comic Sans MS" panose="030F0702030302020204" pitchFamily="66" charset="0"/>
              </a:rPr>
              <a:t>Concepts</a:t>
            </a:r>
          </a:p>
          <a:p>
            <a:pPr lvl="1">
              <a:lnSpc>
                <a:spcPct val="130000"/>
              </a:lnSpc>
            </a:pPr>
            <a:r>
              <a:rPr lang="en-GB" altLang="en-US" sz="2000" b="1">
                <a:solidFill>
                  <a:schemeClr val="accent2"/>
                </a:solidFill>
                <a:latin typeface="Comic Sans MS" panose="030F0702030302020204" pitchFamily="66" charset="0"/>
              </a:rPr>
              <a:t>monitors</a:t>
            </a:r>
            <a:r>
              <a:rPr lang="en-GB" altLang="en-US" sz="2000" b="1">
                <a:latin typeface="Comic Sans MS" panose="030F0702030302020204" pitchFamily="66" charset="0"/>
              </a:rPr>
              <a:t>: encapsulated data + access procedures</a:t>
            </a:r>
          </a:p>
          <a:p>
            <a:pPr lvl="2">
              <a:lnSpc>
                <a:spcPct val="130000"/>
              </a:lnSpc>
              <a:buFontTx/>
              <a:buNone/>
            </a:pPr>
            <a:r>
              <a:rPr lang="en-GB" altLang="en-US" sz="2000" b="1">
                <a:latin typeface="Comic Sans MS" panose="030F0702030302020204" pitchFamily="66" charset="0"/>
              </a:rPr>
              <a:t>		     mutual exclusion + condition synchronization</a:t>
            </a:r>
          </a:p>
          <a:p>
            <a:pPr lvl="1">
              <a:lnSpc>
                <a:spcPct val="130000"/>
              </a:lnSpc>
            </a:pPr>
            <a:r>
              <a:rPr lang="en-GB" altLang="en-US" sz="2000" b="1">
                <a:latin typeface="Comic Sans MS" panose="030F0702030302020204" pitchFamily="66" charset="0"/>
              </a:rPr>
              <a:t>nested monitors </a:t>
            </a:r>
          </a:p>
          <a:p>
            <a:pPr>
              <a:lnSpc>
                <a:spcPct val="130000"/>
              </a:lnSpc>
            </a:pPr>
            <a:r>
              <a:rPr lang="en-GB" altLang="en-US" sz="2000">
                <a:latin typeface="Comic Sans MS" panose="030F0702030302020204" pitchFamily="66" charset="0"/>
              </a:rPr>
              <a:t>Practice</a:t>
            </a:r>
            <a:endParaRPr lang="en-GB" altLang="en-US" sz="2000" b="1">
              <a:latin typeface="Comic Sans MS" panose="030F0702030302020204" pitchFamily="66" charset="0"/>
            </a:endParaRPr>
          </a:p>
          <a:p>
            <a:pPr lvl="1">
              <a:lnSpc>
                <a:spcPct val="110000"/>
              </a:lnSpc>
            </a:pPr>
            <a:r>
              <a:rPr lang="en-GB" altLang="en-US" sz="2000" b="1">
                <a:latin typeface="Comic Sans MS" panose="030F0702030302020204" pitchFamily="66" charset="0"/>
              </a:rPr>
              <a:t>private data and synchronized methods in Java</a:t>
            </a:r>
            <a:endParaRPr lang="en-GB" altLang="en-US" sz="2000">
              <a:latin typeface="Comic Sans MS" panose="030F0702030302020204" pitchFamily="66" charset="0"/>
            </a:endParaRPr>
          </a:p>
          <a:p>
            <a:pPr lvl="1">
              <a:lnSpc>
                <a:spcPct val="150000"/>
              </a:lnSpc>
            </a:pPr>
            <a:r>
              <a:rPr lang="en-GB" altLang="en-US" sz="2000">
                <a:latin typeface="Comic Sans MS" panose="030F0702030302020204" pitchFamily="66" charset="0"/>
              </a:rPr>
              <a:t>	</a:t>
            </a:r>
            <a:r>
              <a:rPr lang="en-GB" altLang="en-US" sz="2000" b="1">
                <a:solidFill>
                  <a:schemeClr val="accent2"/>
                </a:solidFill>
                <a:latin typeface="Comic Sans MS" panose="030F0702030302020204" pitchFamily="66" charset="0"/>
              </a:rPr>
              <a:t>wait(), notify() and notifyAll()</a:t>
            </a:r>
            <a:r>
              <a:rPr lang="en-GB" altLang="en-US" sz="2000" b="1">
                <a:latin typeface="Comic Sans MS" panose="030F0702030302020204" pitchFamily="66" charset="0"/>
              </a:rPr>
              <a:t> for condition synchronization</a:t>
            </a:r>
          </a:p>
          <a:p>
            <a:pPr lvl="1">
              <a:lnSpc>
                <a:spcPct val="150000"/>
              </a:lnSpc>
            </a:pPr>
            <a:r>
              <a:rPr lang="en-GB" altLang="en-US" sz="2000" b="1">
                <a:latin typeface="Comic Sans MS" panose="030F0702030302020204" pitchFamily="66" charset="0"/>
              </a:rPr>
              <a:t>single thread active in the monitor at a time</a:t>
            </a:r>
            <a:endParaRPr lang="en-GB" altLang="en-US" sz="2000">
              <a:latin typeface="Comic Sans MS" panose="030F0702030302020204" pitchFamily="66"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19356138-DC96-D37F-4E63-EB915AA0254C}"/>
              </a:ext>
            </a:extLst>
          </p:cNvPr>
          <p:cNvSpPr>
            <a:spLocks noGrp="1" noChangeArrowheads="1"/>
          </p:cNvSpPr>
          <p:nvPr>
            <p:ph type="title"/>
          </p:nvPr>
        </p:nvSpPr>
        <p:spPr>
          <a:xfrm>
            <a:off x="2046288" y="0"/>
            <a:ext cx="7042150" cy="844550"/>
          </a:xfrm>
        </p:spPr>
        <p:txBody>
          <a:bodyPr/>
          <a:lstStyle/>
          <a:p>
            <a:pPr eaLnBrk="1" hangingPunct="1"/>
            <a:r>
              <a:rPr lang="en-US" altLang="en-US" b="1"/>
              <a:t>Summary</a:t>
            </a:r>
          </a:p>
        </p:txBody>
      </p:sp>
      <p:sp>
        <p:nvSpPr>
          <p:cNvPr id="62467" name="Rectangle 8">
            <a:extLst>
              <a:ext uri="{FF2B5EF4-FFF2-40B4-BE49-F238E27FC236}">
                <a16:creationId xmlns:a16="http://schemas.microsoft.com/office/drawing/2014/main" id="{443B0F00-BA82-FF73-49BC-F61B7D1B2A56}"/>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62468" name="Rectangle 3">
            <a:extLst>
              <a:ext uri="{FF2B5EF4-FFF2-40B4-BE49-F238E27FC236}">
                <a16:creationId xmlns:a16="http://schemas.microsoft.com/office/drawing/2014/main" id="{F56E6FFD-5D7E-9F72-6E4B-B9852AA58738}"/>
              </a:ext>
            </a:extLst>
          </p:cNvPr>
          <p:cNvSpPr>
            <a:spLocks noChangeArrowheads="1"/>
          </p:cNvSpPr>
          <p:nvPr/>
        </p:nvSpPr>
        <p:spPr bwMode="auto">
          <a:xfrm>
            <a:off x="1835151" y="846138"/>
            <a:ext cx="8088313"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nSpc>
                <a:spcPct val="130000"/>
              </a:lnSpc>
            </a:pPr>
            <a:r>
              <a:rPr lang="en-GB" altLang="en-US" sz="2400">
                <a:latin typeface="Comic Sans MS" panose="030F0702030302020204" pitchFamily="66" charset="0"/>
              </a:rPr>
              <a:t>Concepts</a:t>
            </a:r>
          </a:p>
          <a:p>
            <a:pPr lvl="1">
              <a:lnSpc>
                <a:spcPct val="130000"/>
              </a:lnSpc>
            </a:pPr>
            <a:r>
              <a:rPr lang="en-GB" altLang="en-US" sz="2400" b="1">
                <a:latin typeface="Comic Sans MS" panose="030F0702030302020204" pitchFamily="66" charset="0"/>
              </a:rPr>
              <a:t>process </a:t>
            </a:r>
            <a:r>
              <a:rPr lang="en-GB" altLang="en-US" sz="2400" b="1">
                <a:solidFill>
                  <a:schemeClr val="accent2"/>
                </a:solidFill>
                <a:latin typeface="Comic Sans MS" panose="030F0702030302020204" pitchFamily="66" charset="0"/>
              </a:rPr>
              <a:t>interference</a:t>
            </a:r>
            <a:endParaRPr lang="en-GB" altLang="en-US" sz="2400" b="1">
              <a:latin typeface="Comic Sans MS" panose="030F0702030302020204" pitchFamily="66" charset="0"/>
            </a:endParaRPr>
          </a:p>
          <a:p>
            <a:pPr lvl="1">
              <a:lnSpc>
                <a:spcPct val="130000"/>
              </a:lnSpc>
            </a:pPr>
            <a:r>
              <a:rPr lang="en-GB" altLang="en-US" sz="2400" b="1">
                <a:solidFill>
                  <a:schemeClr val="accent2"/>
                </a:solidFill>
                <a:latin typeface="Comic Sans MS" panose="030F0702030302020204" pitchFamily="66" charset="0"/>
              </a:rPr>
              <a:t>mutual exclusion</a:t>
            </a:r>
            <a:r>
              <a:rPr lang="en-GB" altLang="en-US" sz="2400" b="1">
                <a:latin typeface="Comic Sans MS" panose="030F0702030302020204" pitchFamily="66" charset="0"/>
              </a:rPr>
              <a:t> </a:t>
            </a:r>
          </a:p>
          <a:p>
            <a:pPr>
              <a:lnSpc>
                <a:spcPct val="130000"/>
              </a:lnSpc>
            </a:pPr>
            <a:r>
              <a:rPr lang="en-GB" altLang="en-US" sz="2400">
                <a:latin typeface="Comic Sans MS" panose="030F0702030302020204" pitchFamily="66" charset="0"/>
              </a:rPr>
              <a:t>Practice</a:t>
            </a:r>
            <a:endParaRPr lang="en-GB" altLang="en-US" sz="2400" b="1">
              <a:latin typeface="Comic Sans MS" panose="030F0702030302020204" pitchFamily="66" charset="0"/>
            </a:endParaRPr>
          </a:p>
          <a:p>
            <a:pPr lvl="1">
              <a:lnSpc>
                <a:spcPct val="110000"/>
              </a:lnSpc>
            </a:pPr>
            <a:r>
              <a:rPr lang="en-GB" altLang="en-US" sz="2400" b="1">
                <a:latin typeface="Comic Sans MS" panose="030F0702030302020204" pitchFamily="66" charset="0"/>
              </a:rPr>
              <a:t>thread interference</a:t>
            </a:r>
            <a:r>
              <a:rPr lang="en-GB" altLang="en-US" sz="2400">
                <a:latin typeface="Comic Sans MS" panose="030F0702030302020204" pitchFamily="66" charset="0"/>
              </a:rPr>
              <a:t> </a:t>
            </a:r>
            <a:r>
              <a:rPr lang="en-GB" altLang="en-US" sz="2400" b="1">
                <a:latin typeface="Comic Sans MS" panose="030F0702030302020204" pitchFamily="66" charset="0"/>
              </a:rPr>
              <a:t>in shared Java objects</a:t>
            </a:r>
            <a:endParaRPr lang="en-GB" altLang="en-US" sz="2400">
              <a:latin typeface="Comic Sans MS" panose="030F0702030302020204" pitchFamily="66" charset="0"/>
            </a:endParaRPr>
          </a:p>
          <a:p>
            <a:pPr lvl="1">
              <a:lnSpc>
                <a:spcPct val="150000"/>
              </a:lnSpc>
            </a:pPr>
            <a:r>
              <a:rPr lang="en-GB" altLang="en-US" sz="2400" b="1">
                <a:latin typeface="Comic Sans MS" panose="030F0702030302020204" pitchFamily="66" charset="0"/>
              </a:rPr>
              <a:t>	mutual exclusion in Java (</a:t>
            </a:r>
            <a:r>
              <a:rPr lang="en-GB" altLang="en-US" sz="2400" b="1">
                <a:solidFill>
                  <a:schemeClr val="accent2"/>
                </a:solidFill>
                <a:latin typeface="Comic Sans MS" panose="030F0702030302020204" pitchFamily="66" charset="0"/>
              </a:rPr>
              <a:t>synchronized</a:t>
            </a:r>
            <a:r>
              <a:rPr lang="en-GB" altLang="en-US" sz="2400" b="1">
                <a:latin typeface="Comic Sans MS" panose="030F0702030302020204" pitchFamily="66" charset="0"/>
              </a:rPr>
              <a:t> objects/methods).</a:t>
            </a:r>
            <a:endParaRPr lang="en-GB" altLang="en-US" sz="2400">
              <a:latin typeface="Comic Sans MS" panose="030F07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a:extLst>
              <a:ext uri="{FF2B5EF4-FFF2-40B4-BE49-F238E27FC236}">
                <a16:creationId xmlns:a16="http://schemas.microsoft.com/office/drawing/2014/main" id="{1075A26E-AD5A-8E7C-E214-DD9D100037EC}"/>
              </a:ext>
            </a:extLst>
          </p:cNvPr>
          <p:cNvSpPr>
            <a:spLocks noGrp="1" noChangeArrowheads="1"/>
          </p:cNvSpPr>
          <p:nvPr>
            <p:ph type="title"/>
          </p:nvPr>
        </p:nvSpPr>
        <p:spPr/>
        <p:txBody>
          <a:bodyPr/>
          <a:lstStyle/>
          <a:p>
            <a:pPr eaLnBrk="1" hangingPunct="1"/>
            <a:r>
              <a:rPr lang="en-US" altLang="en-US"/>
              <a:t> AtomicCounter:</a:t>
            </a:r>
          </a:p>
        </p:txBody>
      </p:sp>
      <p:sp>
        <p:nvSpPr>
          <p:cNvPr id="64515" name="Content Placeholder 2">
            <a:extLst>
              <a:ext uri="{FF2B5EF4-FFF2-40B4-BE49-F238E27FC236}">
                <a16:creationId xmlns:a16="http://schemas.microsoft.com/office/drawing/2014/main" id="{18CC5FCE-F99A-8B38-139A-77580BB6D006}"/>
              </a:ext>
            </a:extLst>
          </p:cNvPr>
          <p:cNvSpPr>
            <a:spLocks noGrp="1" noChangeArrowheads="1"/>
          </p:cNvSpPr>
          <p:nvPr>
            <p:ph idx="1"/>
          </p:nvPr>
        </p:nvSpPr>
        <p:spPr/>
        <p:txBody>
          <a:bodyPr/>
          <a:lstStyle/>
          <a:p>
            <a:pPr marL="0" indent="0" eaLnBrk="1" hangingPunct="1">
              <a:buNone/>
            </a:pPr>
            <a:r>
              <a:rPr lang="en-US" altLang="en-US" sz="1200"/>
              <a:t>import java.util.concurrent.atomic.AtomicInteger;</a:t>
            </a:r>
          </a:p>
          <a:p>
            <a:pPr marL="0" indent="0" eaLnBrk="1" hangingPunct="1">
              <a:buNone/>
            </a:pPr>
            <a:endParaRPr lang="en-US" altLang="en-US" sz="1200"/>
          </a:p>
          <a:p>
            <a:pPr marL="0" indent="0" eaLnBrk="1" hangingPunct="1">
              <a:buNone/>
            </a:pPr>
            <a:r>
              <a:rPr lang="en-US" altLang="en-US" sz="1200"/>
              <a:t>class AtomicCounter {</a:t>
            </a:r>
          </a:p>
          <a:p>
            <a:pPr marL="0" indent="0" eaLnBrk="1" hangingPunct="1">
              <a:buNone/>
            </a:pPr>
            <a:r>
              <a:rPr lang="en-US" altLang="en-US" sz="1200"/>
              <a:t>    private AtomicInteger c = new AtomicInteger(0);</a:t>
            </a:r>
          </a:p>
          <a:p>
            <a:pPr marL="0" indent="0" eaLnBrk="1" hangingPunct="1">
              <a:buNone/>
            </a:pPr>
            <a:endParaRPr lang="en-US" altLang="en-US" sz="1200"/>
          </a:p>
          <a:p>
            <a:pPr marL="0" indent="0" eaLnBrk="1" hangingPunct="1">
              <a:buNone/>
            </a:pPr>
            <a:r>
              <a:rPr lang="en-US" altLang="en-US" sz="1200"/>
              <a:t>    public void increment() {</a:t>
            </a:r>
          </a:p>
          <a:p>
            <a:pPr marL="0" indent="0" eaLnBrk="1" hangingPunct="1">
              <a:buNone/>
            </a:pPr>
            <a:r>
              <a:rPr lang="en-US" altLang="en-US" sz="1200"/>
              <a:t>        c.incrementAndGet();</a:t>
            </a:r>
          </a:p>
          <a:p>
            <a:pPr marL="0" indent="0" eaLnBrk="1" hangingPunct="1">
              <a:buNone/>
            </a:pPr>
            <a:r>
              <a:rPr lang="en-US" altLang="en-US" sz="1200"/>
              <a:t>    }</a:t>
            </a:r>
          </a:p>
          <a:p>
            <a:pPr marL="0" indent="0" eaLnBrk="1" hangingPunct="1">
              <a:buNone/>
            </a:pPr>
            <a:endParaRPr lang="en-US" altLang="en-US" sz="1200"/>
          </a:p>
          <a:p>
            <a:pPr marL="0" indent="0" eaLnBrk="1" hangingPunct="1">
              <a:buNone/>
            </a:pPr>
            <a:r>
              <a:rPr lang="en-US" altLang="en-US" sz="1200"/>
              <a:t>    public void decrement() {</a:t>
            </a:r>
          </a:p>
          <a:p>
            <a:pPr marL="0" indent="0" eaLnBrk="1" hangingPunct="1">
              <a:buNone/>
            </a:pPr>
            <a:r>
              <a:rPr lang="en-US" altLang="en-US" sz="1200"/>
              <a:t>        c.decrementAndGet();</a:t>
            </a:r>
          </a:p>
          <a:p>
            <a:pPr marL="0" indent="0" eaLnBrk="1" hangingPunct="1">
              <a:buNone/>
            </a:pPr>
            <a:r>
              <a:rPr lang="en-US" altLang="en-US" sz="1200"/>
              <a:t>    }</a:t>
            </a:r>
          </a:p>
          <a:p>
            <a:pPr marL="0" indent="0" eaLnBrk="1" hangingPunct="1">
              <a:buNone/>
            </a:pPr>
            <a:endParaRPr lang="en-US" altLang="en-US" sz="1200"/>
          </a:p>
          <a:p>
            <a:pPr marL="0" indent="0" eaLnBrk="1" hangingPunct="1">
              <a:buNone/>
            </a:pPr>
            <a:r>
              <a:rPr lang="en-US" altLang="en-US" sz="1200"/>
              <a:t>    public int value() {</a:t>
            </a:r>
          </a:p>
          <a:p>
            <a:pPr marL="0" indent="0" eaLnBrk="1" hangingPunct="1">
              <a:buNone/>
            </a:pPr>
            <a:r>
              <a:rPr lang="en-US" altLang="en-US" sz="1200"/>
              <a:t>        return c.get();</a:t>
            </a:r>
          </a:p>
          <a:p>
            <a:pPr marL="0" indent="0" eaLnBrk="1" hangingPunct="1">
              <a:buNone/>
            </a:pPr>
            <a:r>
              <a:rPr lang="en-US" altLang="en-US" sz="1200"/>
              <a:t>    }</a:t>
            </a:r>
          </a:p>
          <a:p>
            <a:pPr marL="0" indent="0" eaLnBrk="1" hangingPunct="1">
              <a:buNone/>
            </a:pPr>
            <a:endParaRPr lang="en-US" altLang="en-US" sz="1200"/>
          </a:p>
          <a:p>
            <a:pPr marL="0" indent="0" eaLnBrk="1" hangingPunct="1">
              <a:buNone/>
            </a:pPr>
            <a:r>
              <a:rPr lang="en-US" altLang="en-US" sz="120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8ADDFE4F-BED0-F94B-C061-6D83779870D4}"/>
              </a:ext>
            </a:extLst>
          </p:cNvPr>
          <p:cNvSpPr>
            <a:spLocks noGrp="1" noChangeArrowheads="1"/>
          </p:cNvSpPr>
          <p:nvPr>
            <p:ph type="title"/>
          </p:nvPr>
        </p:nvSpPr>
        <p:spPr/>
        <p:txBody>
          <a:bodyPr/>
          <a:lstStyle/>
          <a:p>
            <a:pPr eaLnBrk="1" hangingPunct="1"/>
            <a:r>
              <a:rPr lang="en-US" altLang="en-US"/>
              <a:t>java.util.concurrent </a:t>
            </a:r>
          </a:p>
        </p:txBody>
      </p:sp>
      <p:sp>
        <p:nvSpPr>
          <p:cNvPr id="65539" name="Content Placeholder 2">
            <a:extLst>
              <a:ext uri="{FF2B5EF4-FFF2-40B4-BE49-F238E27FC236}">
                <a16:creationId xmlns:a16="http://schemas.microsoft.com/office/drawing/2014/main" id="{077BC639-482A-E74E-9ED1-BCBA7D4F22D4}"/>
              </a:ext>
            </a:extLst>
          </p:cNvPr>
          <p:cNvSpPr>
            <a:spLocks noGrp="1" noChangeArrowheads="1"/>
          </p:cNvSpPr>
          <p:nvPr>
            <p:ph idx="1"/>
          </p:nvPr>
        </p:nvSpPr>
        <p:spPr/>
        <p:txBody>
          <a:bodyPr/>
          <a:lstStyle/>
          <a:p>
            <a:pPr marL="0" indent="0" eaLnBrk="1" hangingPunct="1">
              <a:buNone/>
            </a:pPr>
            <a:r>
              <a:rPr lang="en-US" altLang="en-US" sz="2800"/>
              <a:t>import java.util.concurrent.locks.Lock;</a:t>
            </a:r>
          </a:p>
          <a:p>
            <a:pPr marL="0" indent="0" eaLnBrk="1" hangingPunct="1">
              <a:buNone/>
            </a:pPr>
            <a:r>
              <a:rPr lang="en-US" altLang="en-US" sz="2800"/>
              <a:t>import java.util.concurrent.locks.ReentrantLock;</a:t>
            </a:r>
          </a:p>
          <a:p>
            <a:pPr marL="0" indent="0" eaLnBrk="1" hangingPunct="1">
              <a:buNone/>
            </a:pPr>
            <a:r>
              <a:rPr lang="en-US" altLang="en-US" sz="2800"/>
              <a:t>The Executor Interface</a:t>
            </a:r>
          </a:p>
          <a:p>
            <a:pPr marL="0" indent="0" eaLnBrk="1" hangingPunct="1">
              <a:buNone/>
            </a:pPr>
            <a:r>
              <a:rPr lang="en-US" altLang="en-US" sz="2800"/>
              <a:t>BlockingQueue </a:t>
            </a:r>
          </a:p>
          <a:p>
            <a:pPr marL="0" indent="0" eaLnBrk="1" hangingPunct="1">
              <a:buNone/>
            </a:pPr>
            <a:r>
              <a:rPr lang="en-US" altLang="en-US" sz="1800"/>
              <a:t>A first-in-first-out data structure that blocks or times out when you attempt to add to a full queue, or retrieve from an empty queue.</a:t>
            </a:r>
          </a:p>
          <a:p>
            <a:pPr marL="0" indent="0" eaLnBrk="1" hangingPunct="1">
              <a:buNone/>
            </a:pPr>
            <a:r>
              <a:rPr lang="en-US" altLang="en-US" sz="2800"/>
              <a:t>ConcurrentMap </a:t>
            </a:r>
          </a:p>
          <a:p>
            <a:pPr marL="0" indent="0" eaLnBrk="1" hangingPunct="1">
              <a:buNone/>
            </a:pPr>
            <a:r>
              <a:rPr lang="en-US" altLang="en-US" sz="1800"/>
              <a:t>a subinterface of java.util.Map that defines useful atomic operations.</a:t>
            </a:r>
            <a:r>
              <a:rPr lang="en-US" altLang="en-US" sz="280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a:extLst>
              <a:ext uri="{FF2B5EF4-FFF2-40B4-BE49-F238E27FC236}">
                <a16:creationId xmlns:a16="http://schemas.microsoft.com/office/drawing/2014/main" id="{98EE97AE-63BA-402C-F8C3-3CC21E2A2A7B}"/>
              </a:ext>
            </a:extLst>
          </p:cNvPr>
          <p:cNvSpPr>
            <a:spLocks noGrp="1" noChangeArrowheads="1"/>
          </p:cNvSpPr>
          <p:nvPr>
            <p:ph type="title"/>
          </p:nvPr>
        </p:nvSpPr>
        <p:spPr/>
        <p:txBody>
          <a:bodyPr/>
          <a:lstStyle/>
          <a:p>
            <a:r>
              <a:rPr lang="en-US" altLang="en-US" b="1"/>
              <a:t>Java Lock vs Synchronized</a:t>
            </a:r>
            <a:endParaRPr lang="en-US" altLang="en-US"/>
          </a:p>
        </p:txBody>
      </p:sp>
      <p:sp>
        <p:nvSpPr>
          <p:cNvPr id="66563" name="Content Placeholder 2">
            <a:extLst>
              <a:ext uri="{FF2B5EF4-FFF2-40B4-BE49-F238E27FC236}">
                <a16:creationId xmlns:a16="http://schemas.microsoft.com/office/drawing/2014/main" id="{B1F1FBE3-B944-34DE-9C8C-B33FAA0CDF9B}"/>
              </a:ext>
            </a:extLst>
          </p:cNvPr>
          <p:cNvSpPr>
            <a:spLocks noGrp="1" noChangeArrowheads="1"/>
          </p:cNvSpPr>
          <p:nvPr>
            <p:ph idx="1"/>
          </p:nvPr>
        </p:nvSpPr>
        <p:spPr/>
        <p:txBody>
          <a:bodyPr/>
          <a:lstStyle/>
          <a:p>
            <a:r>
              <a:rPr lang="en-US" altLang="en-US" sz="2000"/>
              <a:t>Java </a:t>
            </a:r>
            <a:r>
              <a:rPr lang="en-US" altLang="en-US" sz="2000" b="1"/>
              <a:t>Lock</a:t>
            </a:r>
            <a:r>
              <a:rPr lang="en-US" altLang="en-US" sz="2000"/>
              <a:t> API provides more </a:t>
            </a:r>
            <a:r>
              <a:rPr lang="en-US" altLang="en-US" sz="2000" b="1"/>
              <a:t>visibility</a:t>
            </a:r>
            <a:r>
              <a:rPr lang="en-US" altLang="en-US" sz="2000"/>
              <a:t> and </a:t>
            </a:r>
            <a:r>
              <a:rPr lang="en-US" altLang="en-US" sz="2000" b="1"/>
              <a:t>options</a:t>
            </a:r>
            <a:r>
              <a:rPr lang="en-US" altLang="en-US" sz="2000"/>
              <a:t> for locking, unlike synchronized where a thread might end up waiting indefinitely for the lock, we can use tryLock() to make sure thread waits for specific time only.</a:t>
            </a:r>
          </a:p>
          <a:p>
            <a:r>
              <a:rPr lang="en-US" altLang="en-US" sz="2000" b="1"/>
              <a:t>Synchronization</a:t>
            </a:r>
            <a:r>
              <a:rPr lang="en-US" altLang="en-US" sz="2000"/>
              <a:t> code is much </a:t>
            </a:r>
            <a:r>
              <a:rPr lang="en-US" altLang="en-US" sz="2000" b="1"/>
              <a:t>cleaner</a:t>
            </a:r>
            <a:r>
              <a:rPr lang="en-US" altLang="en-US" sz="2000"/>
              <a:t> and easy to maintain whereas with Lock we are forced to have try-finally block to make sure Lock is released even if some exception is thrown between lock() and unlock() method calls.</a:t>
            </a:r>
          </a:p>
          <a:p>
            <a:r>
              <a:rPr lang="en-US" altLang="en-US" sz="2000" b="1"/>
              <a:t>synchronization</a:t>
            </a:r>
            <a:r>
              <a:rPr lang="en-US" altLang="en-US" sz="2000"/>
              <a:t> blocks or methods can cover only </a:t>
            </a:r>
            <a:r>
              <a:rPr lang="en-US" altLang="en-US" sz="2000" b="1"/>
              <a:t>one method </a:t>
            </a:r>
            <a:r>
              <a:rPr lang="en-US" altLang="en-US" sz="2000"/>
              <a:t>whereas we can acquire the lock in one method and release it in another method with Lock API.</a:t>
            </a:r>
          </a:p>
          <a:p>
            <a:r>
              <a:rPr lang="en-US" altLang="en-US" sz="2000"/>
              <a:t>synchronized keyword doesn’t provide </a:t>
            </a:r>
            <a:r>
              <a:rPr lang="en-US" altLang="en-US" sz="2000" b="1"/>
              <a:t>fairness</a:t>
            </a:r>
            <a:r>
              <a:rPr lang="en-US" altLang="en-US" sz="2000"/>
              <a:t> whereas we can set fairness to true while creating </a:t>
            </a:r>
            <a:r>
              <a:rPr lang="en-US" altLang="en-US" sz="2000" b="1"/>
              <a:t>ReentrantLock</a:t>
            </a:r>
            <a:r>
              <a:rPr lang="en-US" altLang="en-US" sz="2000"/>
              <a:t> object so that longest waiting thread gets the lock first.</a:t>
            </a:r>
          </a:p>
          <a:p>
            <a:endParaRPr lang="en-US" altLang="en-US"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a:extLst>
              <a:ext uri="{FF2B5EF4-FFF2-40B4-BE49-F238E27FC236}">
                <a16:creationId xmlns:a16="http://schemas.microsoft.com/office/drawing/2014/main" id="{A4455DA0-2A52-3D08-6647-B9025A31AC7B}"/>
              </a:ext>
            </a:extLst>
          </p:cNvPr>
          <p:cNvSpPr>
            <a:spLocks noGrp="1" noChangeArrowheads="1"/>
          </p:cNvSpPr>
          <p:nvPr>
            <p:ph type="title"/>
          </p:nvPr>
        </p:nvSpPr>
        <p:spPr/>
        <p:txBody>
          <a:bodyPr/>
          <a:lstStyle/>
          <a:p>
            <a:r>
              <a:rPr lang="en-US" altLang="en-US"/>
              <a:t>Labelling</a:t>
            </a:r>
          </a:p>
        </p:txBody>
      </p:sp>
      <p:sp>
        <p:nvSpPr>
          <p:cNvPr id="67587" name="Content Placeholder 2">
            <a:extLst>
              <a:ext uri="{FF2B5EF4-FFF2-40B4-BE49-F238E27FC236}">
                <a16:creationId xmlns:a16="http://schemas.microsoft.com/office/drawing/2014/main" id="{7B021A35-8355-F3BB-8A03-7D605CB71B46}"/>
              </a:ext>
            </a:extLst>
          </p:cNvPr>
          <p:cNvSpPr>
            <a:spLocks noGrp="1" noChangeArrowheads="1"/>
          </p:cNvSpPr>
          <p:nvPr>
            <p:ph idx="1"/>
          </p:nvPr>
        </p:nvSpPr>
        <p:spPr/>
        <p:txBody>
          <a:bodyPr/>
          <a:lstStyle/>
          <a:p>
            <a:r>
              <a:rPr lang="en-US" altLang="en-US" sz="1800">
                <a:solidFill>
                  <a:srgbClr val="000000"/>
                </a:solidFill>
                <a:latin typeface="Consolas" panose="020B0609020204030204" pitchFamily="49" charset="0"/>
              </a:rPr>
              <a:t>Myvi Accessed Gate 1 </a:t>
            </a:r>
          </a:p>
          <a:p>
            <a:r>
              <a:rPr lang="en-US" altLang="en-US" sz="1800">
                <a:solidFill>
                  <a:srgbClr val="000000"/>
                </a:solidFill>
                <a:latin typeface="Consolas" panose="020B0609020204030204" pitchFamily="49" charset="0"/>
              </a:rPr>
              <a:t>Myvi Accessed Gate 2 </a:t>
            </a:r>
          </a:p>
          <a:p>
            <a:r>
              <a:rPr lang="en-US" altLang="en-US" sz="1800">
                <a:solidFill>
                  <a:srgbClr val="000000"/>
                </a:solidFill>
                <a:latin typeface="Consolas" panose="020B0609020204030204" pitchFamily="49" charset="0"/>
              </a:rPr>
              <a:t>Ferrari Accessed Gate 1 </a:t>
            </a:r>
          </a:p>
          <a:p>
            <a:r>
              <a:rPr lang="en-US" altLang="en-US" sz="1800">
                <a:solidFill>
                  <a:srgbClr val="000000"/>
                </a:solidFill>
                <a:latin typeface="Consolas" panose="020B0609020204030204" pitchFamily="49" charset="0"/>
              </a:rPr>
              <a:t>Ferrari Accessed Gate 2 </a:t>
            </a:r>
          </a:p>
          <a:p>
            <a:r>
              <a:rPr lang="en-US" altLang="en-US" sz="1800">
                <a:solidFill>
                  <a:srgbClr val="000000"/>
                </a:solidFill>
                <a:latin typeface="Consolas" panose="020B0609020204030204" pitchFamily="49" charset="0"/>
              </a:rPr>
              <a:t>Bugatti Accessed Gate 1 </a:t>
            </a:r>
          </a:p>
          <a:p>
            <a:r>
              <a:rPr lang="en-US" altLang="en-US" sz="1800">
                <a:solidFill>
                  <a:srgbClr val="000000"/>
                </a:solidFill>
                <a:latin typeface="Consolas" panose="020B0609020204030204" pitchFamily="49" charset="0"/>
              </a:rPr>
              <a:t>Bugatti Accessed Gate 2 </a:t>
            </a:r>
          </a:p>
          <a:p>
            <a:r>
              <a:rPr lang="en-US" altLang="en-US" sz="1800">
                <a:solidFill>
                  <a:srgbClr val="000000"/>
                </a:solidFill>
                <a:latin typeface="Consolas" panose="020B0609020204030204" pitchFamily="49" charset="0"/>
              </a:rPr>
              <a:t>Nissan Accessed Gate 1 </a:t>
            </a:r>
          </a:p>
          <a:p>
            <a:r>
              <a:rPr lang="en-US" altLang="en-US" sz="1800">
                <a:solidFill>
                  <a:srgbClr val="000000"/>
                </a:solidFill>
                <a:latin typeface="Consolas" panose="020B0609020204030204" pitchFamily="49" charset="0"/>
              </a:rPr>
              <a:t>Nissan Accessed Gate 2 </a:t>
            </a:r>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061F7F0B-9DF0-E6FE-0E60-E453254F7B5A}"/>
              </a:ext>
            </a:extLst>
          </p:cNvPr>
          <p:cNvSpPr>
            <a:spLocks noGrp="1" noChangeArrowheads="1"/>
          </p:cNvSpPr>
          <p:nvPr>
            <p:ph type="title"/>
          </p:nvPr>
        </p:nvSpPr>
        <p:spPr/>
        <p:txBody>
          <a:bodyPr/>
          <a:lstStyle/>
          <a:p>
            <a:r>
              <a:rPr lang="en-US" altLang="en-US"/>
              <a:t>Doctor and Patients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a:extLst>
              <a:ext uri="{FF2B5EF4-FFF2-40B4-BE49-F238E27FC236}">
                <a16:creationId xmlns:a16="http://schemas.microsoft.com/office/drawing/2014/main" id="{E158BC0E-D313-0736-0ABE-86181D1E302B}"/>
              </a:ext>
            </a:extLst>
          </p:cNvPr>
          <p:cNvSpPr>
            <a:spLocks noGrp="1" noChangeArrowheads="1"/>
          </p:cNvSpPr>
          <p:nvPr>
            <p:ph type="title"/>
          </p:nvPr>
        </p:nvSpPr>
        <p:spPr/>
        <p:txBody>
          <a:bodyPr/>
          <a:lstStyle/>
          <a:p>
            <a:r>
              <a:rPr lang="en-US" altLang="en-US"/>
              <a:t>Do it yourself! Locks</a:t>
            </a:r>
          </a:p>
        </p:txBody>
      </p:sp>
      <p:sp>
        <p:nvSpPr>
          <p:cNvPr id="69635" name="Content Placeholder 2">
            <a:extLst>
              <a:ext uri="{FF2B5EF4-FFF2-40B4-BE49-F238E27FC236}">
                <a16:creationId xmlns:a16="http://schemas.microsoft.com/office/drawing/2014/main" id="{B8130229-251F-14E6-B9A4-0FF8B55C647E}"/>
              </a:ext>
            </a:extLst>
          </p:cNvPr>
          <p:cNvSpPr>
            <a:spLocks noGrp="1" noChangeArrowheads="1"/>
          </p:cNvSpPr>
          <p:nvPr>
            <p:ph idx="1"/>
          </p:nvPr>
        </p:nvSpPr>
        <p:spPr/>
        <p:txBody>
          <a:bodyPr/>
          <a:lstStyle/>
          <a:p>
            <a:r>
              <a:rPr lang="en-US" altLang="en-US"/>
              <a:t>Reload your patient doctor program</a:t>
            </a:r>
          </a:p>
          <a:p>
            <a:r>
              <a:rPr lang="en-US" altLang="en-US"/>
              <a:t>Remove synchronized from the visit method (Doctor)</a:t>
            </a:r>
          </a:p>
          <a:p>
            <a:r>
              <a:rPr lang="en-US" altLang="en-US"/>
              <a:t>Use Lock and send this lock for each patient to use to lock their time with the doctor.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ntent Placeholder 2">
            <a:extLst>
              <a:ext uri="{FF2B5EF4-FFF2-40B4-BE49-F238E27FC236}">
                <a16:creationId xmlns:a16="http://schemas.microsoft.com/office/drawing/2014/main" id="{1AC445B4-53B5-EBF7-3213-0D776AC1A380}"/>
              </a:ext>
            </a:extLst>
          </p:cNvPr>
          <p:cNvSpPr>
            <a:spLocks noGrp="1" noChangeArrowheads="1"/>
          </p:cNvSpPr>
          <p:nvPr>
            <p:ph idx="1"/>
          </p:nvPr>
        </p:nvSpPr>
        <p:spPr>
          <a:xfrm>
            <a:off x="1779588" y="201613"/>
            <a:ext cx="8229600" cy="4525962"/>
          </a:xfrm>
        </p:spPr>
        <p:txBody>
          <a:bodyPr/>
          <a:lstStyle/>
          <a:p>
            <a:pPr marL="0" indent="0">
              <a:buNone/>
            </a:pPr>
            <a:r>
              <a:rPr lang="en-US" altLang="en-US" sz="2800" b="1"/>
              <a:t>public class MainClass {</a:t>
            </a:r>
          </a:p>
          <a:p>
            <a:pPr marL="0" indent="0">
              <a:buNone/>
            </a:pPr>
            <a:r>
              <a:rPr lang="en-US" altLang="en-US" sz="2800"/>
              <a:t>    </a:t>
            </a:r>
            <a:r>
              <a:rPr lang="en-US" altLang="en-US" sz="2800" b="1"/>
              <a:t>public static void main(String ar[])</a:t>
            </a:r>
          </a:p>
          <a:p>
            <a:pPr marL="0" indent="0">
              <a:buNone/>
            </a:pPr>
            <a:r>
              <a:rPr lang="en-US" altLang="en-US" sz="2800"/>
              <a:t>    {</a:t>
            </a:r>
          </a:p>
          <a:p>
            <a:pPr marL="0" indent="0">
              <a:buNone/>
            </a:pPr>
            <a:r>
              <a:rPr lang="en-US" altLang="en-US" sz="2800"/>
              <a:t>    </a:t>
            </a:r>
            <a:r>
              <a:rPr lang="en-US" altLang="en-US" sz="2800">
                <a:solidFill>
                  <a:srgbClr val="FF0000"/>
                </a:solidFill>
              </a:rPr>
              <a:t>Lock z = </a:t>
            </a:r>
            <a:r>
              <a:rPr lang="en-US" altLang="en-US" sz="2800" b="1">
                <a:solidFill>
                  <a:srgbClr val="FF0000"/>
                </a:solidFill>
              </a:rPr>
              <a:t>new ReentrantLock();</a:t>
            </a:r>
          </a:p>
          <a:p>
            <a:pPr marL="0" indent="0">
              <a:buNone/>
            </a:pPr>
            <a:r>
              <a:rPr lang="en-US" altLang="en-US" sz="2800"/>
              <a:t>        Doctor s=</a:t>
            </a:r>
            <a:r>
              <a:rPr lang="en-US" altLang="en-US" sz="2800" b="1"/>
              <a:t>new Doctor();</a:t>
            </a:r>
          </a:p>
          <a:p>
            <a:pPr marL="0" indent="0">
              <a:buNone/>
            </a:pPr>
            <a:r>
              <a:rPr lang="en-US" altLang="en-US" sz="2800"/>
              <a:t>        Patients u1 =</a:t>
            </a:r>
            <a:r>
              <a:rPr lang="en-US" altLang="en-US" sz="2800" b="1"/>
              <a:t>new Patients(1,s,</a:t>
            </a:r>
            <a:r>
              <a:rPr lang="en-US" altLang="en-US" sz="2800" b="1">
                <a:solidFill>
                  <a:srgbClr val="FF0000"/>
                </a:solidFill>
              </a:rPr>
              <a:t>z</a:t>
            </a:r>
            <a:r>
              <a:rPr lang="en-US" altLang="en-US" sz="2800" b="1"/>
              <a:t>);</a:t>
            </a:r>
          </a:p>
          <a:p>
            <a:pPr marL="0" indent="0">
              <a:buNone/>
            </a:pPr>
            <a:r>
              <a:rPr lang="en-US" altLang="en-US" sz="2800"/>
              <a:t>        Patients u2 =</a:t>
            </a:r>
            <a:r>
              <a:rPr lang="en-US" altLang="en-US" sz="2800" b="1"/>
              <a:t>new Patients(2,s,</a:t>
            </a:r>
            <a:r>
              <a:rPr lang="en-US" altLang="en-US" sz="2800" b="1">
                <a:solidFill>
                  <a:srgbClr val="FF0000"/>
                </a:solidFill>
              </a:rPr>
              <a:t>z</a:t>
            </a:r>
            <a:r>
              <a:rPr lang="en-US" altLang="en-US" sz="2800" b="1"/>
              <a:t>);</a:t>
            </a:r>
          </a:p>
          <a:p>
            <a:pPr marL="0" indent="0">
              <a:buNone/>
            </a:pPr>
            <a:r>
              <a:rPr lang="en-US" altLang="en-US" sz="2800"/>
              <a:t>        Patients u3 =</a:t>
            </a:r>
            <a:r>
              <a:rPr lang="en-US" altLang="en-US" sz="2800" b="1"/>
              <a:t>new Patients(3,s,</a:t>
            </a:r>
            <a:r>
              <a:rPr lang="en-US" altLang="en-US" sz="2800" b="1">
                <a:solidFill>
                  <a:srgbClr val="FF0000"/>
                </a:solidFill>
              </a:rPr>
              <a:t>z</a:t>
            </a:r>
            <a:r>
              <a:rPr lang="en-US" altLang="en-US" sz="2800" b="1"/>
              <a:t>);</a:t>
            </a:r>
          </a:p>
          <a:p>
            <a:pPr marL="0" indent="0">
              <a:buNone/>
            </a:pPr>
            <a:r>
              <a:rPr lang="en-US" altLang="en-US" sz="2800"/>
              <a:t>        Patients u4 =</a:t>
            </a:r>
            <a:r>
              <a:rPr lang="en-US" altLang="en-US" sz="2800" b="1"/>
              <a:t>new Patients(4,s,</a:t>
            </a:r>
            <a:r>
              <a:rPr lang="en-US" altLang="en-US" sz="2800" b="1">
                <a:solidFill>
                  <a:srgbClr val="FF0000"/>
                </a:solidFill>
              </a:rPr>
              <a:t>z</a:t>
            </a:r>
            <a:r>
              <a:rPr lang="en-US" altLang="en-US" sz="2800" b="1"/>
              <a:t>);</a:t>
            </a:r>
          </a:p>
          <a:p>
            <a:pPr marL="0" indent="0">
              <a:buNone/>
            </a:pPr>
            <a:r>
              <a:rPr lang="en-US" altLang="en-US" sz="2800"/>
              <a:t>        u1.start();u2.start();u3.start();u4.start();</a:t>
            </a:r>
          </a:p>
          <a:p>
            <a:pPr marL="0" indent="0">
              <a:buNone/>
            </a:pPr>
            <a:r>
              <a:rPr lang="en-US" altLang="en-US" sz="2800"/>
              <a:t>    }</a:t>
            </a:r>
          </a:p>
          <a:p>
            <a:pPr marL="0" indent="0">
              <a:buNone/>
            </a:pPr>
            <a:r>
              <a:rPr lang="en-US" altLang="en-US" sz="2800"/>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ntent Placeholder 2">
            <a:extLst>
              <a:ext uri="{FF2B5EF4-FFF2-40B4-BE49-F238E27FC236}">
                <a16:creationId xmlns:a16="http://schemas.microsoft.com/office/drawing/2014/main" id="{5BE4CCD7-C158-72B1-2D89-174F8626D1BF}"/>
              </a:ext>
            </a:extLst>
          </p:cNvPr>
          <p:cNvSpPr>
            <a:spLocks noGrp="1" noChangeArrowheads="1"/>
          </p:cNvSpPr>
          <p:nvPr>
            <p:ph idx="1"/>
          </p:nvPr>
        </p:nvSpPr>
        <p:spPr>
          <a:xfrm>
            <a:off x="1692275" y="130176"/>
            <a:ext cx="8229600" cy="4525963"/>
          </a:xfrm>
        </p:spPr>
        <p:txBody>
          <a:bodyPr/>
          <a:lstStyle/>
          <a:p>
            <a:pPr marL="0" indent="0">
              <a:buNone/>
            </a:pPr>
            <a:r>
              <a:rPr lang="en-US" altLang="en-US" sz="2000" b="1"/>
              <a:t>public class Patients extends Thread {</a:t>
            </a:r>
          </a:p>
          <a:p>
            <a:pPr marL="0" indent="0">
              <a:buNone/>
            </a:pPr>
            <a:r>
              <a:rPr lang="en-US" altLang="en-US" sz="2000"/>
              <a:t>    Doctor sv;</a:t>
            </a:r>
          </a:p>
          <a:p>
            <a:pPr marL="0" indent="0">
              <a:buNone/>
            </a:pPr>
            <a:r>
              <a:rPr lang="en-US" altLang="en-US" sz="2000"/>
              <a:t>    </a:t>
            </a:r>
            <a:r>
              <a:rPr lang="en-US" altLang="en-US" sz="2000" b="1"/>
              <a:t>int id;</a:t>
            </a:r>
          </a:p>
          <a:p>
            <a:pPr marL="0" indent="0">
              <a:buNone/>
            </a:pPr>
            <a:r>
              <a:rPr lang="en-US" altLang="en-US" sz="2000"/>
              <a:t>    </a:t>
            </a:r>
            <a:r>
              <a:rPr lang="en-US" altLang="en-US" sz="2000">
                <a:solidFill>
                  <a:srgbClr val="FF0000"/>
                </a:solidFill>
              </a:rPr>
              <a:t>Lock z;</a:t>
            </a:r>
          </a:p>
          <a:p>
            <a:pPr marL="0" indent="0">
              <a:buNone/>
            </a:pPr>
            <a:r>
              <a:rPr lang="en-US" altLang="en-US" sz="2000"/>
              <a:t>    </a:t>
            </a:r>
            <a:r>
              <a:rPr lang="en-US" altLang="en-US" sz="2000" b="1"/>
              <a:t>public Patients(int id,Doctor s, </a:t>
            </a:r>
            <a:r>
              <a:rPr lang="en-US" altLang="en-US" sz="2000" b="1">
                <a:solidFill>
                  <a:srgbClr val="FF0000"/>
                </a:solidFill>
              </a:rPr>
              <a:t>Lock z</a:t>
            </a:r>
            <a:r>
              <a:rPr lang="en-US" altLang="en-US" sz="2000" b="1"/>
              <a:t>)</a:t>
            </a:r>
          </a:p>
          <a:p>
            <a:pPr marL="0" indent="0">
              <a:buNone/>
            </a:pPr>
            <a:r>
              <a:rPr lang="en-US" altLang="en-US" sz="2000"/>
              <a:t>    {</a:t>
            </a:r>
          </a:p>
          <a:p>
            <a:pPr marL="0" indent="0">
              <a:buNone/>
            </a:pPr>
            <a:r>
              <a:rPr lang="en-US" altLang="en-US" sz="2000">
                <a:solidFill>
                  <a:srgbClr val="FF0000"/>
                </a:solidFill>
              </a:rPr>
              <a:t>        </a:t>
            </a:r>
            <a:r>
              <a:rPr lang="en-US" altLang="en-US" sz="2000" b="1">
                <a:solidFill>
                  <a:srgbClr val="FF0000"/>
                </a:solidFill>
              </a:rPr>
              <a:t>this.z = z;</a:t>
            </a:r>
          </a:p>
          <a:p>
            <a:pPr marL="0" indent="0">
              <a:buNone/>
            </a:pPr>
            <a:r>
              <a:rPr lang="en-US" altLang="en-US" sz="2000"/>
              <a:t>        </a:t>
            </a:r>
            <a:r>
              <a:rPr lang="en-US" altLang="en-US" sz="2000" b="1"/>
              <a:t>this.id = id;</a:t>
            </a:r>
          </a:p>
          <a:p>
            <a:pPr marL="0" indent="0">
              <a:buNone/>
            </a:pPr>
            <a:r>
              <a:rPr lang="en-US" altLang="en-US" sz="2000"/>
              <a:t>        sv=s;</a:t>
            </a:r>
          </a:p>
          <a:p>
            <a:pPr marL="0" indent="0">
              <a:buNone/>
            </a:pPr>
            <a:r>
              <a:rPr lang="en-US" altLang="en-US" sz="2000"/>
              <a:t>    }</a:t>
            </a:r>
          </a:p>
          <a:p>
            <a:pPr marL="0" indent="0">
              <a:buNone/>
            </a:pPr>
            <a:r>
              <a:rPr lang="en-US" altLang="en-US" sz="2000"/>
              <a:t>    </a:t>
            </a:r>
          </a:p>
          <a:p>
            <a:pPr marL="0" indent="0">
              <a:buNone/>
            </a:pPr>
            <a:r>
              <a:rPr lang="en-US" altLang="en-US" sz="2000"/>
              <a:t>    </a:t>
            </a:r>
            <a:r>
              <a:rPr lang="en-US" altLang="en-US" sz="2000" b="1"/>
              <a:t>public void run()</a:t>
            </a:r>
          </a:p>
          <a:p>
            <a:pPr marL="0" indent="0">
              <a:buNone/>
            </a:pPr>
            <a:r>
              <a:rPr lang="en-US" altLang="en-US" sz="2000"/>
              <a:t>    {</a:t>
            </a:r>
          </a:p>
          <a:p>
            <a:pPr marL="0" indent="0">
              <a:buNone/>
            </a:pPr>
            <a:r>
              <a:rPr lang="en-US" altLang="en-US" sz="2000"/>
              <a:t>     </a:t>
            </a:r>
            <a:r>
              <a:rPr lang="en-US" altLang="en-US" sz="2000">
                <a:solidFill>
                  <a:srgbClr val="FF0000"/>
                </a:solidFill>
              </a:rPr>
              <a:t>z.lock();</a:t>
            </a:r>
          </a:p>
          <a:p>
            <a:pPr marL="0" indent="0">
              <a:buNone/>
            </a:pPr>
            <a:r>
              <a:rPr lang="en-US" altLang="en-US" sz="2000"/>
              <a:t>     sv.visit(</a:t>
            </a:r>
            <a:r>
              <a:rPr lang="en-US" altLang="en-US" sz="2000" b="1"/>
              <a:t>this);</a:t>
            </a:r>
          </a:p>
          <a:p>
            <a:pPr marL="0" indent="0">
              <a:buNone/>
            </a:pPr>
            <a:r>
              <a:rPr lang="en-US" altLang="en-US" sz="2000"/>
              <a:t>     </a:t>
            </a:r>
            <a:r>
              <a:rPr lang="en-US" altLang="en-US" sz="2000">
                <a:solidFill>
                  <a:srgbClr val="FF0000"/>
                </a:solidFill>
              </a:rPr>
              <a:t>z.unlock();       </a:t>
            </a:r>
          </a:p>
          <a:p>
            <a:pPr marL="0" indent="0">
              <a:buNone/>
            </a:pPr>
            <a:r>
              <a:rPr lang="en-US" altLang="en-US" sz="2000"/>
              <a:t>    }</a:t>
            </a:r>
          </a:p>
          <a:p>
            <a:pPr marL="0" indent="0">
              <a:buNone/>
            </a:pPr>
            <a:r>
              <a:rPr lang="en-US" altLang="en-US" sz="200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a:extLst>
              <a:ext uri="{FF2B5EF4-FFF2-40B4-BE49-F238E27FC236}">
                <a16:creationId xmlns:a16="http://schemas.microsoft.com/office/drawing/2014/main" id="{EF0F00DA-C51B-B011-5F90-31B59BB035B0}"/>
              </a:ext>
            </a:extLst>
          </p:cNvPr>
          <p:cNvSpPr>
            <a:spLocks noGrp="1" noChangeArrowheads="1"/>
          </p:cNvSpPr>
          <p:nvPr>
            <p:ph type="title"/>
          </p:nvPr>
        </p:nvSpPr>
        <p:spPr/>
        <p:txBody>
          <a:bodyPr/>
          <a:lstStyle/>
          <a:p>
            <a:r>
              <a:rPr lang="en-US" altLang="en-US"/>
              <a:t>Do it yourself! Locks</a:t>
            </a:r>
          </a:p>
        </p:txBody>
      </p:sp>
      <p:sp>
        <p:nvSpPr>
          <p:cNvPr id="72707" name="Content Placeholder 2">
            <a:extLst>
              <a:ext uri="{FF2B5EF4-FFF2-40B4-BE49-F238E27FC236}">
                <a16:creationId xmlns:a16="http://schemas.microsoft.com/office/drawing/2014/main" id="{0A2148DA-28F5-E55B-2228-959397A467AC}"/>
              </a:ext>
            </a:extLst>
          </p:cNvPr>
          <p:cNvSpPr>
            <a:spLocks noGrp="1" noChangeArrowheads="1"/>
          </p:cNvSpPr>
          <p:nvPr>
            <p:ph idx="1"/>
          </p:nvPr>
        </p:nvSpPr>
        <p:spPr/>
        <p:txBody>
          <a:bodyPr/>
          <a:lstStyle/>
          <a:p>
            <a:r>
              <a:rPr lang="en-US" altLang="en-US"/>
              <a:t>Reload your patient doctor program</a:t>
            </a:r>
          </a:p>
          <a:p>
            <a:r>
              <a:rPr lang="en-US" altLang="en-US"/>
              <a:t>The clinic is extra busy due to Covid-19</a:t>
            </a:r>
          </a:p>
          <a:p>
            <a:r>
              <a:rPr lang="en-US" altLang="en-US"/>
              <a:t>6 patients come in</a:t>
            </a:r>
          </a:p>
          <a:p>
            <a:r>
              <a:rPr lang="en-US" altLang="en-US"/>
              <a:t>2 doctors are on duty</a:t>
            </a:r>
          </a:p>
          <a:p>
            <a:pPr lvl="1"/>
            <a:r>
              <a:rPr lang="en-US" altLang="en-US"/>
              <a:t>Doctor Chong</a:t>
            </a:r>
          </a:p>
          <a:p>
            <a:pPr lvl="1"/>
            <a:r>
              <a:rPr lang="en-US" altLang="en-US"/>
              <a:t>Doctor Sally</a:t>
            </a:r>
          </a:p>
          <a:p>
            <a:r>
              <a:rPr lang="en-US" altLang="en-US"/>
              <a:t>Odd numbered patients will visit Dr Chong</a:t>
            </a:r>
          </a:p>
          <a:p>
            <a:r>
              <a:rPr lang="en-US" altLang="en-US"/>
              <a:t>Even numbered patients will visit Dr Sally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a:extLst>
              <a:ext uri="{FF2B5EF4-FFF2-40B4-BE49-F238E27FC236}">
                <a16:creationId xmlns:a16="http://schemas.microsoft.com/office/drawing/2014/main" id="{1F81B02F-6CE6-9ABF-8835-30D9763D9B46}"/>
              </a:ext>
            </a:extLst>
          </p:cNvPr>
          <p:cNvSpPr>
            <a:spLocks noGrp="1" noChangeArrowheads="1"/>
          </p:cNvSpPr>
          <p:nvPr>
            <p:ph type="title"/>
          </p:nvPr>
        </p:nvSpPr>
        <p:spPr/>
        <p:txBody>
          <a:bodyPr/>
          <a:lstStyle/>
          <a:p>
            <a:r>
              <a:rPr lang="en-US" altLang="en-US"/>
              <a:t>Do it yourself! Locks</a:t>
            </a:r>
          </a:p>
        </p:txBody>
      </p:sp>
      <p:sp>
        <p:nvSpPr>
          <p:cNvPr id="74755" name="Content Placeholder 2">
            <a:extLst>
              <a:ext uri="{FF2B5EF4-FFF2-40B4-BE49-F238E27FC236}">
                <a16:creationId xmlns:a16="http://schemas.microsoft.com/office/drawing/2014/main" id="{DEAE829C-1653-C8B8-54B7-66FD63C9A052}"/>
              </a:ext>
            </a:extLst>
          </p:cNvPr>
          <p:cNvSpPr>
            <a:spLocks noGrp="1" noChangeArrowheads="1"/>
          </p:cNvSpPr>
          <p:nvPr>
            <p:ph idx="1"/>
          </p:nvPr>
        </p:nvSpPr>
        <p:spPr/>
        <p:txBody>
          <a:bodyPr/>
          <a:lstStyle/>
          <a:p>
            <a:r>
              <a:rPr lang="en-US" altLang="en-US"/>
              <a:t>Reload your patient doctor program</a:t>
            </a:r>
          </a:p>
          <a:p>
            <a:r>
              <a:rPr lang="en-US" altLang="en-US"/>
              <a:t>The clinic is extra busy due to Covid-19</a:t>
            </a:r>
          </a:p>
          <a:p>
            <a:r>
              <a:rPr lang="en-US" altLang="en-US"/>
              <a:t>9 patients arrive at opening time.</a:t>
            </a:r>
          </a:p>
          <a:p>
            <a:r>
              <a:rPr lang="en-US" altLang="en-US"/>
              <a:t>Only 1 doctor on duty!</a:t>
            </a:r>
          </a:p>
          <a:p>
            <a:r>
              <a:rPr lang="en-US" altLang="en-US"/>
              <a:t>Patients are anxious and impatient!</a:t>
            </a:r>
          </a:p>
          <a:p>
            <a:r>
              <a:rPr lang="en-US" altLang="en-US"/>
              <a:t>Each patient will wait for some time and if they do not get to see the doctor, they will decide to leave for another clinic</a:t>
            </a:r>
          </a:p>
          <a:p>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A1935AA7-C810-B2AB-D89D-A4A7B16776F0}"/>
              </a:ext>
            </a:extLst>
          </p:cNvPr>
          <p:cNvSpPr>
            <a:spLocks noGrp="1" noChangeArrowheads="1"/>
          </p:cNvSpPr>
          <p:nvPr>
            <p:ph type="title"/>
          </p:nvPr>
        </p:nvSpPr>
        <p:spPr/>
        <p:txBody>
          <a:bodyPr/>
          <a:lstStyle/>
          <a:p>
            <a:r>
              <a:rPr lang="en-US" altLang="en-US"/>
              <a:t>Hint</a:t>
            </a:r>
          </a:p>
        </p:txBody>
      </p:sp>
      <p:sp>
        <p:nvSpPr>
          <p:cNvPr id="75779" name="Content Placeholder 2">
            <a:extLst>
              <a:ext uri="{FF2B5EF4-FFF2-40B4-BE49-F238E27FC236}">
                <a16:creationId xmlns:a16="http://schemas.microsoft.com/office/drawing/2014/main" id="{57B3675B-8E81-520C-5DB1-BC20694C411A}"/>
              </a:ext>
            </a:extLst>
          </p:cNvPr>
          <p:cNvSpPr>
            <a:spLocks noGrp="1" noChangeArrowheads="1"/>
          </p:cNvSpPr>
          <p:nvPr>
            <p:ph idx="1"/>
          </p:nvPr>
        </p:nvSpPr>
        <p:spPr/>
        <p:txBody>
          <a:bodyPr/>
          <a:lstStyle/>
          <a:p>
            <a:r>
              <a:rPr lang="en-US" altLang="en-US"/>
              <a:t>lock.tryLock(timeout, unit)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8">
            <a:extLst>
              <a:ext uri="{FF2B5EF4-FFF2-40B4-BE49-F238E27FC236}">
                <a16:creationId xmlns:a16="http://schemas.microsoft.com/office/drawing/2014/main" id="{58502208-9794-03F7-0485-5E8CB8D98308}"/>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pPr>
            <a:r>
              <a:rPr lang="en-GB"/>
              <a:t>‹#›</a:t>
            </a:r>
            <a:endParaRPr lang="en-US" altLang="en-US" sz="1800">
              <a:solidFill>
                <a:schemeClr val="bg1"/>
              </a:solidFill>
            </a:endParaRPr>
          </a:p>
        </p:txBody>
      </p:sp>
      <p:sp>
        <p:nvSpPr>
          <p:cNvPr id="76803" name="Text Box 3">
            <a:extLst>
              <a:ext uri="{FF2B5EF4-FFF2-40B4-BE49-F238E27FC236}">
                <a16:creationId xmlns:a16="http://schemas.microsoft.com/office/drawing/2014/main" id="{2BC62555-09C4-AF56-49E7-8ED950B3349D}"/>
              </a:ext>
            </a:extLst>
          </p:cNvPr>
          <p:cNvSpPr txBox="1">
            <a:spLocks noChangeArrowheads="1"/>
          </p:cNvSpPr>
          <p:nvPr/>
        </p:nvSpPr>
        <p:spPr bwMode="auto">
          <a:xfrm>
            <a:off x="4659314" y="236539"/>
            <a:ext cx="29241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4000" b="1">
                <a:solidFill>
                  <a:srgbClr val="003366"/>
                </a:solidFill>
              </a:rPr>
              <a:t>References</a:t>
            </a:r>
            <a:endParaRPr lang="en-US" altLang="en-US" sz="4000">
              <a:solidFill>
                <a:srgbClr val="003366"/>
              </a:solidFill>
            </a:endParaRPr>
          </a:p>
        </p:txBody>
      </p:sp>
      <p:sp>
        <p:nvSpPr>
          <p:cNvPr id="76804" name="Rectangle 4">
            <a:extLst>
              <a:ext uri="{FF2B5EF4-FFF2-40B4-BE49-F238E27FC236}">
                <a16:creationId xmlns:a16="http://schemas.microsoft.com/office/drawing/2014/main" id="{B47EE6AB-A1E4-6BE2-6C3A-F4A4B8D75877}"/>
              </a:ext>
            </a:extLst>
          </p:cNvPr>
          <p:cNvSpPr>
            <a:spLocks noChangeArrowheads="1"/>
          </p:cNvSpPr>
          <p:nvPr/>
        </p:nvSpPr>
        <p:spPr bwMode="auto">
          <a:xfrm>
            <a:off x="1774825" y="2262189"/>
            <a:ext cx="81661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600" b="1"/>
              <a:t>   Jeff M &amp; Jeff K, Concurrency – State Models &amp; Java Programming</a:t>
            </a:r>
            <a:r>
              <a:rPr lang="en-US" altLang="en-US" sz="3600"/>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8">
            <a:extLst>
              <a:ext uri="{FF2B5EF4-FFF2-40B4-BE49-F238E27FC236}">
                <a16:creationId xmlns:a16="http://schemas.microsoft.com/office/drawing/2014/main" id="{BF25FBBA-B2F2-104D-B252-36424B51E40C}"/>
              </a:ext>
            </a:extLst>
          </p:cNvPr>
          <p:cNvSpPr>
            <a:spLocks noGrp="1" noChangeArrowheads="1"/>
          </p:cNvSpPr>
          <p:nvPr>
            <p:ph type="ftr" sz="quarter" idx="10"/>
          </p:nvPr>
        </p:nvSpPr>
        <p:spPr bwMode="auto">
          <a:xfrm>
            <a:off x="6248400" y="6623050"/>
            <a:ext cx="2895600" cy="2349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800" kern="1200">
                <a:solidFill>
                  <a:schemeClr val="tx1"/>
                </a:solidFill>
                <a:latin typeface="Calibri" panose="020F0502020204030204" pitchFamily="34" charset="0"/>
                <a:ea typeface="+mn-ea"/>
                <a:cs typeface="Calibri" panose="020F050202020403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0"/>
              </a:spcBef>
              <a:buFontTx/>
              <a:buNone/>
              <a:defRPr/>
            </a:pPr>
            <a:r>
              <a:rPr lang="en-GB" altLang="en-US"/>
              <a:t>Slide </a:t>
            </a:r>
            <a:fld id="{AF228BEA-7FC6-4593-A166-C0A01750BFF4}" type="slidenum">
              <a:rPr lang="en-GB" altLang="en-US" smtClean="0"/>
              <a:pPr>
                <a:spcBef>
                  <a:spcPct val="0"/>
                </a:spcBef>
                <a:buFontTx/>
                <a:buNone/>
                <a:defRPr/>
              </a:pPr>
              <a:t>41</a:t>
            </a:fld>
            <a:r>
              <a:rPr lang="en-GB" altLang="en-US"/>
              <a:t> (of </a:t>
            </a:r>
            <a:endParaRPr lang="en-US" altLang="en-US" sz="1800">
              <a:solidFill>
                <a:schemeClr val="bg1"/>
              </a:solidFill>
            </a:endParaRPr>
          </a:p>
        </p:txBody>
      </p:sp>
      <p:sp>
        <p:nvSpPr>
          <p:cNvPr id="78851" name="Text Box 2">
            <a:extLst>
              <a:ext uri="{FF2B5EF4-FFF2-40B4-BE49-F238E27FC236}">
                <a16:creationId xmlns:a16="http://schemas.microsoft.com/office/drawing/2014/main" id="{A546B51E-A9BA-FD71-B67D-291AF96B6DBE}"/>
              </a:ext>
            </a:extLst>
          </p:cNvPr>
          <p:cNvSpPr txBox="1">
            <a:spLocks noChangeArrowheads="1"/>
          </p:cNvSpPr>
          <p:nvPr/>
        </p:nvSpPr>
        <p:spPr bwMode="auto">
          <a:xfrm>
            <a:off x="3892551" y="2882900"/>
            <a:ext cx="4568825"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a:t>Q &amp; A</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3">
            <a:extLst>
              <a:ext uri="{FF2B5EF4-FFF2-40B4-BE49-F238E27FC236}">
                <a16:creationId xmlns:a16="http://schemas.microsoft.com/office/drawing/2014/main" id="{15E228E4-8B1C-B8ED-4A33-A6B1976CE24B}"/>
              </a:ext>
            </a:extLst>
          </p:cNvPr>
          <p:cNvSpPr>
            <a:spLocks noGrp="1" noChangeArrowheads="1"/>
          </p:cNvSpPr>
          <p:nvPr>
            <p:ph type="title"/>
          </p:nvPr>
        </p:nvSpPr>
        <p:spPr>
          <a:xfrm>
            <a:off x="2847975" y="569139"/>
            <a:ext cx="5069016" cy="553998"/>
          </a:xfrm>
        </p:spPr>
        <p:txBody>
          <a:bodyPr wrap="none">
            <a:spAutoFit/>
          </a:bodyPr>
          <a:lstStyle/>
          <a:p>
            <a:r>
              <a:rPr lang="en-US" altLang="en-US" b="1" u="sng">
                <a:solidFill>
                  <a:srgbClr val="003366"/>
                </a:solidFill>
              </a:rPr>
              <a:t>What we will cover next</a:t>
            </a:r>
            <a:endParaRPr lang="en-US" altLang="en-US" u="sng">
              <a:solidFill>
                <a:srgbClr val="003366"/>
              </a:solidFill>
            </a:endParaRPr>
          </a:p>
        </p:txBody>
      </p:sp>
      <p:sp>
        <p:nvSpPr>
          <p:cNvPr id="80899" name="Content Placeholder 2">
            <a:extLst>
              <a:ext uri="{FF2B5EF4-FFF2-40B4-BE49-F238E27FC236}">
                <a16:creationId xmlns:a16="http://schemas.microsoft.com/office/drawing/2014/main" id="{20D9E29C-9C18-8A03-B960-1CECCD6024D4}"/>
              </a:ext>
            </a:extLst>
          </p:cNvPr>
          <p:cNvSpPr>
            <a:spLocks noGrp="1" noChangeArrowheads="1"/>
          </p:cNvSpPr>
          <p:nvPr>
            <p:ph idx="1"/>
          </p:nvPr>
        </p:nvSpPr>
        <p:spPr/>
        <p:txBody>
          <a:bodyPr/>
          <a:lstStyle/>
          <a:p>
            <a:pPr eaLnBrk="1" hangingPunct="1"/>
            <a:r>
              <a:rPr lang="en-US" altLang="en-US"/>
              <a:t>Classical problems</a:t>
            </a:r>
          </a:p>
        </p:txBody>
      </p:sp>
    </p:spTree>
  </p:cSld>
  <p:clrMapOvr>
    <a:masterClrMapping/>
  </p:clrMapOvr>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0374C82B-844E-4C6D-B41E-036AD4E59A6E}">
  <ds:schemaRefs>
    <ds:schemaRef ds:uri="http://schemas.microsoft.com/sharepoint/v3/contenttype/forms"/>
  </ds:schemaRefs>
</ds:datastoreItem>
</file>

<file path=customXml/itemProps3.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1421</TotalTime>
  <Pages>11</Pages>
  <Words>2027</Words>
  <Application>Microsoft Office PowerPoint</Application>
  <PresentationFormat>Widescreen</PresentationFormat>
  <Paragraphs>300</Paragraphs>
  <Slides>42</Slides>
  <Notes>23</Notes>
  <HiddenSlides>3</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4" baseType="lpstr">
      <vt:lpstr>Arial</vt:lpstr>
      <vt:lpstr>Calibri</vt:lpstr>
      <vt:lpstr>Century Gothic</vt:lpstr>
      <vt:lpstr>Comic Sans MS</vt:lpstr>
      <vt:lpstr>Consolas</vt:lpstr>
      <vt:lpstr>Courier New</vt:lpstr>
      <vt:lpstr>Montserrat</vt:lpstr>
      <vt:lpstr>PT Sans</vt:lpstr>
      <vt:lpstr>Symbol</vt:lpstr>
      <vt:lpstr>Times New Roman</vt:lpstr>
      <vt:lpstr>UCTI-Template-foundation-level</vt:lpstr>
      <vt:lpstr>Microsoft Draw 97 Drawing</vt:lpstr>
      <vt:lpstr>Monitors  &amp; Conditional Synchronisation</vt:lpstr>
      <vt:lpstr>volatile</vt:lpstr>
      <vt:lpstr>PowerPoint Presentation</vt:lpstr>
      <vt:lpstr>Workshop Workers</vt:lpstr>
      <vt:lpstr>Topic &amp; Structure of The Lesson</vt:lpstr>
      <vt:lpstr>Learning Outcomes</vt:lpstr>
      <vt:lpstr>Key Terms You Must Be Able To Use</vt:lpstr>
      <vt:lpstr>Monitors &amp; Conditional Synchronization</vt:lpstr>
      <vt:lpstr>PowerPoint Presentation</vt:lpstr>
      <vt:lpstr>PowerPoint Presentation</vt:lpstr>
      <vt:lpstr>Condition Synchronization</vt:lpstr>
      <vt:lpstr>Condition Synchronization</vt:lpstr>
      <vt:lpstr>What is the most noticeable difference between the Carpark problem and the Ornamental Garden problem?</vt:lpstr>
      <vt:lpstr>Carpark model</vt:lpstr>
      <vt:lpstr>Ornamental garden Program - class diagram</vt:lpstr>
      <vt:lpstr>carpark program - class diagram</vt:lpstr>
      <vt:lpstr>carpark program</vt:lpstr>
      <vt:lpstr>carpark program - Arrivals and Departures threads</vt:lpstr>
      <vt:lpstr>Carpark program - CarParkControl monitor</vt:lpstr>
      <vt:lpstr>PowerPoint Presentation</vt:lpstr>
      <vt:lpstr>condition synchronization in Java</vt:lpstr>
      <vt:lpstr>condition synchronization in Java</vt:lpstr>
      <vt:lpstr>monitor lock</vt:lpstr>
      <vt:lpstr>condition synchronization in Java</vt:lpstr>
      <vt:lpstr>CarParkControl - condition synchronization </vt:lpstr>
      <vt:lpstr>Car Park</vt:lpstr>
      <vt:lpstr>Summary</vt:lpstr>
      <vt:lpstr>Summary</vt:lpstr>
      <vt:lpstr> AtomicCounter:</vt:lpstr>
      <vt:lpstr>java.util.concurrent </vt:lpstr>
      <vt:lpstr>Java Lock vs Synchronized</vt:lpstr>
      <vt:lpstr>Labelling</vt:lpstr>
      <vt:lpstr>Doctor and Patients</vt:lpstr>
      <vt:lpstr>Do it yourself! Locks</vt:lpstr>
      <vt:lpstr>PowerPoint Presentation</vt:lpstr>
      <vt:lpstr>PowerPoint Presentation</vt:lpstr>
      <vt:lpstr>Do it yourself! Locks</vt:lpstr>
      <vt:lpstr>Do it yourself! Locks</vt:lpstr>
      <vt:lpstr>Hint</vt:lpstr>
      <vt:lpstr>PowerPoint Presentation</vt:lpstr>
      <vt:lpstr>PowerPoint Presentation</vt:lpstr>
      <vt:lpstr>What we will cover next</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Zailan Arabee Abdul Salam</cp:lastModifiedBy>
  <cp:revision>330</cp:revision>
  <cp:lastPrinted>2023-02-03T03:07:34Z</cp:lastPrinted>
  <dcterms:created xsi:type="dcterms:W3CDTF">2005-08-02T10:18:20Z</dcterms:created>
  <dcterms:modified xsi:type="dcterms:W3CDTF">2023-11-06T04:58:37Z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