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42"/>
  </p:notesMasterIdLst>
  <p:handoutMasterIdLst>
    <p:handoutMasterId r:id="rId43"/>
  </p:handoutMasterIdLst>
  <p:sldIdLst>
    <p:sldId id="412" r:id="rId5"/>
    <p:sldId id="413" r:id="rId6"/>
    <p:sldId id="414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428" r:id="rId21"/>
    <p:sldId id="429" r:id="rId22"/>
    <p:sldId id="430" r:id="rId23"/>
    <p:sldId id="431" r:id="rId24"/>
    <p:sldId id="432" r:id="rId25"/>
    <p:sldId id="433" r:id="rId26"/>
    <p:sldId id="434" r:id="rId27"/>
    <p:sldId id="435" r:id="rId28"/>
    <p:sldId id="512" r:id="rId29"/>
    <p:sldId id="436" r:id="rId30"/>
    <p:sldId id="437" r:id="rId31"/>
    <p:sldId id="438" r:id="rId32"/>
    <p:sldId id="444" r:id="rId33"/>
    <p:sldId id="513" r:id="rId34"/>
    <p:sldId id="439" r:id="rId35"/>
    <p:sldId id="440" r:id="rId36"/>
    <p:sldId id="441" r:id="rId37"/>
    <p:sldId id="447" r:id="rId38"/>
    <p:sldId id="514" r:id="rId39"/>
    <p:sldId id="449" r:id="rId40"/>
    <p:sldId id="497" r:id="rId41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512"/>
            <p14:sldId id="436"/>
            <p14:sldId id="437"/>
            <p14:sldId id="438"/>
            <p14:sldId id="444"/>
            <p14:sldId id="513"/>
            <p14:sldId id="439"/>
            <p14:sldId id="440"/>
            <p14:sldId id="441"/>
            <p14:sldId id="447"/>
            <p14:sldId id="514"/>
            <p14:sldId id="449"/>
            <p14:sldId id="4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BFECC9-B989-497C-B098-5B357AD896A4}" v="2" dt="2023-11-06T04:59:55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279" autoAdjust="0"/>
    <p:restoredTop sz="94249" autoAdjust="0"/>
  </p:normalViewPr>
  <p:slideViewPr>
    <p:cSldViewPr snapToGrid="0">
      <p:cViewPr varScale="1">
        <p:scale>
          <a:sx n="109" d="100"/>
          <a:sy n="109" d="100"/>
        </p:scale>
        <p:origin x="654" y="96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6288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lan Arabee Abdul Salam" userId="5bc04053-34d1-46af-a9d4-ff754460ad4b" providerId="ADAL" clId="{4FF8285E-39F7-4C24-A91D-468700658EB6}"/>
    <pc:docChg chg="addSld delSld modSld modSection">
      <pc:chgData name="Zailan Arabee Abdul Salam" userId="5bc04053-34d1-46af-a9d4-ff754460ad4b" providerId="ADAL" clId="{4FF8285E-39F7-4C24-A91D-468700658EB6}" dt="2023-10-30T03:29:31.809" v="2" actId="47"/>
      <pc:docMkLst>
        <pc:docMk/>
      </pc:docMkLst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4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6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6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6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7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7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7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8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0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39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00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01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0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0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04"/>
        </pc:sldMkLst>
      </pc:sldChg>
      <pc:sldChg chg="del">
        <pc:chgData name="Zailan Arabee Abdul Salam" userId="5bc04053-34d1-46af-a9d4-ff754460ad4b" providerId="ADAL" clId="{4FF8285E-39F7-4C24-A91D-468700658EB6}" dt="2023-10-30T03:29:21.926" v="1" actId="47"/>
        <pc:sldMkLst>
          <pc:docMk/>
          <pc:sldMk cId="0" sldId="405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06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07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08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09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0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1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2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3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4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5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6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7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8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19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0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1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2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3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4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26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7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8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2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0"/>
        </pc:sldMkLst>
      </pc:sldChg>
      <pc:sldChg chg="del">
        <pc:chgData name="Zailan Arabee Abdul Salam" userId="5bc04053-34d1-46af-a9d4-ff754460ad4b" providerId="ADAL" clId="{4FF8285E-39F7-4C24-A91D-468700658EB6}" dt="2023-10-30T03:29:31.809" v="2" actId="47"/>
        <pc:sldMkLst>
          <pc:docMk/>
          <pc:sldMk cId="0" sldId="431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3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0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1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4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0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1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5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0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1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2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3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4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5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6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7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8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69"/>
        </pc:sldMkLst>
      </pc:sldChg>
      <pc:sldChg chg="add">
        <pc:chgData name="Zailan Arabee Abdul Salam" userId="5bc04053-34d1-46af-a9d4-ff754460ad4b" providerId="ADAL" clId="{4FF8285E-39F7-4C24-A91D-468700658EB6}" dt="2023-10-30T03:29:19.672" v="0"/>
        <pc:sldMkLst>
          <pc:docMk/>
          <pc:sldMk cId="0" sldId="470"/>
        </pc:sldMkLst>
      </pc:sldChg>
      <pc:sldMasterChg chg="delSldLayout">
        <pc:chgData name="Zailan Arabee Abdul Salam" userId="5bc04053-34d1-46af-a9d4-ff754460ad4b" providerId="ADAL" clId="{4FF8285E-39F7-4C24-A91D-468700658EB6}" dt="2023-10-30T03:29:31.809" v="2" actId="47"/>
        <pc:sldMasterMkLst>
          <pc:docMk/>
          <pc:sldMasterMk cId="0" sldId="2147483651"/>
        </pc:sldMasterMkLst>
        <pc:sldLayoutChg chg="del">
          <pc:chgData name="Zailan Arabee Abdul Salam" userId="5bc04053-34d1-46af-a9d4-ff754460ad4b" providerId="ADAL" clId="{4FF8285E-39F7-4C24-A91D-468700658EB6}" dt="2023-10-30T03:29:31.809" v="2" actId="47"/>
          <pc:sldLayoutMkLst>
            <pc:docMk/>
            <pc:sldMasterMk cId="0" sldId="2147483651"/>
            <pc:sldLayoutMk cId="1623527397" sldId="2147483767"/>
          </pc:sldLayoutMkLst>
        </pc:sldLayoutChg>
      </pc:sldMasterChg>
    </pc:docChg>
  </pc:docChgLst>
  <pc:docChgLst>
    <pc:chgData name="Zailan Arabee Abdul Salam" userId="5bc04053-34d1-46af-a9d4-ff754460ad4b" providerId="ADAL" clId="{14BFECC9-B989-497C-B098-5B357AD896A4}"/>
    <pc:docChg chg="addSld delSld modSld modSection">
      <pc:chgData name="Zailan Arabee Abdul Salam" userId="5bc04053-34d1-46af-a9d4-ff754460ad4b" providerId="ADAL" clId="{14BFECC9-B989-497C-B098-5B357AD896A4}" dt="2023-11-06T05:00:09.020" v="3" actId="47"/>
      <pc:docMkLst>
        <pc:docMk/>
      </pc:docMkLst>
      <pc:sldChg chg="modSp add">
        <pc:chgData name="Zailan Arabee Abdul Salam" userId="5bc04053-34d1-46af-a9d4-ff754460ad4b" providerId="ADAL" clId="{14BFECC9-B989-497C-B098-5B357AD896A4}" dt="2023-11-06T04:59:55.883" v="1" actId="207"/>
        <pc:sldMkLst>
          <pc:docMk/>
          <pc:sldMk cId="4173530245" sldId="412"/>
        </pc:sldMkLst>
        <pc:spChg chg="mod">
          <ac:chgData name="Zailan Arabee Abdul Salam" userId="5bc04053-34d1-46af-a9d4-ff754460ad4b" providerId="ADAL" clId="{14BFECC9-B989-497C-B098-5B357AD896A4}" dt="2023-11-06T04:59:55.883" v="1" actId="207"/>
          <ac:spMkLst>
            <pc:docMk/>
            <pc:sldMk cId="4173530245" sldId="412"/>
            <ac:spMk id="5" creationId="{B5B94E5B-52A0-4F06-8789-B6D589154D75}"/>
          </ac:spMkLst>
        </pc:spChg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702150465" sldId="413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534452825" sldId="414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787948809" sldId="415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3484892784" sldId="416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832530118" sldId="417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357978331" sldId="418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083271707" sldId="419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1776033938" sldId="420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1943832022" sldId="421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303722514" sldId="422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1904997648" sldId="423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586457689" sldId="424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3349740203" sldId="425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1672027590" sldId="426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039543439" sldId="427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751271311" sldId="428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1061446575" sldId="429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807947405" sldId="430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1137312726" sldId="431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1279446125" sldId="432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1185433577" sldId="433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3390789298" sldId="434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560316340" sldId="435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1995400597" sldId="436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4071484972" sldId="437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117600963" sldId="438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578132223" sldId="439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3049061779" sldId="440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939516953" sldId="441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676408544" sldId="444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957793038" sldId="447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4007140080" sldId="449"/>
        </pc:sldMkLst>
      </pc:sldChg>
      <pc:sldChg chg="del">
        <pc:chgData name="Zailan Arabee Abdul Salam" userId="5bc04053-34d1-46af-a9d4-ff754460ad4b" providerId="ADAL" clId="{14BFECC9-B989-497C-B098-5B357AD896A4}" dt="2023-11-06T04:59:58.207" v="2" actId="47"/>
        <pc:sldMkLst>
          <pc:docMk/>
          <pc:sldMk cId="0" sldId="450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51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52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53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54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55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56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57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58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59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60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61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62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63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64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65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66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67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68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69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70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98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499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1513996357" sldId="500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501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2768932918" sldId="502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503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504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505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506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507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508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2468692945" sldId="509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1307870646" sldId="510"/>
        </pc:sldMkLst>
      </pc:sldChg>
      <pc:sldChg chg="del">
        <pc:chgData name="Zailan Arabee Abdul Salam" userId="5bc04053-34d1-46af-a9d4-ff754460ad4b" providerId="ADAL" clId="{14BFECC9-B989-497C-B098-5B357AD896A4}" dt="2023-11-06T05:00:09.020" v="3" actId="47"/>
        <pc:sldMkLst>
          <pc:docMk/>
          <pc:sldMk cId="0" sldId="511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187249270" sldId="512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2809928186" sldId="513"/>
        </pc:sldMkLst>
      </pc:sldChg>
      <pc:sldChg chg="add">
        <pc:chgData name="Zailan Arabee Abdul Salam" userId="5bc04053-34d1-46af-a9d4-ff754460ad4b" providerId="ADAL" clId="{14BFECC9-B989-497C-B098-5B357AD896A4}" dt="2023-11-06T04:59:50.266" v="0"/>
        <pc:sldMkLst>
          <pc:docMk/>
          <pc:sldMk cId="3304950563" sldId="514"/>
        </pc:sldMkLst>
      </pc:sldChg>
      <pc:sldMasterChg chg="delSldLayout">
        <pc:chgData name="Zailan Arabee Abdul Salam" userId="5bc04053-34d1-46af-a9d4-ff754460ad4b" providerId="ADAL" clId="{14BFECC9-B989-497C-B098-5B357AD896A4}" dt="2023-11-06T05:00:09.020" v="3" actId="47"/>
        <pc:sldMasterMkLst>
          <pc:docMk/>
          <pc:sldMasterMk cId="0" sldId="2147483651"/>
        </pc:sldMasterMkLst>
        <pc:sldLayoutChg chg="del">
          <pc:chgData name="Zailan Arabee Abdul Salam" userId="5bc04053-34d1-46af-a9d4-ff754460ad4b" providerId="ADAL" clId="{14BFECC9-B989-497C-B098-5B357AD896A4}" dt="2023-11-06T05:00:09.020" v="3" actId="47"/>
          <pc:sldLayoutMkLst>
            <pc:docMk/>
            <pc:sldMasterMk cId="0" sldId="2147483651"/>
            <pc:sldLayoutMk cId="1084219752" sldId="2147483759"/>
          </pc:sldLayoutMkLst>
        </pc:sldLayoutChg>
      </pc:sldMasterChg>
    </pc:docChg>
  </pc:docChgLst>
  <pc:docChgLst>
    <pc:chgData name="Zailan Arabee Abdul Salam" userId="5bc04053-34d1-46af-a9d4-ff754460ad4b" providerId="ADAL" clId="{DC979ACE-1A26-44C6-AC30-58F75F4E12CD}"/>
    <pc:docChg chg="addSld delSld modSld modSection">
      <pc:chgData name="Zailan Arabee Abdul Salam" userId="5bc04053-34d1-46af-a9d4-ff754460ad4b" providerId="ADAL" clId="{DC979ACE-1A26-44C6-AC30-58F75F4E12CD}" dt="2023-10-30T03:40:29.056" v="5" actId="478"/>
      <pc:docMkLst>
        <pc:docMk/>
      </pc:docMkLst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2937824831" sldId="321"/>
        </pc:sldMkLst>
      </pc:sldChg>
      <pc:sldChg chg="del">
        <pc:chgData name="Zailan Arabee Abdul Salam" userId="5bc04053-34d1-46af-a9d4-ff754460ad4b" providerId="ADAL" clId="{DC979ACE-1A26-44C6-AC30-58F75F4E12CD}" dt="2023-10-30T03:32:03.058" v="1" actId="47"/>
        <pc:sldMkLst>
          <pc:docMk/>
          <pc:sldMk cId="0" sldId="422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3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4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5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7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8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29"/>
        </pc:sldMkLst>
      </pc:sldChg>
      <pc:sldChg chg="modSp add">
        <pc:chgData name="Zailan Arabee Abdul Salam" userId="5bc04053-34d1-46af-a9d4-ff754460ad4b" providerId="ADAL" clId="{DC979ACE-1A26-44C6-AC30-58F75F4E12CD}" dt="2023-10-30T03:32:53.614" v="3" actId="207"/>
        <pc:sldMkLst>
          <pc:docMk/>
          <pc:sldMk cId="0" sldId="450"/>
        </pc:sldMkLst>
        <pc:spChg chg="mod">
          <ac:chgData name="Zailan Arabee Abdul Salam" userId="5bc04053-34d1-46af-a9d4-ff754460ad4b" providerId="ADAL" clId="{DC979ACE-1A26-44C6-AC30-58F75F4E12CD}" dt="2023-10-30T03:32:53.614" v="3" actId="207"/>
          <ac:spMkLst>
            <pc:docMk/>
            <pc:sldMk cId="0" sldId="450"/>
            <ac:spMk id="3075" creationId="{3B6F934B-648E-46F4-8C57-7C562A88D215}"/>
          </ac:spMkLst>
        </pc:spChg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1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2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3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4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5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6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7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8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59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0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1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2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3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4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5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6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7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8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69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70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1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2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3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4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5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6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77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2755726583" sldId="478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3358647978" sldId="479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372360413" sldId="480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1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2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3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4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5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6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7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8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89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0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1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2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3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4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5"/>
        </pc:sldMkLst>
      </pc:sldChg>
      <pc:sldChg chg="del">
        <pc:chgData name="Zailan Arabee Abdul Salam" userId="5bc04053-34d1-46af-a9d4-ff754460ad4b" providerId="ADAL" clId="{DC979ACE-1A26-44C6-AC30-58F75F4E12CD}" dt="2023-10-30T03:32:17.220" v="2" actId="47"/>
        <pc:sldMkLst>
          <pc:docMk/>
          <pc:sldMk cId="0" sldId="496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1365223114" sldId="497"/>
        </pc:sldMkLst>
      </pc:sldChg>
      <pc:sldChg chg="addSp delSp modSp add modAnim">
        <pc:chgData name="Zailan Arabee Abdul Salam" userId="5bc04053-34d1-46af-a9d4-ff754460ad4b" providerId="ADAL" clId="{DC979ACE-1A26-44C6-AC30-58F75F4E12CD}" dt="2023-10-30T03:40:19.899" v="4" actId="478"/>
        <pc:sldMkLst>
          <pc:docMk/>
          <pc:sldMk cId="0" sldId="498"/>
        </pc:sldMkLst>
        <pc:spChg chg="add mod">
          <ac:chgData name="Zailan Arabee Abdul Salam" userId="5bc04053-34d1-46af-a9d4-ff754460ad4b" providerId="ADAL" clId="{DC979ACE-1A26-44C6-AC30-58F75F4E12CD}" dt="2023-10-30T03:40:19.899" v="4" actId="478"/>
          <ac:spMkLst>
            <pc:docMk/>
            <pc:sldMk cId="0" sldId="498"/>
            <ac:spMk id="2" creationId="{90FAAB97-9C54-2B3F-3C67-167E4F7D2A5B}"/>
          </ac:spMkLst>
        </pc:spChg>
        <pc:picChg chg="del">
          <ac:chgData name="Zailan Arabee Abdul Salam" userId="5bc04053-34d1-46af-a9d4-ff754460ad4b" providerId="ADAL" clId="{DC979ACE-1A26-44C6-AC30-58F75F4E12CD}" dt="2023-10-30T03:40:19.899" v="4" actId="478"/>
          <ac:picMkLst>
            <pc:docMk/>
            <pc:sldMk cId="0" sldId="498"/>
            <ac:picMk id="3" creationId="{27195B5E-D0DD-4A34-E331-CFE118B510D5}"/>
          </ac:picMkLst>
        </pc:picChg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499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1513996357" sldId="500"/>
        </pc:sldMkLst>
      </pc:sldChg>
      <pc:sldChg chg="addSp delSp modSp add modAnim">
        <pc:chgData name="Zailan Arabee Abdul Salam" userId="5bc04053-34d1-46af-a9d4-ff754460ad4b" providerId="ADAL" clId="{DC979ACE-1A26-44C6-AC30-58F75F4E12CD}" dt="2023-10-30T03:40:29.056" v="5" actId="478"/>
        <pc:sldMkLst>
          <pc:docMk/>
          <pc:sldMk cId="0" sldId="501"/>
        </pc:sldMkLst>
        <pc:spChg chg="add mod">
          <ac:chgData name="Zailan Arabee Abdul Salam" userId="5bc04053-34d1-46af-a9d4-ff754460ad4b" providerId="ADAL" clId="{DC979ACE-1A26-44C6-AC30-58F75F4E12CD}" dt="2023-10-30T03:40:29.056" v="5" actId="478"/>
          <ac:spMkLst>
            <pc:docMk/>
            <pc:sldMk cId="0" sldId="501"/>
            <ac:spMk id="2" creationId="{5C43B883-520C-454C-F80C-D042103B357B}"/>
          </ac:spMkLst>
        </pc:spChg>
        <pc:picChg chg="del">
          <ac:chgData name="Zailan Arabee Abdul Salam" userId="5bc04053-34d1-46af-a9d4-ff754460ad4b" providerId="ADAL" clId="{DC979ACE-1A26-44C6-AC30-58F75F4E12CD}" dt="2023-10-30T03:40:29.056" v="5" actId="478"/>
          <ac:picMkLst>
            <pc:docMk/>
            <pc:sldMk cId="0" sldId="501"/>
            <ac:picMk id="3" creationId="{CD9DBD4D-2C7A-50E6-C444-732448D46F5A}"/>
          </ac:picMkLst>
        </pc:picChg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2768932918" sldId="502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3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4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5"/>
        </pc:sldMkLst>
      </pc:sldChg>
      <pc:sldChg chg="modSp 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6"/>
        </pc:sldMkLst>
        <pc:spChg chg="mod">
          <ac:chgData name="Zailan Arabee Abdul Salam" userId="5bc04053-34d1-46af-a9d4-ff754460ad4b" providerId="ADAL" clId="{DC979ACE-1A26-44C6-AC30-58F75F4E12CD}" dt="2023-10-30T03:32:01.127" v="0"/>
          <ac:spMkLst>
            <pc:docMk/>
            <pc:sldMk cId="0" sldId="506"/>
            <ac:spMk id="48132" creationId="{48EA60D4-3DCA-4696-93C3-DF9F2DFA64B6}"/>
          </ac:spMkLst>
        </pc:spChg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7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08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2468692945" sldId="509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1307870646" sldId="510"/>
        </pc:sldMkLst>
      </pc:sldChg>
      <pc:sldChg chg="add">
        <pc:chgData name="Zailan Arabee Abdul Salam" userId="5bc04053-34d1-46af-a9d4-ff754460ad4b" providerId="ADAL" clId="{DC979ACE-1A26-44C6-AC30-58F75F4E12CD}" dt="2023-10-30T03:32:01.127" v="0"/>
        <pc:sldMkLst>
          <pc:docMk/>
          <pc:sldMk cId="0" sldId="511"/>
        </pc:sldMkLst>
      </pc:sldChg>
    </pc:docChg>
  </pc:docChgLst>
  <pc:docChgLst>
    <pc:chgData name="Zailan Arabee Abdul Salam" userId="5bc04053-34d1-46af-a9d4-ff754460ad4b" providerId="ADAL" clId="{76D53FD3-137B-42A7-8814-A5128FB68CB9}"/>
    <pc:docChg chg="addSld delSld modSld modSection">
      <pc:chgData name="Zailan Arabee Abdul Salam" userId="5bc04053-34d1-46af-a9d4-ff754460ad4b" providerId="ADAL" clId="{76D53FD3-137B-42A7-8814-A5128FB68CB9}" dt="2023-10-30T03:24:22.666" v="2" actId="47"/>
      <pc:docMkLst>
        <pc:docMk/>
      </pc:docMkLst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25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6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4027869332" sldId="27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7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3225035349" sldId="28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979819931" sldId="28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994277211" sldId="28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894897432" sldId="28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083618775" sldId="28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3831505793" sldId="28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8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147883940" sldId="28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929223683" sldId="29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4364869" sldId="29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393804965" sldId="29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4053078876" sldId="29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3067589673" sldId="29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29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0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1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1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937824831" sldId="321"/>
        </pc:sldMkLst>
      </pc:sldChg>
      <pc:sldChg chg="del">
        <pc:chgData name="Zailan Arabee Abdul Salam" userId="5bc04053-34d1-46af-a9d4-ff754460ad4b" providerId="ADAL" clId="{76D53FD3-137B-42A7-8814-A5128FB68CB9}" dt="2023-10-30T03:24:00.858" v="1" actId="47"/>
        <pc:sldMkLst>
          <pc:docMk/>
          <pc:sldMk cId="66905897" sldId="32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528312682" sldId="32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847682019" sldId="32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2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2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3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3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764497266" sldId="33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3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63747284" sldId="33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3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34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581059157" sldId="38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732822587" sldId="38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1800784675" sldId="386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509633848" sldId="387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88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728493372" sldId="389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2543501658" sldId="390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4253409991" sldId="391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2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3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4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5"/>
        </pc:sldMkLst>
      </pc:sldChg>
      <pc:sldChg chg="del">
        <pc:chgData name="Zailan Arabee Abdul Salam" userId="5bc04053-34d1-46af-a9d4-ff754460ad4b" providerId="ADAL" clId="{76D53FD3-137B-42A7-8814-A5128FB68CB9}" dt="2023-10-30T03:24:22.666" v="2" actId="47"/>
        <pc:sldMkLst>
          <pc:docMk/>
          <pc:sldMk cId="0" sldId="39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5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184319698" sldId="46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912884228" sldId="46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6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7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755726583" sldId="47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72360413" sldId="48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8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48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564082965" sldId="48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254383725" sldId="48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414928201" sldId="48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439302342" sldId="48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734300543" sldId="48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332866878" sldId="49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51422715" sldId="49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500488050" sldId="49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885538886" sldId="49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062332636" sldId="50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145781160" sldId="50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824347951" sldId="50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333830559" sldId="50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126277076" sldId="50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35118991" sldId="50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223502574" sldId="50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370038255" sldId="50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998009960" sldId="50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140105713" sldId="50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367596249" sldId="51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715310179" sldId="51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439912198" sldId="51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911786166" sldId="51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066858650" sldId="189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774009567" sldId="189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477102949" sldId="189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208853802" sldId="189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426269947" sldId="189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377559160" sldId="190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302651925" sldId="190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1917068273" sldId="190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895380168" sldId="190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255597957" sldId="190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773843950" sldId="191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230886124" sldId="191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4072523526" sldId="191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851357154" sldId="191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298809152" sldId="191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1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1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1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3106057987" sldId="191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4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5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6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7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8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29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0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1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2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3"/>
        </pc:sldMkLst>
      </pc:sldChg>
      <pc:sldChg chg="add">
        <pc:chgData name="Zailan Arabee Abdul Salam" userId="5bc04053-34d1-46af-a9d4-ff754460ad4b" providerId="ADAL" clId="{76D53FD3-137B-42A7-8814-A5128FB68CB9}" dt="2023-10-30T03:23:50.545" v="0"/>
        <pc:sldMkLst>
          <pc:docMk/>
          <pc:sldMk cId="0" sldId="1934"/>
        </pc:sldMkLst>
      </pc:sldChg>
    </pc:docChg>
  </pc:docChgLst>
  <pc:docChgLst>
    <pc:chgData name="Zailan Arabee Abdul Salam" userId="5bc04053-34d1-46af-a9d4-ff754460ad4b" providerId="ADAL" clId="{CD11030C-D4AC-4F37-A72F-13B7307DA009}"/>
    <pc:docChg chg="addSld delSld modSld modSection">
      <pc:chgData name="Zailan Arabee Abdul Salam" userId="5bc04053-34d1-46af-a9d4-ff754460ad4b" providerId="ADAL" clId="{CD11030C-D4AC-4F37-A72F-13B7307DA009}" dt="2023-10-30T03:22:14.857" v="3" actId="47"/>
      <pc:docMkLst>
        <pc:docMk/>
      </pc:docMkLst>
      <pc:sldChg chg="add del">
        <pc:chgData name="Zailan Arabee Abdul Salam" userId="5bc04053-34d1-46af-a9d4-ff754460ad4b" providerId="ADAL" clId="{CD11030C-D4AC-4F37-A72F-13B7307DA009}" dt="2023-10-30T03:21:44.711" v="2" actId="47"/>
        <pc:sldMkLst>
          <pc:docMk/>
          <pc:sldMk cId="0" sldId="26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6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4027869332" sldId="27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7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3225035349" sldId="28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979819931" sldId="28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994277211" sldId="28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894897432" sldId="28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083618775" sldId="28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3831505793" sldId="28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8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147883940" sldId="28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929223683" sldId="29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4364869" sldId="29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393804965" sldId="29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4053078876" sldId="29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3067589673" sldId="29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29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03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1222172671" sldId="305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1147692581" sldId="306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453307536" sldId="307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3726883340" sldId="308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877144264" sldId="309"/>
        </pc:sldMkLst>
      </pc:sldChg>
      <pc:sldChg chg="del">
        <pc:chgData name="Zailan Arabee Abdul Salam" userId="5bc04053-34d1-46af-a9d4-ff754460ad4b" providerId="ADAL" clId="{CD11030C-D4AC-4F37-A72F-13B7307DA009}" dt="2023-10-30T03:22:14.857" v="3" actId="47"/>
        <pc:sldMkLst>
          <pc:docMk/>
          <pc:sldMk cId="2002936326" sldId="31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5"/>
        </pc:sldMkLst>
      </pc:sldChg>
      <pc:sldChg chg="del">
        <pc:chgData name="Zailan Arabee Abdul Salam" userId="5bc04053-34d1-46af-a9d4-ff754460ad4b" providerId="ADAL" clId="{CD11030C-D4AC-4F37-A72F-13B7307DA009}" dt="2023-10-30T03:21:43.693" v="1" actId="47"/>
        <pc:sldMkLst>
          <pc:docMk/>
          <pc:sldMk cId="3591373730" sldId="31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1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937824831" sldId="32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528312682" sldId="32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2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764497266" sldId="33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3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63747284" sldId="33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581059157" sldId="38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732822587" sldId="38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1800784675" sldId="386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509633848" sldId="387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88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728493372" sldId="389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2543501658" sldId="390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4253409991" sldId="391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2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3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4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5"/>
        </pc:sldMkLst>
      </pc:sldChg>
      <pc:sldChg chg="add">
        <pc:chgData name="Zailan Arabee Abdul Salam" userId="5bc04053-34d1-46af-a9d4-ff754460ad4b" providerId="ADAL" clId="{CD11030C-D4AC-4F37-A72F-13B7307DA009}" dt="2023-10-30T03:21:39.393" v="0"/>
        <pc:sldMkLst>
          <pc:docMk/>
          <pc:sldMk cId="0" sldId="396"/>
        </pc:sldMkLst>
      </pc:sldChg>
    </pc:docChg>
  </pc:docChgLst>
  <pc:docChgLst>
    <pc:chgData name="Zailan Arabee Abdul Salam" userId="5bc04053-34d1-46af-a9d4-ff754460ad4b" providerId="ADAL" clId="{A0333D6F-5E67-435A-B1D3-C03FF9393500}"/>
    <pc:docChg chg="addSld delSld modSld modSection">
      <pc:chgData name="Zailan Arabee Abdul Salam" userId="5bc04053-34d1-46af-a9d4-ff754460ad4b" providerId="ADAL" clId="{A0333D6F-5E67-435A-B1D3-C03FF9393500}" dt="2023-10-30T03:31:00.820" v="2" actId="47"/>
      <pc:docMkLst>
        <pc:docMk/>
      </pc:docMkLst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2937824831" sldId="321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4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64"/>
        </pc:sldMkLst>
      </pc:sldChg>
      <pc:sldChg chg="del">
        <pc:chgData name="Zailan Arabee Abdul Salam" userId="5bc04053-34d1-46af-a9d4-ff754460ad4b" providerId="ADAL" clId="{A0333D6F-5E67-435A-B1D3-C03FF9393500}" dt="2023-10-30T03:30:42.447" v="1" actId="47"/>
        <pc:sldMkLst>
          <pc:docMk/>
          <pc:sldMk cId="0" sldId="36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6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7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7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7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4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8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39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0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01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0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0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04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2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3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4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26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7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8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2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4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3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1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4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4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1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4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5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0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1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2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3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4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5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6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7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8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69"/>
        </pc:sldMkLst>
      </pc:sldChg>
      <pc:sldChg chg="del">
        <pc:chgData name="Zailan Arabee Abdul Salam" userId="5bc04053-34d1-46af-a9d4-ff754460ad4b" providerId="ADAL" clId="{A0333D6F-5E67-435A-B1D3-C03FF9393500}" dt="2023-10-30T03:31:00.820" v="2" actId="47"/>
        <pc:sldMkLst>
          <pc:docMk/>
          <pc:sldMk cId="0" sldId="470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1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2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3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4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5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6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77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2755726583" sldId="478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3358647978" sldId="479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372360413" sldId="480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1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2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3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4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5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6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7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8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89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0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1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2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3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4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5"/>
        </pc:sldMkLst>
      </pc:sldChg>
      <pc:sldChg chg="add">
        <pc:chgData name="Zailan Arabee Abdul Salam" userId="5bc04053-34d1-46af-a9d4-ff754460ad4b" providerId="ADAL" clId="{A0333D6F-5E67-435A-B1D3-C03FF9393500}" dt="2023-10-30T03:30:40.571" v="0"/>
        <pc:sldMkLst>
          <pc:docMk/>
          <pc:sldMk cId="0" sldId="496"/>
        </pc:sldMkLst>
      </pc:sldChg>
    </pc:docChg>
  </pc:docChgLst>
  <pc:docChgLst>
    <pc:chgData name="Zailan Arabee Abdul Salam" userId="5bc04053-34d1-46af-a9d4-ff754460ad4b" providerId="ADAL" clId="{A2B7F123-4DA0-45CE-B8C2-521D45FDE29C}"/>
    <pc:docChg chg="addSld delSld modSld modSection">
      <pc:chgData name="Zailan Arabee Abdul Salam" userId="5bc04053-34d1-46af-a9d4-ff754460ad4b" providerId="ADAL" clId="{A2B7F123-4DA0-45CE-B8C2-521D45FDE29C}" dt="2023-10-30T03:26:18.778" v="2" actId="47"/>
      <pc:docMkLst>
        <pc:docMk/>
      </pc:docMkLst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25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26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26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027869332" sldId="27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27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27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225035349" sldId="28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979819931" sldId="28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994277211" sldId="28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894897432" sldId="28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083618775" sldId="28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831505793" sldId="28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288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147883940" sldId="28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929223683" sldId="29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4364869" sldId="29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93804965" sldId="29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053078876" sldId="29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067589673" sldId="297"/>
        </pc:sldMkLst>
      </pc:sldChg>
      <pc:sldChg chg="del">
        <pc:chgData name="Zailan Arabee Abdul Salam" userId="5bc04053-34d1-46af-a9d4-ff754460ad4b" providerId="ADAL" clId="{A2B7F123-4DA0-45CE-B8C2-521D45FDE29C}" dt="2023-10-30T03:26:09.451" v="1" actId="47"/>
        <pc:sldMkLst>
          <pc:docMk/>
          <pc:sldMk cId="0" sldId="31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31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31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1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1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31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1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1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528312682" sldId="32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847682019" sldId="32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28"/>
        </pc:sldMkLst>
      </pc:sldChg>
      <pc:sldChg chg="add modNotes">
        <pc:chgData name="Zailan Arabee Abdul Salam" userId="5bc04053-34d1-46af-a9d4-ff754460ad4b" providerId="ADAL" clId="{A2B7F123-4DA0-45CE-B8C2-521D45FDE29C}" dt="2023-10-30T03:26:06.324" v="0"/>
        <pc:sldMkLst>
          <pc:docMk/>
          <pc:sldMk cId="764497266" sldId="33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3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3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3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3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3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4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4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4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4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34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763272302" sldId="34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5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184319698" sldId="46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912884228" sldId="46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6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7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755726583" sldId="47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72360413" sldId="48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8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48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564082965" sldId="48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254383725" sldId="48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414928201" sldId="48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439302342" sldId="48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734300543" sldId="48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332866878" sldId="49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51422715" sldId="49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231145266" sldId="49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142129247" sldId="493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780427012" sldId="49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959013417" sldId="49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071056352" sldId="49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399879192" sldId="49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500488050" sldId="49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885538886" sldId="49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062332636" sldId="50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145781160" sldId="50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824347951" sldId="50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333830559" sldId="50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126277076" sldId="50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35118991" sldId="50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223502574" sldId="50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370038255" sldId="50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998009960" sldId="50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140105713" sldId="50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367596249" sldId="51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715310179" sldId="51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439912198" sldId="51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911786166" sldId="51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660146254" sldId="53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056397220" sldId="53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738791202" sldId="533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145607291" sldId="53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56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57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578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57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58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257055625" sldId="120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620312096" sldId="120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942685393" sldId="120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88058532" sldId="121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240314709" sldId="121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226352155" sldId="1213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51448939" sldId="121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57944733" sldId="121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339351395" sldId="121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222543335" sldId="121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574055479" sldId="121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543552459" sldId="122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58344780" sldId="122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293834506" sldId="122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777901036" sldId="1223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764643366" sldId="122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367724023" sldId="122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936123331" sldId="122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600039276" sldId="122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158129888" sldId="122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283043137" sldId="123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745391551" sldId="123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536754208" sldId="123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081593252" sldId="123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474274139" sldId="123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560256601" sldId="123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066858650" sldId="189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774009567" sldId="189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477102949" sldId="189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208853802" sldId="189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426269947" sldId="189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377559160" sldId="190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302651925" sldId="190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1917068273" sldId="190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895380168" sldId="190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255597957" sldId="190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773843950" sldId="191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230886124" sldId="191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4072523526" sldId="191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851357154" sldId="191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298809152" sldId="191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1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1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1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3106057987" sldId="191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4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5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6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7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8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29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30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31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32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33"/>
        </pc:sldMkLst>
      </pc:sldChg>
      <pc:sldChg chg="del">
        <pc:chgData name="Zailan Arabee Abdul Salam" userId="5bc04053-34d1-46af-a9d4-ff754460ad4b" providerId="ADAL" clId="{A2B7F123-4DA0-45CE-B8C2-521D45FDE29C}" dt="2023-10-30T03:26:18.778" v="2" actId="47"/>
        <pc:sldMkLst>
          <pc:docMk/>
          <pc:sldMk cId="0" sldId="193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193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193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421019088" sldId="1937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1938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513217203" sldId="1939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636985544" sldId="1940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713316994" sldId="1941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845779338" sldId="1942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1233749879" sldId="1943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196535212" sldId="1944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2672633410" sldId="1945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3874458156" sldId="1946"/>
        </pc:sldMkLst>
      </pc:sldChg>
      <pc:sldChg chg="add">
        <pc:chgData name="Zailan Arabee Abdul Salam" userId="5bc04053-34d1-46af-a9d4-ff754460ad4b" providerId="ADAL" clId="{A2B7F123-4DA0-45CE-B8C2-521D45FDE29C}" dt="2023-10-30T03:26:06.324" v="0"/>
        <pc:sldMkLst>
          <pc:docMk/>
          <pc:sldMk cId="0" sldId="1947"/>
        </pc:sldMkLst>
      </pc:sldChg>
      <pc:sldMasterChg chg="delSldLayout">
        <pc:chgData name="Zailan Arabee Abdul Salam" userId="5bc04053-34d1-46af-a9d4-ff754460ad4b" providerId="ADAL" clId="{A2B7F123-4DA0-45CE-B8C2-521D45FDE29C}" dt="2023-10-30T03:26:18.778" v="2" actId="47"/>
        <pc:sldMasterMkLst>
          <pc:docMk/>
          <pc:sldMasterMk cId="0" sldId="2147483651"/>
        </pc:sldMasterMkLst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1406587582" sldId="2147483759"/>
          </pc:sldLayoutMkLst>
        </pc:sldLayoutChg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248887668" sldId="2147483760"/>
          </pc:sldLayoutMkLst>
        </pc:sldLayoutChg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2853447008" sldId="2147483761"/>
          </pc:sldLayoutMkLst>
        </pc:sldLayoutChg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3781432196" sldId="2147483762"/>
          </pc:sldLayoutMkLst>
        </pc:sldLayoutChg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319796192" sldId="2147483763"/>
          </pc:sldLayoutMkLst>
        </pc:sldLayoutChg>
        <pc:sldLayoutChg chg="del">
          <pc:chgData name="Zailan Arabee Abdul Salam" userId="5bc04053-34d1-46af-a9d4-ff754460ad4b" providerId="ADAL" clId="{A2B7F123-4DA0-45CE-B8C2-521D45FDE29C}" dt="2023-10-30T03:26:18.778" v="2" actId="47"/>
          <pc:sldLayoutMkLst>
            <pc:docMk/>
            <pc:sldMasterMk cId="0" sldId="2147483651"/>
            <pc:sldLayoutMk cId="2353331877" sldId="2147483764"/>
          </pc:sldLayoutMkLst>
        </pc:sldLayoutChg>
      </pc:sldMasterChg>
    </pc:docChg>
  </pc:docChgLst>
  <pc:docChgLst>
    <pc:chgData name="Zailan Arabee Abdul Salam" userId="5bc04053-34d1-46af-a9d4-ff754460ad4b" providerId="ADAL" clId="{15765617-B2B5-4B1C-9860-B69577C533DF}"/>
    <pc:docChg chg="addSld delSld modSld modSection">
      <pc:chgData name="Zailan Arabee Abdul Salam" userId="5bc04053-34d1-46af-a9d4-ff754460ad4b" providerId="ADAL" clId="{15765617-B2B5-4B1C-9860-B69577C533DF}" dt="2023-10-30T03:27:37.020" v="2" actId="47"/>
      <pc:docMkLst>
        <pc:docMk/>
      </pc:docMkLst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26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26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027869332" sldId="27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27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27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225035349" sldId="28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979819931" sldId="28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994277211" sldId="28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894897432" sldId="28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083618775" sldId="28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831505793" sldId="28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288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147883940" sldId="28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929223683" sldId="29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4364869" sldId="29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93804965" sldId="29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053078876" sldId="29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067589673" sldId="29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31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31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31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528312682" sldId="32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764497266" sldId="33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763272302" sldId="348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05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06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07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08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09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0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1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2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3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4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5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6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7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8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19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0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1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2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3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4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5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7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8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29"/>
        </pc:sldMkLst>
      </pc:sldChg>
      <pc:sldChg chg="add">
        <pc:chgData name="Zailan Arabee Abdul Salam" userId="5bc04053-34d1-46af-a9d4-ff754460ad4b" providerId="ADAL" clId="{15765617-B2B5-4B1C-9860-B69577C533DF}" dt="2023-10-30T03:27:24.188" v="0"/>
        <pc:sldMkLst>
          <pc:docMk/>
          <pc:sldMk cId="0" sldId="43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231145266" sldId="49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142129247" sldId="49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780427012" sldId="49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959013417" sldId="49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071056352" sldId="49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399879192" sldId="49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660146254" sldId="53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056397220" sldId="53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738791202" sldId="53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145607291" sldId="53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56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57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578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57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58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257055625" sldId="120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620312096" sldId="120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942685393" sldId="120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88058532" sldId="121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240314709" sldId="121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226352155" sldId="121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51448939" sldId="121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57944733" sldId="121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339351395" sldId="121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222543335" sldId="121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574055479" sldId="121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543552459" sldId="122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58344780" sldId="122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293834506" sldId="122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777901036" sldId="122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764643366" sldId="122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367724023" sldId="122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936123331" sldId="122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600039276" sldId="122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158129888" sldId="122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283043137" sldId="123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745391551" sldId="123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536754208" sldId="123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081593252" sldId="123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474274139" sldId="123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560256601" sldId="1238"/>
        </pc:sldMkLst>
      </pc:sldChg>
      <pc:sldChg chg="del">
        <pc:chgData name="Zailan Arabee Abdul Salam" userId="5bc04053-34d1-46af-a9d4-ff754460ad4b" providerId="ADAL" clId="{15765617-B2B5-4B1C-9860-B69577C533DF}" dt="2023-10-30T03:27:26.827" v="1" actId="47"/>
        <pc:sldMkLst>
          <pc:docMk/>
          <pc:sldMk cId="0" sldId="193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193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421019088" sldId="1937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1938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513217203" sldId="1939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636985544" sldId="1940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713316994" sldId="1941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845779338" sldId="1942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1233749879" sldId="1943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196535212" sldId="1944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2672633410" sldId="1945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3874458156" sldId="1946"/>
        </pc:sldMkLst>
      </pc:sldChg>
      <pc:sldChg chg="del">
        <pc:chgData name="Zailan Arabee Abdul Salam" userId="5bc04053-34d1-46af-a9d4-ff754460ad4b" providerId="ADAL" clId="{15765617-B2B5-4B1C-9860-B69577C533DF}" dt="2023-10-30T03:27:37.020" v="2" actId="47"/>
        <pc:sldMkLst>
          <pc:docMk/>
          <pc:sldMk cId="0" sldId="1947"/>
        </pc:sldMkLst>
      </pc:sldChg>
      <pc:sldMasterChg chg="delSldLayout">
        <pc:chgData name="Zailan Arabee Abdul Salam" userId="5bc04053-34d1-46af-a9d4-ff754460ad4b" providerId="ADAL" clId="{15765617-B2B5-4B1C-9860-B69577C533DF}" dt="2023-10-30T03:27:37.020" v="2" actId="47"/>
        <pc:sldMasterMkLst>
          <pc:docMk/>
          <pc:sldMasterMk cId="0" sldId="2147483651"/>
        </pc:sldMasterMkLst>
        <pc:sldLayoutChg chg="del">
          <pc:chgData name="Zailan Arabee Abdul Salam" userId="5bc04053-34d1-46af-a9d4-ff754460ad4b" providerId="ADAL" clId="{15765617-B2B5-4B1C-9860-B69577C533DF}" dt="2023-10-30T03:27:37.020" v="2" actId="47"/>
          <pc:sldLayoutMkLst>
            <pc:docMk/>
            <pc:sldMasterMk cId="0" sldId="2147483651"/>
            <pc:sldLayoutMk cId="3394914884" sldId="2147483765"/>
          </pc:sldLayoutMkLst>
        </pc:sldLayoutChg>
        <pc:sldLayoutChg chg="del">
          <pc:chgData name="Zailan Arabee Abdul Salam" userId="5bc04053-34d1-46af-a9d4-ff754460ad4b" providerId="ADAL" clId="{15765617-B2B5-4B1C-9860-B69577C533DF}" dt="2023-10-30T03:27:37.020" v="2" actId="47"/>
          <pc:sldLayoutMkLst>
            <pc:docMk/>
            <pc:sldMasterMk cId="0" sldId="2147483651"/>
            <pc:sldLayoutMk cId="3057104794" sldId="214748376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334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7243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21225"/>
            <a:ext cx="5445125" cy="44719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20044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8713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2776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7836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9058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>
              <a:buFontTx/>
              <a:buAutoNum type="romanLcParenR"/>
            </a:pPr>
            <a:r>
              <a:rPr lang="en-US" altLang="en-US" dirty="0"/>
              <a:t>Serially reusable resource – the counter</a:t>
            </a:r>
          </a:p>
          <a:p>
            <a:pPr marL="285750" indent="-285750">
              <a:buFontTx/>
              <a:buAutoNum type="romanLcParenR"/>
            </a:pPr>
            <a:r>
              <a:rPr lang="en-US" altLang="en-US" dirty="0"/>
              <a:t>Serially reusable resource - spaces</a:t>
            </a:r>
          </a:p>
        </p:txBody>
      </p:sp>
    </p:spTree>
    <p:extLst>
      <p:ext uri="{BB962C8B-B14F-4D97-AF65-F5344CB8AC3E}">
        <p14:creationId xmlns:p14="http://schemas.microsoft.com/office/powerpoint/2010/main" val="34025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9501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0366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470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146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387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4824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2680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8732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28452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3791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55869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6174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When a philosopher wants to eat, he/she checks both chopsticks. If they are free, then he/she eats. Otherwise, he/she waits on a condition variable. Whenever a philosopher finishes eating, he/she checks to see if his neighbors want to eat and are waiting. If so, then he/she calls signal on their condition variables so that they can recheck the chopsticks and eat if possible.</a:t>
            </a:r>
          </a:p>
        </p:txBody>
      </p:sp>
    </p:spTree>
    <p:extLst>
      <p:ext uri="{BB962C8B-B14F-4D97-AF65-F5344CB8AC3E}">
        <p14:creationId xmlns:p14="http://schemas.microsoft.com/office/powerpoint/2010/main" val="42768459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9500" y="865188"/>
            <a:ext cx="4648200" cy="3487737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7550" y="4510088"/>
            <a:ext cx="5448300" cy="468312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47408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21225"/>
            <a:ext cx="5445125" cy="44719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845784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745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21225"/>
            <a:ext cx="5445125" cy="4471988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5197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wwwhomes.doc.ic.ac.uk/~jnm/book/book_applets/concurrency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ctrTitle"/>
          </p:nvPr>
        </p:nvSpPr>
        <p:spPr>
          <a:xfrm>
            <a:off x="4972050" y="3429000"/>
            <a:ext cx="5695950" cy="781050"/>
          </a:xfrm>
          <a:noFill/>
        </p:spPr>
        <p:txBody>
          <a:bodyPr/>
          <a:lstStyle/>
          <a:p>
            <a:pPr algn="r" eaLnBrk="1" hangingPunct="1"/>
            <a:r>
              <a:rPr lang="en-US" altLang="en-US" b="1" dirty="0"/>
              <a:t>Deadlock</a:t>
            </a:r>
          </a:p>
        </p:txBody>
      </p:sp>
      <p:pic>
        <p:nvPicPr>
          <p:cNvPr id="15363" name="Picture 5" descr="http://a3ab771892fd198a96736e50.javacodegeeks.netdna-cdn.com/wp-content/uploads/2014/07/deadlock-in-Jav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089401"/>
            <a:ext cx="40005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6">
            <a:extLst>
              <a:ext uri="{FF2B5EF4-FFF2-40B4-BE49-F238E27FC236}">
                <a16:creationId xmlns:a16="http://schemas.microsoft.com/office/drawing/2014/main" id="{B5B94E5B-52A0-4F06-8789-B6D589154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2241551"/>
            <a:ext cx="6754812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909E8E84-426E-40dd-AFC4-6F175D3DCCD1}"/>
            <a:ext uri="{91240B29-F687-4f45-9708-019B960494DF}"/>
          </a:extLst>
        </p:spPr>
        <p:txBody>
          <a:bodyPr anchor="ctr">
            <a:sp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algn="ctr" rtl="0" eaLnBrk="1" fontAlgn="base" hangingPunct="1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3800" kern="0" dirty="0">
                <a:solidFill>
                  <a:schemeClr val="bg1"/>
                </a:solidFill>
              </a:rPr>
              <a:t>Concurrent Programming</a:t>
            </a:r>
            <a:br>
              <a:rPr lang="en-US" sz="3800" kern="0" dirty="0">
                <a:solidFill>
                  <a:schemeClr val="bg1"/>
                </a:solidFill>
              </a:rPr>
            </a:br>
            <a:r>
              <a:rPr lang="en-US" sz="1400" kern="0" dirty="0">
                <a:solidFill>
                  <a:schemeClr val="bg1"/>
                </a:solidFill>
              </a:rPr>
              <a:t>CT074-3-2 Version 0418</a:t>
            </a:r>
          </a:p>
        </p:txBody>
      </p:sp>
    </p:spTree>
    <p:extLst>
      <p:ext uri="{BB962C8B-B14F-4D97-AF65-F5344CB8AC3E}">
        <p14:creationId xmlns:p14="http://schemas.microsoft.com/office/powerpoint/2010/main" val="417353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extLst>
              <a:ext uri="{FF2B5EF4-FFF2-40B4-BE49-F238E27FC236}">
                <a16:creationId xmlns:a16="http://schemas.microsoft.com/office/drawing/2014/main" id="{0E1545AB-ACFE-4C9D-9B81-8F7DE4EC3BA5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2111375" y="346095"/>
            <a:ext cx="5846472" cy="553998"/>
          </a:xfrm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zh-TW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ea typeface="新細明體" pitchFamily="18" charset="-120"/>
              </a:rPr>
              <a:t>Topic &amp; Structure of The Lesson</a:t>
            </a:r>
            <a:endParaRPr lang="en-US" altLang="zh-TW" u="sng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  <a:ea typeface="新細明體" pitchFamily="18" charset="-120"/>
            </a:endParaRPr>
          </a:p>
        </p:txBody>
      </p:sp>
      <p:sp>
        <p:nvSpPr>
          <p:cNvPr id="1741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033588" y="1697038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en-US"/>
              <a:t>Deadlock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215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621088" y="0"/>
            <a:ext cx="399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/>
              <a:t>Learning Outcomes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1524001" y="2073276"/>
            <a:ext cx="8545513" cy="329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tabLst>
                <a:tab pos="914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tabLst>
                <a:tab pos="914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914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14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/>
              <a:t>   At the end of this module, you should be able to do the following: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b="1"/>
          </a:p>
          <a:p>
            <a:pPr lvl="1"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b="1"/>
              <a:t>Identify necessary and sufficient conditions for deadlock.</a:t>
            </a:r>
          </a:p>
          <a:p>
            <a:pPr lvl="1"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b="1"/>
              <a:t>Identify strategies for dealing with deadlock</a:t>
            </a:r>
          </a:p>
          <a:p>
            <a:pPr lvl="1" eaLnBrk="1" hangingPunct="1">
              <a:spcBef>
                <a:spcPct val="0"/>
              </a:spcBef>
              <a:buFontTx/>
              <a:buAutoNum type="arabicPeriod"/>
            </a:pPr>
            <a:r>
              <a:rPr lang="en-GB" altLang="en-US" b="1"/>
              <a:t>Tracing blocked threads in Java  </a:t>
            </a:r>
          </a:p>
        </p:txBody>
      </p:sp>
    </p:spTree>
    <p:extLst>
      <p:ext uri="{BB962C8B-B14F-4D97-AF65-F5344CB8AC3E}">
        <p14:creationId xmlns:p14="http://schemas.microsoft.com/office/powerpoint/2010/main" val="53445282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AADF0-953A-4EFD-B4C2-37C3B8B8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b="1" u="sng" dirty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Key Terms You Must Be Able To Use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150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000" b="1">
                <a:latin typeface="Century Gothic" panose="020B0502020202020204" pitchFamily="34" charset="0"/>
              </a:rPr>
              <a:t>If you have mastered this topic, </a:t>
            </a:r>
            <a:r>
              <a:rPr lang="en-US" altLang="en-US" sz="2000" b="1">
                <a:solidFill>
                  <a:srgbClr val="990000"/>
                </a:solidFill>
                <a:latin typeface="Century Gothic" panose="020B0502020202020204" pitchFamily="34" charset="0"/>
              </a:rPr>
              <a:t>you should be able to use the following terms correctly in your assignments and exams</a:t>
            </a:r>
            <a:r>
              <a:rPr lang="en-US" altLang="en-US" sz="2000" b="1">
                <a:latin typeface="Century Gothic" panose="020B0502020202020204" pitchFamily="34" charset="0"/>
              </a:rPr>
              <a:t>:</a:t>
            </a:r>
          </a:p>
          <a:p>
            <a:pPr eaLnBrk="1" hangingPunct="1"/>
            <a:r>
              <a:rPr lang="en-US" altLang="en-US"/>
              <a:t>Deadlock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7948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997075" y="5394325"/>
            <a:ext cx="8020050" cy="990600"/>
          </a:xfrm>
          <a:prstGeom prst="rect">
            <a:avLst/>
          </a:prstGeom>
          <a:solidFill>
            <a:srgbClr val="99FFFF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1885950" y="1824038"/>
            <a:ext cx="8134350" cy="3263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title"/>
          </p:nvPr>
        </p:nvSpPr>
        <p:spPr>
          <a:xfrm>
            <a:off x="202882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Deadlock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1958975" y="2141538"/>
            <a:ext cx="8235950" cy="2492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CC0000"/>
                </a:solidFill>
                <a:latin typeface="Comic Sans MS" panose="030F0702030302020204" pitchFamily="66" charset="0"/>
              </a:rPr>
              <a:t>Concepts</a:t>
            </a:r>
            <a:r>
              <a:rPr lang="en-GB" altLang="en-US" sz="2400">
                <a:latin typeface="Comic Sans MS" panose="030F0702030302020204" pitchFamily="66" charset="0"/>
              </a:rPr>
              <a:t>: 	system </a:t>
            </a: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deadlock</a:t>
            </a:r>
            <a:r>
              <a:rPr lang="en-GB" altLang="en-US" sz="2400">
                <a:latin typeface="Comic Sans MS" panose="030F0702030302020204" pitchFamily="66" charset="0"/>
              </a:rPr>
              <a:t>: no further progress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		four necessary &amp; sufficient conditions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		  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CC0000"/>
                </a:solidFill>
                <a:latin typeface="Comic Sans MS" panose="030F0702030302020204" pitchFamily="66" charset="0"/>
              </a:rPr>
              <a:t>Models</a:t>
            </a:r>
            <a:r>
              <a:rPr lang="en-GB" altLang="en-US" sz="2400">
                <a:latin typeface="Comic Sans MS" panose="030F0702030302020204" pitchFamily="66" charset="0"/>
              </a:rPr>
              <a:t>:		deadlock - no eligible actions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400"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CC0000"/>
                </a:solidFill>
                <a:latin typeface="Comic Sans MS" panose="030F0702030302020204" pitchFamily="66" charset="0"/>
              </a:rPr>
              <a:t>Practice</a:t>
            </a:r>
            <a:r>
              <a:rPr lang="en-GB" altLang="en-US" sz="2400">
                <a:latin typeface="Comic Sans MS" panose="030F0702030302020204" pitchFamily="66" charset="0"/>
              </a:rPr>
              <a:t>:	 	blocked threads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2012951" y="5453064"/>
            <a:ext cx="7978775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800">
                <a:solidFill>
                  <a:srgbClr val="CC0000"/>
                </a:solidFill>
                <a:latin typeface="Comic Sans MS" panose="030F0702030302020204" pitchFamily="66" charset="0"/>
              </a:rPr>
              <a:t>Aim</a:t>
            </a:r>
            <a:r>
              <a:rPr lang="en-GB" altLang="en-US" sz="2400">
                <a:latin typeface="Comic Sans MS" panose="030F0702030302020204" pitchFamily="66" charset="0"/>
              </a:rPr>
              <a:t>:	 deadlock avoidance - to design systems where deadlock cannot occur.</a:t>
            </a:r>
            <a:endParaRPr lang="en-GB" altLang="en-US" sz="20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892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Starvation-freedom</a:t>
            </a:r>
          </a:p>
        </p:txBody>
      </p:sp>
      <p:sp>
        <p:nvSpPr>
          <p:cNvPr id="2457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Whatever the process p, each invocation of </a:t>
            </a:r>
            <a:r>
              <a:rPr lang="en-US" altLang="en-US" dirty="0" err="1"/>
              <a:t>acquire_mutex</a:t>
            </a:r>
            <a:r>
              <a:rPr lang="en-US" altLang="en-US" dirty="0"/>
              <a:t>() issued by p eventually terminates.</a:t>
            </a:r>
          </a:p>
          <a:p>
            <a:pPr lvl="1"/>
            <a:r>
              <a:rPr lang="en-US" altLang="en-US" dirty="0"/>
              <a:t>See barber waiting example</a:t>
            </a:r>
          </a:p>
        </p:txBody>
      </p:sp>
    </p:spTree>
    <p:extLst>
      <p:ext uri="{BB962C8B-B14F-4D97-AF65-F5344CB8AC3E}">
        <p14:creationId xmlns:p14="http://schemas.microsoft.com/office/powerpoint/2010/main" val="832530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Deadlock-freedom</a:t>
            </a:r>
            <a:endParaRPr lang="en-US" altLang="en-US" b="1"/>
          </a:p>
        </p:txBody>
      </p:sp>
      <p:sp>
        <p:nvSpPr>
          <p:cNvPr id="2560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Whatever the time τ , if before τ one or several processes have invoked the operation </a:t>
            </a:r>
            <a:r>
              <a:rPr lang="en-US" altLang="en-US" dirty="0" err="1"/>
              <a:t>acquire_mutex</a:t>
            </a:r>
            <a:r>
              <a:rPr lang="en-US" altLang="en-US" dirty="0"/>
              <a:t>() and none of them has terminated its invocation at time τ , then there is a time τ’ &gt; τ at which a process that has invoked </a:t>
            </a:r>
            <a:r>
              <a:rPr lang="en-US" altLang="en-US" dirty="0" err="1"/>
              <a:t>acquire_mutex</a:t>
            </a:r>
            <a:r>
              <a:rPr lang="en-US" altLang="en-US" dirty="0"/>
              <a:t>() terminates its invocation.</a:t>
            </a:r>
          </a:p>
        </p:txBody>
      </p:sp>
    </p:spTree>
    <p:extLst>
      <p:ext uri="{BB962C8B-B14F-4D97-AF65-F5344CB8AC3E}">
        <p14:creationId xmlns:p14="http://schemas.microsoft.com/office/powerpoint/2010/main" val="357978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 descr="50%"/>
          <p:cNvSpPr>
            <a:spLocks noChangeArrowheads="1"/>
          </p:cNvSpPr>
          <p:nvPr/>
        </p:nvSpPr>
        <p:spPr bwMode="auto">
          <a:xfrm>
            <a:off x="1785938" y="2076450"/>
            <a:ext cx="8528050" cy="27495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>
          <a:xfrm>
            <a:off x="2214563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Deadlock: four necessary and sufficient conditions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1878013" y="2155826"/>
            <a:ext cx="8386762" cy="2640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 dirty="0">
                <a:latin typeface="Comic Sans MS" panose="030F0702030302020204" pitchFamily="66" charset="0"/>
              </a:rPr>
              <a:t> Serially reusable resources: 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 i="1" dirty="0">
                <a:latin typeface="Comic Sans MS" panose="030F0702030302020204" pitchFamily="66" charset="0"/>
              </a:rPr>
              <a:t>the processes involved share resources which they use under mutual exclusion.</a:t>
            </a:r>
            <a:endParaRPr lang="en-GB" altLang="en-US" sz="2400" dirty="0">
              <a:latin typeface="Comic Sans MS" panose="030F0702030302020204" pitchFamily="66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 dirty="0">
                <a:latin typeface="Comic Sans MS" panose="030F0702030302020204" pitchFamily="66" charset="0"/>
              </a:rPr>
              <a:t> Incremental acquisition: 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 i="1" dirty="0">
                <a:latin typeface="Comic Sans MS" panose="030F0702030302020204" pitchFamily="66" charset="0"/>
              </a:rPr>
              <a:t>processes hold on to resources already allocated to them while waiting to acquire additional resources.</a:t>
            </a:r>
          </a:p>
        </p:txBody>
      </p:sp>
    </p:spTree>
    <p:extLst>
      <p:ext uri="{BB962C8B-B14F-4D97-AF65-F5344CB8AC3E}">
        <p14:creationId xmlns:p14="http://schemas.microsoft.com/office/powerpoint/2010/main" val="2083271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 descr="50%"/>
          <p:cNvSpPr>
            <a:spLocks noChangeArrowheads="1"/>
          </p:cNvSpPr>
          <p:nvPr/>
        </p:nvSpPr>
        <p:spPr bwMode="auto">
          <a:xfrm>
            <a:off x="1858963" y="1852614"/>
            <a:ext cx="8528050" cy="351472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title"/>
          </p:nvPr>
        </p:nvSpPr>
        <p:spPr>
          <a:xfrm>
            <a:off x="2214563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Deadlock: four necessary and sufficient conditions</a:t>
            </a:r>
          </a:p>
        </p:txBody>
      </p:sp>
      <p:sp>
        <p:nvSpPr>
          <p:cNvPr id="480260" name="Text Box 4"/>
          <p:cNvSpPr txBox="1">
            <a:spLocks noChangeArrowheads="1"/>
          </p:cNvSpPr>
          <p:nvPr/>
        </p:nvSpPr>
        <p:spPr bwMode="auto">
          <a:xfrm>
            <a:off x="1951038" y="1874838"/>
            <a:ext cx="8386762" cy="3447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800" dirty="0">
                <a:latin typeface="Comic Sans MS" panose="030F0702030302020204" pitchFamily="66" charset="0"/>
              </a:rPr>
              <a:t>No pre-emption: 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 i="1" dirty="0">
                <a:latin typeface="Comic Sans MS" panose="030F0702030302020204" pitchFamily="66" charset="0"/>
              </a:rPr>
              <a:t>once acquired by a process, resources cannot  be pre-empted (forcibly withdrawn) but are only released voluntarily.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 dirty="0">
                <a:latin typeface="Comic Sans MS" panose="030F0702030302020204" pitchFamily="66" charset="0"/>
              </a:rPr>
              <a:t> </a:t>
            </a:r>
            <a:r>
              <a:rPr lang="en-GB" altLang="en-US" sz="2800" dirty="0">
                <a:latin typeface="Comic Sans MS" panose="030F0702030302020204" pitchFamily="66" charset="0"/>
              </a:rPr>
              <a:t>Wait-for cycle:</a:t>
            </a:r>
            <a:r>
              <a:rPr lang="en-GB" altLang="en-US" sz="2400" dirty="0">
                <a:latin typeface="Comic Sans MS" panose="030F0702030302020204" pitchFamily="66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 i="1" dirty="0">
                <a:latin typeface="Comic Sans MS" panose="030F0702030302020204" pitchFamily="66" charset="0"/>
              </a:rPr>
              <a:t>a circular chain (or cycle) of processes exists such that each process holds a resource which its successor in the cycle is waiting to acquire.</a:t>
            </a:r>
          </a:p>
        </p:txBody>
      </p:sp>
    </p:spTree>
    <p:extLst>
      <p:ext uri="{BB962C8B-B14F-4D97-AF65-F5344CB8AC3E}">
        <p14:creationId xmlns:p14="http://schemas.microsoft.com/office/powerpoint/2010/main" val="177603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0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0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0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0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0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0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0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80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00977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Wait-for cycle</a:t>
            </a:r>
          </a:p>
        </p:txBody>
      </p:sp>
      <p:grpSp>
        <p:nvGrpSpPr>
          <p:cNvPr id="30723" name="Group 3"/>
          <p:cNvGrpSpPr>
            <a:grpSpLocks/>
          </p:cNvGrpSpPr>
          <p:nvPr/>
        </p:nvGrpSpPr>
        <p:grpSpPr bwMode="auto">
          <a:xfrm>
            <a:off x="3282951" y="2057400"/>
            <a:ext cx="4994275" cy="3138488"/>
            <a:chOff x="1056" y="1296"/>
            <a:chExt cx="3408" cy="1977"/>
          </a:xfrm>
        </p:grpSpPr>
        <p:sp>
          <p:nvSpPr>
            <p:cNvPr id="30729" name="Oval 4"/>
            <p:cNvSpPr>
              <a:spLocks noChangeArrowheads="1"/>
            </p:cNvSpPr>
            <p:nvPr/>
          </p:nvSpPr>
          <p:spPr bwMode="auto">
            <a:xfrm>
              <a:off x="2400" y="1296"/>
              <a:ext cx="816" cy="38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0" name="Text Box 5"/>
            <p:cNvSpPr txBox="1">
              <a:spLocks noChangeArrowheads="1"/>
            </p:cNvSpPr>
            <p:nvPr/>
          </p:nvSpPr>
          <p:spPr bwMode="auto">
            <a:xfrm>
              <a:off x="2688" y="1314"/>
              <a:ext cx="27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400" b="1">
                  <a:latin typeface="Comic Sans MS" panose="030F0702030302020204" pitchFamily="66" charset="0"/>
                </a:rPr>
                <a:t>A</a:t>
              </a:r>
              <a:endParaRPr lang="en-GB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30731" name="Oval 6"/>
            <p:cNvSpPr>
              <a:spLocks noChangeArrowheads="1"/>
            </p:cNvSpPr>
            <p:nvPr/>
          </p:nvSpPr>
          <p:spPr bwMode="auto">
            <a:xfrm>
              <a:off x="3648" y="2016"/>
              <a:ext cx="816" cy="38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2" name="Text Box 7"/>
            <p:cNvSpPr txBox="1">
              <a:spLocks noChangeArrowheads="1"/>
            </p:cNvSpPr>
            <p:nvPr/>
          </p:nvSpPr>
          <p:spPr bwMode="auto">
            <a:xfrm>
              <a:off x="3936" y="2034"/>
              <a:ext cx="25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400" b="1">
                  <a:latin typeface="Comic Sans MS" panose="030F0702030302020204" pitchFamily="66" charset="0"/>
                </a:rPr>
                <a:t>B</a:t>
              </a:r>
              <a:endParaRPr lang="en-GB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30733" name="Oval 8"/>
            <p:cNvSpPr>
              <a:spLocks noChangeArrowheads="1"/>
            </p:cNvSpPr>
            <p:nvPr/>
          </p:nvSpPr>
          <p:spPr bwMode="auto">
            <a:xfrm>
              <a:off x="3072" y="2862"/>
              <a:ext cx="816" cy="38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4" name="Text Box 9"/>
            <p:cNvSpPr txBox="1">
              <a:spLocks noChangeArrowheads="1"/>
            </p:cNvSpPr>
            <p:nvPr/>
          </p:nvSpPr>
          <p:spPr bwMode="auto">
            <a:xfrm>
              <a:off x="3360" y="2880"/>
              <a:ext cx="25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400" b="1">
                  <a:latin typeface="Comic Sans MS" panose="030F0702030302020204" pitchFamily="66" charset="0"/>
                </a:rPr>
                <a:t>C</a:t>
              </a:r>
              <a:endParaRPr lang="en-GB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30735" name="Oval 10"/>
            <p:cNvSpPr>
              <a:spLocks noChangeArrowheads="1"/>
            </p:cNvSpPr>
            <p:nvPr/>
          </p:nvSpPr>
          <p:spPr bwMode="auto">
            <a:xfrm>
              <a:off x="1632" y="2880"/>
              <a:ext cx="816" cy="38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6" name="Text Box 11"/>
            <p:cNvSpPr txBox="1">
              <a:spLocks noChangeArrowheads="1"/>
            </p:cNvSpPr>
            <p:nvPr/>
          </p:nvSpPr>
          <p:spPr bwMode="auto">
            <a:xfrm>
              <a:off x="1920" y="2898"/>
              <a:ext cx="27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400" b="1">
                  <a:latin typeface="Comic Sans MS" panose="030F0702030302020204" pitchFamily="66" charset="0"/>
                </a:rPr>
                <a:t>D</a:t>
              </a:r>
              <a:endParaRPr lang="en-GB" altLang="en-US" sz="2400">
                <a:latin typeface="Comic Sans MS" panose="030F0702030302020204" pitchFamily="66" charset="0"/>
              </a:endParaRPr>
            </a:p>
          </p:txBody>
        </p:sp>
        <p:sp>
          <p:nvSpPr>
            <p:cNvPr id="30737" name="Oval 12"/>
            <p:cNvSpPr>
              <a:spLocks noChangeArrowheads="1"/>
            </p:cNvSpPr>
            <p:nvPr/>
          </p:nvSpPr>
          <p:spPr bwMode="auto">
            <a:xfrm>
              <a:off x="1056" y="1872"/>
              <a:ext cx="816" cy="38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738" name="Text Box 13"/>
            <p:cNvSpPr txBox="1">
              <a:spLocks noChangeArrowheads="1"/>
            </p:cNvSpPr>
            <p:nvPr/>
          </p:nvSpPr>
          <p:spPr bwMode="auto">
            <a:xfrm>
              <a:off x="1392" y="1920"/>
              <a:ext cx="25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400" b="1">
                  <a:latin typeface="Comic Sans MS" panose="030F0702030302020204" pitchFamily="66" charset="0"/>
                </a:rPr>
                <a:t>E</a:t>
              </a:r>
              <a:endParaRPr lang="en-GB" altLang="en-US" sz="2400">
                <a:latin typeface="Comic Sans MS" panose="030F0702030302020204" pitchFamily="66" charset="0"/>
              </a:endParaRPr>
            </a:p>
          </p:txBody>
        </p:sp>
        <p:cxnSp>
          <p:nvCxnSpPr>
            <p:cNvPr id="30739" name="AutoShape 14"/>
            <p:cNvCxnSpPr>
              <a:cxnSpLocks noChangeShapeType="1"/>
              <a:stCxn id="30729" idx="6"/>
              <a:endCxn id="30731" idx="0"/>
            </p:cNvCxnSpPr>
            <p:nvPr/>
          </p:nvCxnSpPr>
          <p:spPr bwMode="auto">
            <a:xfrm>
              <a:off x="3225" y="1488"/>
              <a:ext cx="831" cy="519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0" name="AutoShape 15"/>
            <p:cNvCxnSpPr>
              <a:cxnSpLocks noChangeShapeType="1"/>
              <a:stCxn id="30731" idx="4"/>
              <a:endCxn id="30733" idx="6"/>
            </p:cNvCxnSpPr>
            <p:nvPr/>
          </p:nvCxnSpPr>
          <p:spPr bwMode="auto">
            <a:xfrm rot="5400000">
              <a:off x="3654" y="2652"/>
              <a:ext cx="645" cy="159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1" name="AutoShape 16"/>
            <p:cNvCxnSpPr>
              <a:cxnSpLocks noChangeShapeType="1"/>
              <a:stCxn id="30735" idx="2"/>
              <a:endCxn id="30737" idx="4"/>
            </p:cNvCxnSpPr>
            <p:nvPr/>
          </p:nvCxnSpPr>
          <p:spPr bwMode="auto">
            <a:xfrm rot="10800000">
              <a:off x="1464" y="2265"/>
              <a:ext cx="159" cy="807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2" name="AutoShape 17"/>
            <p:cNvCxnSpPr>
              <a:cxnSpLocks noChangeShapeType="1"/>
              <a:stCxn id="30737" idx="0"/>
              <a:endCxn id="30729" idx="2"/>
            </p:cNvCxnSpPr>
            <p:nvPr/>
          </p:nvCxnSpPr>
          <p:spPr bwMode="auto">
            <a:xfrm rot="-5400000">
              <a:off x="1740" y="1212"/>
              <a:ext cx="375" cy="927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43" name="AutoShape 18"/>
            <p:cNvCxnSpPr>
              <a:cxnSpLocks noChangeShapeType="1"/>
              <a:stCxn id="30733" idx="4"/>
              <a:endCxn id="30735" idx="4"/>
            </p:cNvCxnSpPr>
            <p:nvPr/>
          </p:nvCxnSpPr>
          <p:spPr bwMode="auto">
            <a:xfrm rot="5400000">
              <a:off x="2751" y="2544"/>
              <a:ext cx="18" cy="1440"/>
            </a:xfrm>
            <a:prstGeom prst="curvedConnector3">
              <a:avLst>
                <a:gd name="adj1" fmla="val 8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724" name="Text Box 19"/>
          <p:cNvSpPr txBox="1">
            <a:spLocks noChangeArrowheads="1"/>
          </p:cNvSpPr>
          <p:nvPr/>
        </p:nvSpPr>
        <p:spPr bwMode="auto">
          <a:xfrm>
            <a:off x="4689475" y="1371601"/>
            <a:ext cx="2323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CC3300"/>
                </a:solidFill>
                <a:latin typeface="Comic Sans MS" panose="030F0702030302020204" pitchFamily="66" charset="0"/>
              </a:rPr>
              <a:t>Has A awaits B</a:t>
            </a:r>
          </a:p>
        </p:txBody>
      </p:sp>
      <p:sp>
        <p:nvSpPr>
          <p:cNvPr id="30725" name="Text Box 20"/>
          <p:cNvSpPr txBox="1">
            <a:spLocks noChangeArrowheads="1"/>
          </p:cNvSpPr>
          <p:nvPr/>
        </p:nvSpPr>
        <p:spPr bwMode="auto">
          <a:xfrm>
            <a:off x="8277225" y="3276601"/>
            <a:ext cx="228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CC3300"/>
                </a:solidFill>
                <a:latin typeface="Comic Sans MS" panose="030F0702030302020204" pitchFamily="66" charset="0"/>
              </a:rPr>
              <a:t>Has B awaits C</a:t>
            </a:r>
          </a:p>
        </p:txBody>
      </p:sp>
      <p:sp>
        <p:nvSpPr>
          <p:cNvPr id="30726" name="Text Box 21"/>
          <p:cNvSpPr txBox="1">
            <a:spLocks noChangeArrowheads="1"/>
          </p:cNvSpPr>
          <p:nvPr/>
        </p:nvSpPr>
        <p:spPr bwMode="auto">
          <a:xfrm>
            <a:off x="7221538" y="5029201"/>
            <a:ext cx="23134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CC3300"/>
                </a:solidFill>
                <a:latin typeface="Comic Sans MS" panose="030F0702030302020204" pitchFamily="66" charset="0"/>
              </a:rPr>
              <a:t>Has C awaits D</a:t>
            </a:r>
          </a:p>
        </p:txBody>
      </p:sp>
      <p:sp>
        <p:nvSpPr>
          <p:cNvPr id="30727" name="Text Box 22"/>
          <p:cNvSpPr txBox="1">
            <a:spLocks noChangeArrowheads="1"/>
          </p:cNvSpPr>
          <p:nvPr/>
        </p:nvSpPr>
        <p:spPr bwMode="auto">
          <a:xfrm>
            <a:off x="2368550" y="5410201"/>
            <a:ext cx="231986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CC3300"/>
                </a:solidFill>
                <a:latin typeface="Comic Sans MS" panose="030F0702030302020204" pitchFamily="66" charset="0"/>
              </a:rPr>
              <a:t>Has D awaits E</a:t>
            </a:r>
          </a:p>
        </p:txBody>
      </p:sp>
      <p:sp>
        <p:nvSpPr>
          <p:cNvPr id="30728" name="Text Box 23"/>
          <p:cNvSpPr txBox="1">
            <a:spLocks noChangeArrowheads="1"/>
          </p:cNvSpPr>
          <p:nvPr/>
        </p:nvSpPr>
        <p:spPr bwMode="auto">
          <a:xfrm>
            <a:off x="1804989" y="2362201"/>
            <a:ext cx="23214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solidFill>
                  <a:srgbClr val="CC3300"/>
                </a:solidFill>
                <a:latin typeface="Comic Sans MS" panose="030F0702030302020204" pitchFamily="66" charset="0"/>
              </a:rPr>
              <a:t>Has E awaits A</a:t>
            </a:r>
          </a:p>
        </p:txBody>
      </p:sp>
    </p:spTree>
    <p:extLst>
      <p:ext uri="{BB962C8B-B14F-4D97-AF65-F5344CB8AC3E}">
        <p14:creationId xmlns:p14="http://schemas.microsoft.com/office/powerpoint/2010/main" val="194383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065338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In Class Discussion</a:t>
            </a:r>
          </a:p>
        </p:txBody>
      </p:sp>
      <p:sp>
        <p:nvSpPr>
          <p:cNvPr id="32771" name="Text Box 6"/>
          <p:cNvSpPr txBox="1">
            <a:spLocks noChangeArrowheads="1"/>
          </p:cNvSpPr>
          <p:nvPr/>
        </p:nvSpPr>
        <p:spPr bwMode="auto">
          <a:xfrm>
            <a:off x="1990725" y="2252664"/>
            <a:ext cx="7793038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/>
              <a:t>Discuss if the following could exhibit one or more conditions for deadlock: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 b="1" dirty="0"/>
          </a:p>
          <a:p>
            <a:pPr eaLnBrk="1" hangingPunct="1">
              <a:spcBef>
                <a:spcPct val="0"/>
              </a:spcBef>
              <a:buFontTx/>
              <a:buAutoNum type="romanLcParenBoth"/>
            </a:pPr>
            <a:r>
              <a:rPr lang="en-US" altLang="en-US" sz="2400" b="1" dirty="0"/>
              <a:t>Ornamental Garden</a:t>
            </a:r>
          </a:p>
          <a:p>
            <a:pPr eaLnBrk="1" hangingPunct="1">
              <a:spcBef>
                <a:spcPct val="0"/>
              </a:spcBef>
              <a:buFontTx/>
              <a:buAutoNum type="romanLcParenBoth"/>
            </a:pPr>
            <a:r>
              <a:rPr lang="en-US" altLang="en-US" sz="2400" b="1" dirty="0"/>
              <a:t>Cark Park</a:t>
            </a:r>
          </a:p>
          <a:p>
            <a:pPr eaLnBrk="1" hangingPunct="1">
              <a:spcBef>
                <a:spcPct val="0"/>
              </a:spcBef>
              <a:buFontTx/>
              <a:buAutoNum type="romanLcParenBoth"/>
            </a:pPr>
            <a:endParaRPr lang="en-US" altLang="en-US" sz="2400" b="1" dirty="0"/>
          </a:p>
          <a:p>
            <a:pPr marL="514350" indent="-514350" eaLnBrk="1" hangingPunct="1">
              <a:spcBef>
                <a:spcPct val="0"/>
              </a:spcBef>
              <a:buFont typeface="+mj-lt"/>
              <a:buAutoNum type="romanLcPeriod"/>
            </a:pPr>
            <a:r>
              <a:rPr lang="en-US" altLang="en-US" sz="2400" b="1" dirty="0"/>
              <a:t>Ornamental Garden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b="1" dirty="0"/>
              <a:t>	1 – counter</a:t>
            </a:r>
          </a:p>
          <a:p>
            <a:pPr marL="514350" indent="-514350" eaLnBrk="1" hangingPunct="1">
              <a:spcBef>
                <a:spcPct val="0"/>
              </a:spcBef>
              <a:buFont typeface="+mj-lt"/>
              <a:buAutoNum type="romanLcPeriod"/>
            </a:pPr>
            <a:r>
              <a:rPr lang="en-US" altLang="en-US" sz="2400" b="1" dirty="0"/>
              <a:t>Cark Park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b="1" dirty="0"/>
              <a:t>	1 – parking bay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2400" b="1" dirty="0"/>
              <a:t>	3 – no preemption</a:t>
            </a:r>
          </a:p>
          <a:p>
            <a:pPr eaLnBrk="1" hangingPunct="1">
              <a:spcBef>
                <a:spcPct val="0"/>
              </a:spcBef>
              <a:buFontTx/>
              <a:buAutoNum type="romanLcParenBoth"/>
            </a:pP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03722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>
          <a:xfrm>
            <a:off x="202882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sz="3200"/>
              <a:t>Deadlock analysis – Case Study (Printer-Scanner Problem)</a:t>
            </a:r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2297113" y="3246438"/>
            <a:ext cx="7770812" cy="330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2095500" y="1982788"/>
            <a:ext cx="8091488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Case Study:</a:t>
            </a:r>
          </a:p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Two processes, P and Q, perform the same task, that of scanning a document and printing it by using a shared printer and shared scanner. Each process acquires both the printer and the scanner, performs the scanning and printing and then releases the scanner and printer resources.</a:t>
            </a:r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5141913" y="3309939"/>
            <a:ext cx="158750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90499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02882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Deadlock analysis – Case Study</a:t>
            </a:r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2297113" y="3246438"/>
            <a:ext cx="7770812" cy="330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2095501" y="1982789"/>
            <a:ext cx="80248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P acquires the printer first and Q acquires the scanner first. The system satisfies the four necessary conditions for deadlock.</a:t>
            </a:r>
          </a:p>
        </p:txBody>
      </p:sp>
      <p:sp>
        <p:nvSpPr>
          <p:cNvPr id="493573" name="Rectangle 5"/>
          <p:cNvSpPr>
            <a:spLocks noChangeArrowheads="1"/>
          </p:cNvSpPr>
          <p:nvPr/>
        </p:nvSpPr>
        <p:spPr bwMode="auto">
          <a:xfrm>
            <a:off x="5907089" y="3608388"/>
            <a:ext cx="4237037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9400" indent="-279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/>
              <a:t>Serially reusable resources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/>
              <a:t>Incremental acquisition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/>
              <a:t>No preemption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/>
              <a:t>Wait-for cycle</a:t>
            </a:r>
          </a:p>
        </p:txBody>
      </p:sp>
      <p:sp>
        <p:nvSpPr>
          <p:cNvPr id="493574" name="WordArt 6"/>
          <p:cNvSpPr>
            <a:spLocks noChangeArrowheads="1" noChangeShapeType="1" noTextEdit="1"/>
          </p:cNvSpPr>
          <p:nvPr/>
        </p:nvSpPr>
        <p:spPr bwMode="auto">
          <a:xfrm>
            <a:off x="2790825" y="4014788"/>
            <a:ext cx="1962150" cy="5715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258645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046288" y="1"/>
            <a:ext cx="7042150" cy="639763"/>
          </a:xfrm>
        </p:spPr>
        <p:txBody>
          <a:bodyPr/>
          <a:lstStyle/>
          <a:p>
            <a:pPr eaLnBrk="1" hangingPunct="1"/>
            <a:r>
              <a:rPr lang="en-GB" altLang="en-US" b="1"/>
              <a:t>Dining Philosophers Problem</a:t>
            </a:r>
          </a:p>
        </p:txBody>
      </p:sp>
      <p:sp>
        <p:nvSpPr>
          <p:cNvPr id="451587" name="Rectangle 3"/>
          <p:cNvSpPr>
            <a:spLocks noChangeArrowheads="1"/>
          </p:cNvSpPr>
          <p:nvPr/>
        </p:nvSpPr>
        <p:spPr bwMode="auto">
          <a:xfrm>
            <a:off x="1839913" y="1035050"/>
            <a:ext cx="4710112" cy="304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Five philosophers sit around a circular table. Each philosopher spends his life alternately </a:t>
            </a:r>
            <a:r>
              <a:rPr lang="en-GB" altLang="en-US" sz="2400">
                <a:solidFill>
                  <a:srgbClr val="CC0000"/>
                </a:solidFill>
                <a:latin typeface="Comic Sans MS" panose="030F0702030302020204" pitchFamily="66" charset="0"/>
              </a:rPr>
              <a:t>thinking</a:t>
            </a:r>
            <a:r>
              <a:rPr lang="en-GB" altLang="en-US" sz="2400">
                <a:latin typeface="Comic Sans MS" panose="030F0702030302020204" pitchFamily="66" charset="0"/>
              </a:rPr>
              <a:t> and </a:t>
            </a:r>
            <a:r>
              <a:rPr lang="en-GB" altLang="en-US" sz="2400">
                <a:solidFill>
                  <a:srgbClr val="CC0000"/>
                </a:solidFill>
                <a:latin typeface="Comic Sans MS" panose="030F0702030302020204" pitchFamily="66" charset="0"/>
              </a:rPr>
              <a:t>eating</a:t>
            </a:r>
            <a:r>
              <a:rPr lang="en-GB" altLang="en-US" sz="2400">
                <a:latin typeface="Comic Sans MS" panose="030F0702030302020204" pitchFamily="66" charset="0"/>
              </a:rPr>
              <a:t>. In the centre of the table is a large bowl of spaghetti. A philosopher needs two forks to eat a helping of spaghetti. </a:t>
            </a:r>
          </a:p>
        </p:txBody>
      </p:sp>
      <p:grpSp>
        <p:nvGrpSpPr>
          <p:cNvPr id="38916" name="Group 4"/>
          <p:cNvGrpSpPr>
            <a:grpSpLocks/>
          </p:cNvGrpSpPr>
          <p:nvPr/>
        </p:nvGrpSpPr>
        <p:grpSpPr bwMode="auto">
          <a:xfrm>
            <a:off x="6454776" y="1409701"/>
            <a:ext cx="3800475" cy="3736975"/>
            <a:chOff x="3068" y="1124"/>
            <a:chExt cx="2594" cy="2354"/>
          </a:xfrm>
        </p:grpSpPr>
        <p:pic>
          <p:nvPicPr>
            <p:cNvPr id="38919" name="Picture 5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8" y="1124"/>
              <a:ext cx="2594" cy="2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20" name="Rectangle 6"/>
            <p:cNvSpPr>
              <a:spLocks noChangeArrowheads="1"/>
            </p:cNvSpPr>
            <p:nvPr/>
          </p:nvSpPr>
          <p:spPr bwMode="auto">
            <a:xfrm>
              <a:off x="4261" y="3091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000" b="1"/>
                <a:t>0</a:t>
              </a:r>
            </a:p>
          </p:txBody>
        </p:sp>
        <p:sp>
          <p:nvSpPr>
            <p:cNvPr id="38921" name="Rectangle 7"/>
            <p:cNvSpPr>
              <a:spLocks noChangeArrowheads="1"/>
            </p:cNvSpPr>
            <p:nvPr/>
          </p:nvSpPr>
          <p:spPr bwMode="auto">
            <a:xfrm>
              <a:off x="5221" y="2515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000" b="1"/>
                <a:t>1</a:t>
              </a:r>
            </a:p>
          </p:txBody>
        </p:sp>
        <p:sp>
          <p:nvSpPr>
            <p:cNvPr id="38922" name="Rectangle 8"/>
            <p:cNvSpPr>
              <a:spLocks noChangeArrowheads="1"/>
            </p:cNvSpPr>
            <p:nvPr/>
          </p:nvSpPr>
          <p:spPr bwMode="auto">
            <a:xfrm>
              <a:off x="4981" y="1411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000" b="1"/>
                <a:t>2</a:t>
              </a:r>
            </a:p>
          </p:txBody>
        </p:sp>
        <p:sp>
          <p:nvSpPr>
            <p:cNvPr id="38923" name="Rectangle 9"/>
            <p:cNvSpPr>
              <a:spLocks noChangeArrowheads="1"/>
            </p:cNvSpPr>
            <p:nvPr/>
          </p:nvSpPr>
          <p:spPr bwMode="auto">
            <a:xfrm>
              <a:off x="3685" y="1411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000" b="1"/>
                <a:t>3</a:t>
              </a:r>
            </a:p>
          </p:txBody>
        </p:sp>
        <p:sp>
          <p:nvSpPr>
            <p:cNvPr id="38924" name="Rectangle 10"/>
            <p:cNvSpPr>
              <a:spLocks noChangeArrowheads="1"/>
            </p:cNvSpPr>
            <p:nvPr/>
          </p:nvSpPr>
          <p:spPr bwMode="auto">
            <a:xfrm>
              <a:off x="3349" y="2467"/>
              <a:ext cx="22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2000" b="1"/>
                <a:t>4</a:t>
              </a:r>
            </a:p>
          </p:txBody>
        </p:sp>
        <p:sp>
          <p:nvSpPr>
            <p:cNvPr id="38925" name="Rectangle 11"/>
            <p:cNvSpPr>
              <a:spLocks noChangeArrowheads="1"/>
            </p:cNvSpPr>
            <p:nvPr/>
          </p:nvSpPr>
          <p:spPr bwMode="auto">
            <a:xfrm>
              <a:off x="4708" y="2711"/>
              <a:ext cx="19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1400" b="1"/>
                <a:t>0</a:t>
              </a:r>
            </a:p>
          </p:txBody>
        </p:sp>
        <p:sp>
          <p:nvSpPr>
            <p:cNvPr id="38926" name="Rectangle 12"/>
            <p:cNvSpPr>
              <a:spLocks noChangeArrowheads="1"/>
            </p:cNvSpPr>
            <p:nvPr/>
          </p:nvSpPr>
          <p:spPr bwMode="auto">
            <a:xfrm>
              <a:off x="4984" y="1975"/>
              <a:ext cx="19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1400" b="1"/>
                <a:t>1</a:t>
              </a:r>
            </a:p>
          </p:txBody>
        </p:sp>
        <p:sp>
          <p:nvSpPr>
            <p:cNvPr id="38927" name="Rectangle 13"/>
            <p:cNvSpPr>
              <a:spLocks noChangeArrowheads="1"/>
            </p:cNvSpPr>
            <p:nvPr/>
          </p:nvSpPr>
          <p:spPr bwMode="auto">
            <a:xfrm>
              <a:off x="4382" y="1553"/>
              <a:ext cx="19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1400" b="1"/>
                <a:t>2</a:t>
              </a:r>
            </a:p>
          </p:txBody>
        </p:sp>
        <p:sp>
          <p:nvSpPr>
            <p:cNvPr id="38928" name="Rectangle 14"/>
            <p:cNvSpPr>
              <a:spLocks noChangeArrowheads="1"/>
            </p:cNvSpPr>
            <p:nvPr/>
          </p:nvSpPr>
          <p:spPr bwMode="auto">
            <a:xfrm>
              <a:off x="3660" y="2009"/>
              <a:ext cx="19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1400" b="1"/>
                <a:t>3</a:t>
              </a:r>
            </a:p>
          </p:txBody>
        </p:sp>
        <p:sp>
          <p:nvSpPr>
            <p:cNvPr id="38929" name="Rectangle 15"/>
            <p:cNvSpPr>
              <a:spLocks noChangeArrowheads="1"/>
            </p:cNvSpPr>
            <p:nvPr/>
          </p:nvSpPr>
          <p:spPr bwMode="auto">
            <a:xfrm>
              <a:off x="3891" y="2683"/>
              <a:ext cx="19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76200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7620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7620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7620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GB" altLang="en-US" sz="1400" b="1"/>
                <a:t>4</a:t>
              </a:r>
            </a:p>
          </p:txBody>
        </p:sp>
      </p:grpSp>
      <p:sp>
        <p:nvSpPr>
          <p:cNvPr id="451600" name="Rectangle 16"/>
          <p:cNvSpPr>
            <a:spLocks noChangeArrowheads="1"/>
          </p:cNvSpPr>
          <p:nvPr/>
        </p:nvSpPr>
        <p:spPr bwMode="auto">
          <a:xfrm>
            <a:off x="1839913" y="4278313"/>
            <a:ext cx="541655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One fork is placed between each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pair of philosophers and they agree that each will only use the fork to his immediate right and left.</a:t>
            </a:r>
          </a:p>
        </p:txBody>
      </p:sp>
      <p:sp>
        <p:nvSpPr>
          <p:cNvPr id="38918" name="Rectangle 17"/>
          <p:cNvSpPr>
            <a:spLocks noChangeArrowheads="1"/>
          </p:cNvSpPr>
          <p:nvPr/>
        </p:nvSpPr>
        <p:spPr bwMode="auto">
          <a:xfrm>
            <a:off x="1898650" y="5907089"/>
            <a:ext cx="86185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hlinkClick r:id="rId4"/>
              </a:rPr>
              <a:t>http://wwwhomes.doc.ic.ac.uk/~jnm/book/book_applets/concurrency.html</a:t>
            </a:r>
            <a:endParaRPr lang="en-US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334974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7" grpId="0"/>
      <p:bldP spid="45160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/>
          <p:cNvSpPr txBox="1">
            <a:spLocks noChangeArrowheads="1"/>
          </p:cNvSpPr>
          <p:nvPr/>
        </p:nvSpPr>
        <p:spPr bwMode="auto">
          <a:xfrm>
            <a:off x="2693988" y="2379664"/>
            <a:ext cx="5973762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en-US" sz="2800">
                <a:latin typeface="Comic Sans MS" panose="030F0702030302020204" pitchFamily="66" charset="0"/>
              </a:rPr>
              <a:t>The Dining Philosophers system can now be described by the composition of five fork processes and five philosopher processes </a:t>
            </a:r>
          </a:p>
        </p:txBody>
      </p:sp>
    </p:spTree>
    <p:extLst>
      <p:ext uri="{BB962C8B-B14F-4D97-AF65-F5344CB8AC3E}">
        <p14:creationId xmlns:p14="http://schemas.microsoft.com/office/powerpoint/2010/main" val="1672027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00977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Dining Philosophers - model analysis</a:t>
            </a:r>
          </a:p>
        </p:txBody>
      </p:sp>
      <p:sp>
        <p:nvSpPr>
          <p:cNvPr id="457733" name="Text Box 5"/>
          <p:cNvSpPr txBox="1">
            <a:spLocks noChangeArrowheads="1"/>
          </p:cNvSpPr>
          <p:nvPr/>
        </p:nvSpPr>
        <p:spPr bwMode="auto">
          <a:xfrm>
            <a:off x="6316664" y="1471614"/>
            <a:ext cx="3938587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This is the situation where all the philosophers become hungry at the same time, sit down at the table and each philosopher picks up the fork to his </a:t>
            </a:r>
            <a:r>
              <a:rPr lang="en-GB" altLang="en-US" sz="2400">
                <a:solidFill>
                  <a:srgbClr val="CC0000"/>
                </a:solidFill>
                <a:latin typeface="Comic Sans MS" panose="030F0702030302020204" pitchFamily="66" charset="0"/>
              </a:rPr>
              <a:t>right</a:t>
            </a:r>
            <a:r>
              <a:rPr lang="en-GB" altLang="en-US" sz="2400">
                <a:latin typeface="Comic Sans MS" panose="030F0702030302020204" pitchFamily="66" charset="0"/>
              </a:rPr>
              <a:t>.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The system can make no further progress since each philosopher is waiting for a fork held by his neighbor i.e. a </a:t>
            </a:r>
            <a:r>
              <a:rPr lang="en-GB" altLang="en-US" sz="2400" b="1" i="1">
                <a:solidFill>
                  <a:srgbClr val="CC0000"/>
                </a:solidFill>
                <a:latin typeface="Comic Sans MS" panose="030F0702030302020204" pitchFamily="66" charset="0"/>
              </a:rPr>
              <a:t>wait-for cycle</a:t>
            </a:r>
            <a:r>
              <a:rPr lang="en-GB" altLang="en-US" sz="2400">
                <a:latin typeface="Comic Sans MS" panose="030F0702030302020204" pitchFamily="66" charset="0"/>
              </a:rPr>
              <a:t> exists!</a:t>
            </a:r>
          </a:p>
        </p:txBody>
      </p:sp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1589088"/>
            <a:ext cx="3009900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954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7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Dining Philosophers</a:t>
            </a: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1803400" y="1676400"/>
            <a:ext cx="3378200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Deadlock is easily detected in our </a:t>
            </a:r>
            <a:r>
              <a:rPr lang="en-GB" altLang="en-US" sz="2400">
                <a:solidFill>
                  <a:schemeClr val="accent2"/>
                </a:solidFill>
                <a:latin typeface="Comic Sans MS" panose="030F0702030302020204" pitchFamily="66" charset="0"/>
              </a:rPr>
              <a:t>model</a:t>
            </a:r>
            <a:r>
              <a:rPr lang="en-GB" altLang="en-US" sz="2400">
                <a:latin typeface="Comic Sans MS" panose="030F0702030302020204" pitchFamily="66" charset="0"/>
              </a:rPr>
              <a:t>. 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GB" altLang="en-US" sz="2400" i="1">
                <a:latin typeface="Comic Sans MS" panose="030F0702030302020204" pitchFamily="66" charset="0"/>
              </a:rPr>
              <a:t>How easy is it to detect a potential deadlock in an </a:t>
            </a:r>
            <a:r>
              <a:rPr lang="en-GB" altLang="en-US" sz="2400" i="1">
                <a:solidFill>
                  <a:schemeClr val="accent2"/>
                </a:solidFill>
                <a:latin typeface="Comic Sans MS" panose="030F0702030302020204" pitchFamily="66" charset="0"/>
              </a:rPr>
              <a:t>implementation – i.e. in your CCP assignment</a:t>
            </a:r>
            <a:r>
              <a:rPr lang="en-GB" altLang="en-US" sz="2400" i="1">
                <a:latin typeface="Comic Sans MS" panose="030F0702030302020204" pitchFamily="66" charset="0"/>
              </a:rPr>
              <a:t>?</a:t>
            </a:r>
          </a:p>
        </p:txBody>
      </p:sp>
      <p:pic>
        <p:nvPicPr>
          <p:cNvPr id="450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28" t="44484" r="25859" b="19691"/>
          <a:stretch>
            <a:fillRect/>
          </a:stretch>
        </p:blipFill>
        <p:spPr bwMode="auto">
          <a:xfrm>
            <a:off x="5934076" y="1268413"/>
            <a:ext cx="3959225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1271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title"/>
          </p:nvPr>
        </p:nvSpPr>
        <p:spPr>
          <a:xfrm>
            <a:off x="204787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/>
              <a:t>Dining Philosophers - implementation in Java</a:t>
            </a:r>
          </a:p>
        </p:txBody>
      </p:sp>
      <p:sp>
        <p:nvSpPr>
          <p:cNvPr id="47107" name="Text Box 4"/>
          <p:cNvSpPr txBox="1">
            <a:spLocks noChangeArrowheads="1"/>
          </p:cNvSpPr>
          <p:nvPr/>
        </p:nvSpPr>
        <p:spPr bwMode="auto">
          <a:xfrm>
            <a:off x="2297114" y="1447801"/>
            <a:ext cx="2181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</p:txBody>
      </p:sp>
      <p:sp>
        <p:nvSpPr>
          <p:cNvPr id="501765" name="Text Box 5" descr="50%"/>
          <p:cNvSpPr txBox="1">
            <a:spLocks noChangeArrowheads="1"/>
          </p:cNvSpPr>
          <p:nvPr/>
        </p:nvSpPr>
        <p:spPr bwMode="auto">
          <a:xfrm>
            <a:off x="1870076" y="1778001"/>
            <a:ext cx="8074025" cy="375602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marL="342900" indent="-342900"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 b="1">
                <a:latin typeface="Times New Roman" panose="02020603050405020304" pitchFamily="18" charset="0"/>
              </a:rPr>
              <a:t>While deadlock can be easily detected in a model, it is not so apparent in the running program which corresponds to that model.</a:t>
            </a:r>
          </a:p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 b="1">
                <a:latin typeface="Times New Roman" panose="02020603050405020304" pitchFamily="18" charset="0"/>
              </a:rPr>
              <a:t>In translating the Dining Philosophers model into an implementation, we must consider which processes in the model will be represented by passive objects (monitors) and which by active objects (threads).</a:t>
            </a:r>
          </a:p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 b="1">
                <a:latin typeface="Times New Roman" panose="02020603050405020304" pitchFamily="18" charset="0"/>
              </a:rPr>
              <a:t>Forks are the passive entities and philosophers are the active entities in the system. </a:t>
            </a:r>
          </a:p>
        </p:txBody>
      </p:sp>
    </p:spTree>
    <p:extLst>
      <p:ext uri="{BB962C8B-B14F-4D97-AF65-F5344CB8AC3E}">
        <p14:creationId xmlns:p14="http://schemas.microsoft.com/office/powerpoint/2010/main" val="106144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1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1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017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ChangeArrowheads="1"/>
          </p:cNvSpPr>
          <p:nvPr/>
        </p:nvSpPr>
        <p:spPr bwMode="auto">
          <a:xfrm>
            <a:off x="1524001" y="1350963"/>
            <a:ext cx="6753225" cy="46482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>
          <a:xfrm>
            <a:off x="204787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/>
              <a:t>Dining Philosophers - implementation in Java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2297114" y="1447801"/>
            <a:ext cx="2181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</p:txBody>
      </p:sp>
      <p:sp>
        <p:nvSpPr>
          <p:cNvPr id="49157" name="Text Box 5" descr="50%"/>
          <p:cNvSpPr txBox="1">
            <a:spLocks noChangeArrowheads="1"/>
          </p:cNvSpPr>
          <p:nvPr/>
        </p:nvSpPr>
        <p:spPr bwMode="auto">
          <a:xfrm>
            <a:off x="8347076" y="1778001"/>
            <a:ext cx="2320925" cy="375602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philosophers: active entities    - implement as threads</a:t>
            </a:r>
          </a:p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forks: shared passive entities - implement as monitors</a:t>
            </a:r>
          </a:p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Char char="¨"/>
            </a:pPr>
            <a:r>
              <a:rPr lang="en-GB" altLang="en-US" sz="2400" b="1">
                <a:solidFill>
                  <a:schemeClr val="bg1"/>
                </a:solidFill>
                <a:latin typeface="Times New Roman" panose="02020603050405020304" pitchFamily="18" charset="0"/>
              </a:rPr>
              <a:t>display</a:t>
            </a:r>
          </a:p>
        </p:txBody>
      </p:sp>
      <p:graphicFrame>
        <p:nvGraphicFramePr>
          <p:cNvPr id="49158" name="Object 6"/>
          <p:cNvGraphicFramePr>
            <a:graphicFrameLocks noChangeAspect="1"/>
          </p:cNvGraphicFramePr>
          <p:nvPr/>
        </p:nvGraphicFramePr>
        <p:xfrm>
          <a:off x="1524001" y="1409700"/>
          <a:ext cx="6892925" cy="448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rawing" r:id="rId4" imgW="3801014" imgH="2286450" progId="MSDraw.Drawing.8">
                  <p:embed/>
                </p:oleObj>
              </mc:Choice>
              <mc:Fallback>
                <p:oleObj name="Drawing" r:id="rId4" imgW="3801014" imgH="2286450" progId="MSDraw.Drawing.8">
                  <p:embed/>
                  <p:pic>
                    <p:nvPicPr>
                      <p:cNvPr id="491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1409700"/>
                        <a:ext cx="6892925" cy="448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79474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ChangeArrowheads="1"/>
          </p:cNvSpPr>
          <p:nvPr/>
        </p:nvSpPr>
        <p:spPr bwMode="auto">
          <a:xfrm>
            <a:off x="2227264" y="1206500"/>
            <a:ext cx="7667625" cy="5346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xfrm>
            <a:off x="2009775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sz="3200"/>
              <a:t>Dining Philosophers - Fork </a:t>
            </a:r>
            <a:r>
              <a:rPr lang="en-GB" altLang="en-US" sz="3200">
                <a:solidFill>
                  <a:srgbClr val="CC3300"/>
                </a:solidFill>
              </a:rPr>
              <a:t>monitor</a:t>
            </a:r>
            <a:endParaRPr lang="en-GB" altLang="en-US" sz="3200"/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2368551" y="1206500"/>
            <a:ext cx="6892925" cy="544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class</a:t>
            </a:r>
            <a:r>
              <a:rPr lang="en-US" altLang="en-US" sz="2000" b="1" noProof="1">
                <a:latin typeface="Courier New" panose="02070309020205020404" pitchFamily="49" charset="0"/>
              </a:rPr>
              <a:t> Fork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en-US" sz="2000" b="1" noProof="1">
                <a:latin typeface="Courier New" panose="02070309020205020404" pitchFamily="49" charset="0"/>
              </a:rPr>
              <a:t> boolean taken=false;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en-US" sz="2000" b="1" noProof="1">
                <a:latin typeface="Courier New" panose="02070309020205020404" pitchFamily="49" charset="0"/>
              </a:rPr>
              <a:t> PhilCanvas display;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private</a:t>
            </a:r>
            <a:r>
              <a:rPr lang="en-US" altLang="en-US" sz="2000" b="1" noProof="1">
                <a:latin typeface="Courier New" panose="02070309020205020404" pitchFamily="49" charset="0"/>
              </a:rPr>
              <a:t> int identity;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800" b="1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Fork(PhilCanvas disp, int id)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{ display = disp; identity = id;}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000" b="1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synchronized</a:t>
            </a:r>
            <a:r>
              <a:rPr lang="en-US" altLang="en-US" sz="2000" b="1" noProof="1">
                <a:latin typeface="Courier New" panose="02070309020205020404" pitchFamily="49" charset="0"/>
              </a:rPr>
              <a:t> void </a:t>
            </a:r>
            <a:r>
              <a:rPr lang="en-US" altLang="en-US" sz="2000" b="1" noProof="1">
                <a:solidFill>
                  <a:srgbClr val="CC0000"/>
                </a:solidFill>
                <a:latin typeface="Courier New" panose="02070309020205020404" pitchFamily="49" charset="0"/>
              </a:rPr>
              <a:t>put</a:t>
            </a:r>
            <a:r>
              <a:rPr lang="en-US" altLang="en-US" sz="2000" b="1" noProof="1">
                <a:latin typeface="Courier New" panose="02070309020205020404" pitchFamily="49" charset="0"/>
              </a:rPr>
              <a:t>()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taken=false;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display.setFork(identity,taken);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notify();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800" b="1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synchronized</a:t>
            </a:r>
            <a:r>
              <a:rPr lang="en-US" altLang="en-US" sz="2000" b="1" noProof="1">
                <a:latin typeface="Courier New" panose="02070309020205020404" pitchFamily="49" charset="0"/>
              </a:rPr>
              <a:t> void </a:t>
            </a:r>
            <a:r>
              <a:rPr lang="en-US" altLang="en-US" sz="2000" b="1" noProof="1">
                <a:solidFill>
                  <a:srgbClr val="CC0000"/>
                </a:solidFill>
                <a:latin typeface="Courier New" panose="02070309020205020404" pitchFamily="49" charset="0"/>
              </a:rPr>
              <a:t>get</a:t>
            </a:r>
            <a:r>
              <a:rPr lang="en-US" altLang="en-US" sz="2000" b="1" noProof="1"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throws</a:t>
            </a:r>
            <a:r>
              <a:rPr lang="en-US" altLang="en-US" sz="2000" b="1" noProof="1">
                <a:latin typeface="Courier New" panose="02070309020205020404" pitchFamily="49" charset="0"/>
              </a:rPr>
              <a:t> java.lang.InterruptedException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2000" b="1" noProof="1">
                <a:latin typeface="Courier New" panose="02070309020205020404" pitchFamily="49" charset="0"/>
              </a:rPr>
              <a:t> (taken) wait();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taken=true;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display.setFork(identity,taken);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}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}</a:t>
            </a:r>
            <a:endParaRPr lang="en-GB" altLang="en-US" sz="1400" b="1">
              <a:latin typeface="Courier New" panose="02070309020205020404" pitchFamily="49" charset="0"/>
            </a:endParaRPr>
          </a:p>
        </p:txBody>
      </p:sp>
      <p:sp>
        <p:nvSpPr>
          <p:cNvPr id="51205" name="Text Box 5" descr="50%"/>
          <p:cNvSpPr txBox="1">
            <a:spLocks noChangeArrowheads="1"/>
          </p:cNvSpPr>
          <p:nvPr/>
        </p:nvSpPr>
        <p:spPr bwMode="auto">
          <a:xfrm>
            <a:off x="9331326" y="1970088"/>
            <a:ext cx="1336675" cy="19304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 b="1" i="1">
                <a:latin typeface="Courier New" panose="02070309020205020404" pitchFamily="49" charset="0"/>
              </a:rPr>
              <a:t>taken</a:t>
            </a:r>
            <a:r>
              <a:rPr lang="en-GB" altLang="en-US" sz="2400" b="1" i="1">
                <a:latin typeface="Times New Roman" panose="02020603050405020304" pitchFamily="18" charset="0"/>
              </a:rPr>
              <a:t> </a:t>
            </a:r>
            <a:r>
              <a:rPr lang="en-GB" altLang="en-US" sz="2400" b="1">
                <a:latin typeface="Times New Roman" panose="02020603050405020304" pitchFamily="18" charset="0"/>
              </a:rPr>
              <a:t>encodes the state of the fork</a:t>
            </a:r>
          </a:p>
        </p:txBody>
      </p:sp>
    </p:spTree>
    <p:extLst>
      <p:ext uri="{BB962C8B-B14F-4D97-AF65-F5344CB8AC3E}">
        <p14:creationId xmlns:p14="http://schemas.microsoft.com/office/powerpoint/2010/main" val="11373127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065338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Dining Philosophers - Philosopher implementation</a:t>
            </a: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1524001" y="1081088"/>
            <a:ext cx="7878763" cy="5435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1524001" y="1308100"/>
            <a:ext cx="7807325" cy="553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class</a:t>
            </a:r>
            <a:r>
              <a:rPr lang="en-US" altLang="en-US" sz="2000" b="1" noProof="1">
                <a:latin typeface="Courier New" panose="02070309020205020404" pitchFamily="49" charset="0"/>
              </a:rPr>
              <a:t> Philosopher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extends</a:t>
            </a:r>
            <a:r>
              <a:rPr lang="en-US" altLang="en-US" sz="2000" b="1" noProof="1">
                <a:latin typeface="Courier New" panose="02070309020205020404" pitchFamily="49" charset="0"/>
              </a:rPr>
              <a:t> Thread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600" b="1" noProof="1">
                <a:latin typeface="Courier New" panose="02070309020205020404" pitchFamily="49" charset="0"/>
              </a:rPr>
              <a:t>  ...</a:t>
            </a:r>
            <a:endParaRPr lang="en-US" altLang="en-US" sz="2000" b="1" noProof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public</a:t>
            </a:r>
            <a:r>
              <a:rPr lang="en-US" altLang="en-US" sz="2000" b="1" noProof="1">
                <a:latin typeface="Courier New" panose="02070309020205020404" pitchFamily="49" charset="0"/>
              </a:rPr>
              <a:t> void run()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try</a:t>
            </a:r>
            <a:r>
              <a:rPr lang="en-US" altLang="en-US" sz="2000" b="1" noProof="1"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2000" b="1" noProof="1">
                <a:latin typeface="Courier New" panose="02070309020205020404" pitchFamily="49" charset="0"/>
              </a:rPr>
              <a:t> (true) {			</a:t>
            </a:r>
            <a:r>
              <a:rPr lang="en-US" altLang="en-US" sz="2000" b="1" i="1" noProof="1">
                <a:solidFill>
                  <a:srgbClr val="FF0000"/>
                </a:solidFill>
                <a:latin typeface="Times New Roman" panose="02020603050405020304" pitchFamily="18" charset="0"/>
              </a:rPr>
              <a:t>// thinking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view.setPhil(identity,view.THINKING);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sleep(controller.sleepTime());	</a:t>
            </a:r>
            <a:r>
              <a:rPr lang="en-US" altLang="en-US" sz="2000" b="1" i="1" noProof="1">
                <a:solidFill>
                  <a:srgbClr val="FF0000"/>
                </a:solidFill>
                <a:latin typeface="Times New Roman" panose="02020603050405020304" pitchFamily="18" charset="0"/>
              </a:rPr>
              <a:t>// hungry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view.setPhil(identity,view.HUNGRY);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right.</a:t>
            </a:r>
            <a:r>
              <a:rPr lang="en-US" altLang="en-US" sz="2000" b="1" noProof="1">
                <a:solidFill>
                  <a:srgbClr val="CC0000"/>
                </a:solidFill>
                <a:latin typeface="Courier New" panose="02070309020205020404" pitchFamily="49" charset="0"/>
              </a:rPr>
              <a:t>get</a:t>
            </a:r>
            <a:r>
              <a:rPr lang="en-US" altLang="en-US" sz="2000" b="1" noProof="1">
                <a:latin typeface="Courier New" panose="02070309020205020404" pitchFamily="49" charset="0"/>
              </a:rPr>
              <a:t>();		</a:t>
            </a:r>
            <a:r>
              <a:rPr lang="en-US" altLang="en-US" sz="2000" b="1" i="1" noProof="1">
                <a:solidFill>
                  <a:srgbClr val="FF0000"/>
                </a:solidFill>
                <a:latin typeface="Times New Roman" panose="02020603050405020304" pitchFamily="18" charset="0"/>
              </a:rPr>
              <a:t>// gotright chopstick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view.setPhil(identity,view.GOTRIGHT);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sleep(500);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left.</a:t>
            </a:r>
            <a:r>
              <a:rPr lang="en-US" altLang="en-US" sz="2000" b="1" noProof="1">
                <a:solidFill>
                  <a:srgbClr val="CC0000"/>
                </a:solidFill>
                <a:latin typeface="Courier New" panose="02070309020205020404" pitchFamily="49" charset="0"/>
              </a:rPr>
              <a:t>get</a:t>
            </a:r>
            <a:r>
              <a:rPr lang="en-US" altLang="en-US" sz="2000" b="1" noProof="1">
                <a:latin typeface="Courier New" panose="02070309020205020404" pitchFamily="49" charset="0"/>
              </a:rPr>
              <a:t>();			</a:t>
            </a:r>
            <a:r>
              <a:rPr lang="en-US" altLang="en-US" sz="2000" b="1" i="1" noProof="1">
                <a:solidFill>
                  <a:srgbClr val="FF0000"/>
                </a:solidFill>
                <a:latin typeface="Times New Roman" panose="02020603050405020304" pitchFamily="18" charset="0"/>
              </a:rPr>
              <a:t>// eating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view.setPhil(identity,view.EATING);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sleep(controller.eatTime());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right.</a:t>
            </a:r>
            <a:r>
              <a:rPr lang="en-US" altLang="en-US" sz="2000" b="1" noProof="1">
                <a:solidFill>
                  <a:srgbClr val="CC0000"/>
                </a:solidFill>
                <a:latin typeface="Courier New" panose="02070309020205020404" pitchFamily="49" charset="0"/>
              </a:rPr>
              <a:t>put</a:t>
            </a:r>
            <a:r>
              <a:rPr lang="en-US" altLang="en-US" sz="2000" b="1" noProof="1"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  left.</a:t>
            </a:r>
            <a:r>
              <a:rPr lang="en-US" altLang="en-US" sz="2000" b="1" noProof="1">
                <a:solidFill>
                  <a:srgbClr val="CC0000"/>
                </a:solidFill>
                <a:latin typeface="Courier New" panose="02070309020205020404" pitchFamily="49" charset="0"/>
              </a:rPr>
              <a:t>put</a:t>
            </a:r>
            <a:r>
              <a:rPr lang="en-US" altLang="en-US" sz="2000" b="1" noProof="1"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  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  } </a:t>
            </a:r>
            <a:r>
              <a:rPr lang="en-US" altLang="en-US" sz="2000" b="1" noProof="1">
                <a:solidFill>
                  <a:srgbClr val="0000FF"/>
                </a:solidFill>
                <a:latin typeface="Courier New" panose="02070309020205020404" pitchFamily="49" charset="0"/>
              </a:rPr>
              <a:t>catch</a:t>
            </a:r>
            <a:r>
              <a:rPr lang="en-US" altLang="en-US" sz="2000" b="1" noProof="1">
                <a:latin typeface="Courier New" panose="02070309020205020404" pitchFamily="49" charset="0"/>
              </a:rPr>
              <a:t> (java.lang.InterruptedException e){}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  }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sz="2000" b="1" noProof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3253" name="Text Box 5" descr="50%"/>
          <p:cNvSpPr txBox="1">
            <a:spLocks noChangeArrowheads="1"/>
          </p:cNvSpPr>
          <p:nvPr/>
        </p:nvSpPr>
        <p:spPr bwMode="auto">
          <a:xfrm>
            <a:off x="8894764" y="2084388"/>
            <a:ext cx="1773237" cy="33909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400" b="1">
                <a:latin typeface="Times New Roman" panose="02020603050405020304" pitchFamily="18" charset="0"/>
              </a:rPr>
              <a:t>Follows from the model (sitting down and leaving the table have been omitted).</a:t>
            </a:r>
          </a:p>
        </p:txBody>
      </p:sp>
    </p:spTree>
    <p:extLst>
      <p:ext uri="{BB962C8B-B14F-4D97-AF65-F5344CB8AC3E}">
        <p14:creationId xmlns:p14="http://schemas.microsoft.com/office/powerpoint/2010/main" val="1279446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46288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Dining Philosophers - implementation in Java</a:t>
            </a: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1928813" y="2362200"/>
            <a:ext cx="8089900" cy="3581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folHlink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2090738" y="2647950"/>
            <a:ext cx="8120062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noProof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400" b="1" noProof="1">
                <a:latin typeface="Courier New" panose="02070309020205020404" pitchFamily="49" charset="0"/>
              </a:rPr>
              <a:t> (int i =0; i&lt;N; ++i)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noProof="1">
                <a:latin typeface="Courier New" panose="02070309020205020404" pitchFamily="49" charset="0"/>
              </a:rPr>
              <a:t>  fork[i] = </a:t>
            </a:r>
            <a:r>
              <a:rPr lang="en-US" altLang="en-US" sz="2400" b="1" noProof="1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en-US" sz="2400" b="1" noProof="1">
                <a:latin typeface="Courier New" panose="02070309020205020404" pitchFamily="49" charset="0"/>
              </a:rPr>
              <a:t> Fork(display,i);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noProof="1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2400" b="1" noProof="1">
                <a:latin typeface="Courier New" panose="02070309020205020404" pitchFamily="49" charset="0"/>
              </a:rPr>
              <a:t> (int i =0; i&lt;N; ++i){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noProof="1">
                <a:latin typeface="Courier New" panose="02070309020205020404" pitchFamily="49" charset="0"/>
              </a:rPr>
              <a:t>  phil[i] =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noProof="1">
                <a:latin typeface="Courier New" panose="02070309020205020404" pitchFamily="49" charset="0"/>
              </a:rPr>
              <a:t>    </a:t>
            </a:r>
            <a:r>
              <a:rPr lang="en-US" altLang="en-US" sz="2400" b="1" noProof="1">
                <a:solidFill>
                  <a:srgbClr val="0000FF"/>
                </a:solidFill>
                <a:latin typeface="Courier New" panose="02070309020205020404" pitchFamily="49" charset="0"/>
              </a:rPr>
              <a:t>new</a:t>
            </a:r>
            <a:r>
              <a:rPr lang="en-US" altLang="en-US" sz="2400" b="1" noProof="1">
                <a:latin typeface="Courier New" panose="02070309020205020404" pitchFamily="49" charset="0"/>
              </a:rPr>
              <a:t> Philosopher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noProof="1">
                <a:latin typeface="Courier New" panose="02070309020205020404" pitchFamily="49" charset="0"/>
              </a:rPr>
              <a:t>		(</a:t>
            </a:r>
            <a:r>
              <a:rPr lang="en-US" altLang="en-US" sz="2400" b="1" noProof="1">
                <a:solidFill>
                  <a:srgbClr val="0000FF"/>
                </a:solidFill>
                <a:latin typeface="Courier New" panose="02070309020205020404" pitchFamily="49" charset="0"/>
              </a:rPr>
              <a:t>this</a:t>
            </a:r>
            <a:r>
              <a:rPr lang="en-US" altLang="en-US" sz="2400" b="1" noProof="1">
                <a:latin typeface="Courier New" panose="02070309020205020404" pitchFamily="49" charset="0"/>
              </a:rPr>
              <a:t>,i,fork[(i-1+N)%N],fork[i]);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noProof="1">
                <a:latin typeface="Courier New" panose="02070309020205020404" pitchFamily="49" charset="0"/>
              </a:rPr>
              <a:t>  phil[i].start();</a:t>
            </a:r>
          </a:p>
          <a:p>
            <a:pPr algn="just"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sz="2400" b="1" noProof="1">
                <a:latin typeface="Courier New" panose="02070309020205020404" pitchFamily="49" charset="0"/>
              </a:rPr>
              <a:t>}</a:t>
            </a:r>
            <a:endParaRPr lang="en-GB" altLang="en-US" sz="2400" b="1">
              <a:latin typeface="Courier New" panose="02070309020205020404" pitchFamily="49" charset="0"/>
            </a:endParaRPr>
          </a:p>
        </p:txBody>
      </p:sp>
      <p:sp>
        <p:nvSpPr>
          <p:cNvPr id="55301" name="Text Box 5" descr="50%"/>
          <p:cNvSpPr txBox="1">
            <a:spLocks noChangeArrowheads="1"/>
          </p:cNvSpPr>
          <p:nvPr/>
        </p:nvSpPr>
        <p:spPr bwMode="auto">
          <a:xfrm>
            <a:off x="1897063" y="1206500"/>
            <a:ext cx="7212012" cy="95885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rgbClr val="CC3300"/>
              </a:buClr>
              <a:buFont typeface="Symbol" panose="05050102010706020507" pitchFamily="18" charset="2"/>
              <a:buNone/>
            </a:pPr>
            <a:r>
              <a:rPr lang="en-GB" altLang="en-US" sz="2800">
                <a:latin typeface="Times New Roman" panose="02020603050405020304" pitchFamily="18" charset="0"/>
              </a:rPr>
              <a:t>Code to create the philosopher threads and fork monitors:</a:t>
            </a:r>
            <a:endParaRPr lang="en-GB" altLang="en-U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433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027238" y="0"/>
            <a:ext cx="7042150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Dining Philosophers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2297114" y="1317625"/>
            <a:ext cx="3343275" cy="467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To ensure deadlock occurs eventually, the slider control may be moved to the left. This reduces the time each philosopher spends thinking and eating. </a:t>
            </a:r>
          </a:p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This "speedup" increases the probability of deadlock occurring. </a:t>
            </a:r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6" t="44603" r="25677" b="19691"/>
          <a:stretch>
            <a:fillRect/>
          </a:stretch>
        </p:blipFill>
        <p:spPr bwMode="auto">
          <a:xfrm>
            <a:off x="5740400" y="1492251"/>
            <a:ext cx="4013200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0789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047875" y="1"/>
            <a:ext cx="7042150" cy="919163"/>
          </a:xfrm>
        </p:spPr>
        <p:txBody>
          <a:bodyPr/>
          <a:lstStyle/>
          <a:p>
            <a:pPr eaLnBrk="1" hangingPunct="1"/>
            <a:r>
              <a:rPr lang="en-GB" altLang="en-US" b="1"/>
              <a:t>Deadlock-free Philosophers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1841500" y="1720851"/>
            <a:ext cx="8229600" cy="83099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sz="2400">
                <a:latin typeface="Comic Sans MS" panose="030F0702030302020204" pitchFamily="66" charset="0"/>
              </a:rPr>
              <a:t>Deadlock can be avoided by ensuring that a wait-for cycle cannot exist. </a:t>
            </a:r>
            <a:r>
              <a:rPr lang="en-GB" altLang="en-US" sz="2400" b="1" i="1">
                <a:solidFill>
                  <a:srgbClr val="CC3300"/>
                </a:solidFill>
                <a:latin typeface="Comic Sans MS" panose="030F0702030302020204" pitchFamily="66" charset="0"/>
              </a:rPr>
              <a:t>How?</a:t>
            </a:r>
            <a:endParaRPr lang="en-GB" altLang="en-US" sz="2400" b="1">
              <a:solidFill>
                <a:srgbClr val="CC3300"/>
              </a:solidFill>
              <a:latin typeface="Comic Sans MS" panose="030F0702030302020204" pitchFamily="66" charset="0"/>
            </a:endParaRPr>
          </a:p>
        </p:txBody>
      </p:sp>
      <p:sp>
        <p:nvSpPr>
          <p:cNvPr id="59396" name="Text Box 6"/>
          <p:cNvSpPr txBox="1">
            <a:spLocks noChangeArrowheads="1"/>
          </p:cNvSpPr>
          <p:nvPr/>
        </p:nvSpPr>
        <p:spPr bwMode="auto">
          <a:xfrm>
            <a:off x="2318579" y="2802629"/>
            <a:ext cx="8550275" cy="2616101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sz="2400" dirty="0">
                <a:latin typeface="Comic Sans MS" panose="030F0702030302020204" pitchFamily="66" charset="0"/>
              </a:rPr>
              <a:t>Introduce an </a:t>
            </a:r>
            <a:r>
              <a:rPr lang="en-GB" altLang="en-US" sz="2400" i="1" dirty="0">
                <a:latin typeface="Comic Sans MS" panose="030F0702030302020204" pitchFamily="66" charset="0"/>
              </a:rPr>
              <a:t>asymmetry</a:t>
            </a:r>
            <a:r>
              <a:rPr lang="en-GB" altLang="en-US" sz="2400" dirty="0">
                <a:latin typeface="Comic Sans MS" panose="030F0702030302020204" pitchFamily="66" charset="0"/>
              </a:rPr>
              <a:t> into our definition of philosophers.</a:t>
            </a:r>
          </a:p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sz="2400" dirty="0">
                <a:latin typeface="Comic Sans MS" panose="030F0702030302020204" pitchFamily="66" charset="0"/>
              </a:rPr>
              <a:t>Use the identity I of a philosopher to make </a:t>
            </a:r>
            <a:r>
              <a:rPr lang="en-GB" altLang="en-US" sz="2400" dirty="0">
                <a:solidFill>
                  <a:schemeClr val="accent2"/>
                </a:solidFill>
                <a:latin typeface="Comic Sans MS" panose="030F0702030302020204" pitchFamily="66" charset="0"/>
              </a:rPr>
              <a:t>even</a:t>
            </a:r>
            <a:r>
              <a:rPr lang="en-GB" altLang="en-US" sz="2400" dirty="0">
                <a:latin typeface="Comic Sans MS" panose="030F0702030302020204" pitchFamily="66" charset="0"/>
              </a:rPr>
              <a:t> numbered philosophers get their </a:t>
            </a:r>
            <a:r>
              <a:rPr lang="en-GB" altLang="en-US" sz="2400" dirty="0">
                <a:solidFill>
                  <a:schemeClr val="accent2"/>
                </a:solidFill>
                <a:latin typeface="Comic Sans MS" panose="030F0702030302020204" pitchFamily="66" charset="0"/>
              </a:rPr>
              <a:t>left</a:t>
            </a:r>
            <a:r>
              <a:rPr lang="en-GB" altLang="en-US" sz="2400" dirty="0">
                <a:latin typeface="Comic Sans MS" panose="030F0702030302020204" pitchFamily="66" charset="0"/>
              </a:rPr>
              <a:t> forks first, </a:t>
            </a:r>
            <a:r>
              <a:rPr lang="en-GB" altLang="en-US" sz="2400" dirty="0">
                <a:solidFill>
                  <a:srgbClr val="CC3300"/>
                </a:solidFill>
                <a:latin typeface="Comic Sans MS" panose="030F0702030302020204" pitchFamily="66" charset="0"/>
              </a:rPr>
              <a:t>odd</a:t>
            </a:r>
            <a:r>
              <a:rPr lang="en-GB" altLang="en-US" sz="2400" dirty="0">
                <a:latin typeface="Comic Sans MS" panose="030F0702030302020204" pitchFamily="66" charset="0"/>
              </a:rPr>
              <a:t> their </a:t>
            </a:r>
            <a:r>
              <a:rPr lang="en-GB" altLang="en-US" sz="2400" dirty="0">
                <a:solidFill>
                  <a:srgbClr val="CC3300"/>
                </a:solidFill>
                <a:latin typeface="Comic Sans MS" panose="030F0702030302020204" pitchFamily="66" charset="0"/>
              </a:rPr>
              <a:t>right </a:t>
            </a:r>
            <a:r>
              <a:rPr lang="en-GB" altLang="en-US" sz="2400" dirty="0">
                <a:latin typeface="Comic Sans MS" panose="030F0702030302020204" pitchFamily="66" charset="0"/>
              </a:rPr>
              <a:t>first.</a:t>
            </a:r>
          </a:p>
          <a:p>
            <a:pPr>
              <a:spcBef>
                <a:spcPct val="0"/>
              </a:spcBef>
              <a:spcAft>
                <a:spcPts val="1200"/>
              </a:spcAft>
              <a:buNone/>
            </a:pPr>
            <a:r>
              <a:rPr lang="en-GB" altLang="en-US" sz="2400" b="1" i="1" dirty="0">
                <a:solidFill>
                  <a:srgbClr val="CC3300"/>
                </a:solidFill>
                <a:latin typeface="Comic Sans MS" panose="030F0702030302020204" pitchFamily="66" charset="0"/>
              </a:rPr>
              <a:t>Other strategies?</a:t>
            </a:r>
          </a:p>
        </p:txBody>
      </p:sp>
    </p:spTree>
    <p:extLst>
      <p:ext uri="{BB962C8B-B14F-4D97-AF65-F5344CB8AC3E}">
        <p14:creationId xmlns:p14="http://schemas.microsoft.com/office/powerpoint/2010/main" val="2560316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D4A0-6388-F093-FC69-887650DC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E3561-1195-FD98-55CE-621842DA8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Resume at 3:45 p.m.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87249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Other strategies</a:t>
            </a:r>
          </a:p>
        </p:txBody>
      </p:sp>
      <p:sp>
        <p:nvSpPr>
          <p:cNvPr id="6144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a philosopher wants to eat, he/she checks both chopsticks. If they are free, then he/she eats. Otherwise, he/she waits on a condition variable. </a:t>
            </a:r>
          </a:p>
        </p:txBody>
      </p:sp>
      <p:pic>
        <p:nvPicPr>
          <p:cNvPr id="61444" name="Picture 2" descr="Image result for check left and right chopstick pl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664" y="3895726"/>
            <a:ext cx="3068637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5400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Other strategies</a:t>
            </a:r>
          </a:p>
        </p:txBody>
      </p:sp>
      <p:sp>
        <p:nvSpPr>
          <p:cNvPr id="6246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Whenever a philosopher finishes eating, he/she checks to see if his neighbors want to eat and are waiting. If so, then he/she calls signal on their condition variables so that they can recheck the chopsticks and eat if possible.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And many more…..</a:t>
            </a:r>
          </a:p>
        </p:txBody>
      </p:sp>
    </p:spTree>
    <p:extLst>
      <p:ext uri="{BB962C8B-B14F-4D97-AF65-F5344CB8AC3E}">
        <p14:creationId xmlns:p14="http://schemas.microsoft.com/office/powerpoint/2010/main" val="4071484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 noChangeArrowheads="1"/>
          </p:cNvSpPr>
          <p:nvPr>
            <p:ph type="title"/>
          </p:nvPr>
        </p:nvSpPr>
        <p:spPr>
          <a:xfrm>
            <a:off x="2084388" y="1"/>
            <a:ext cx="7042150" cy="957263"/>
          </a:xfrm>
        </p:spPr>
        <p:txBody>
          <a:bodyPr/>
          <a:lstStyle/>
          <a:p>
            <a:pPr eaLnBrk="1" hangingPunct="1"/>
            <a:r>
              <a:rPr lang="en-US" altLang="en-US" b="1"/>
              <a:t>Summary</a:t>
            </a: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1524000" y="752476"/>
            <a:ext cx="8343900" cy="581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en-GB" altLang="en-US" sz="2000">
                <a:latin typeface="Comic Sans MS" panose="030F0702030302020204" pitchFamily="66" charset="0"/>
              </a:rPr>
              <a:t>Concepts</a:t>
            </a:r>
          </a:p>
          <a:p>
            <a:pPr lvl="1">
              <a:lnSpc>
                <a:spcPct val="130000"/>
              </a:lnSpc>
            </a:pPr>
            <a:r>
              <a:rPr lang="en-GB" altLang="en-US" sz="2000" b="1">
                <a:solidFill>
                  <a:schemeClr val="accent2"/>
                </a:solidFill>
                <a:latin typeface="Comic Sans MS" panose="030F0702030302020204" pitchFamily="66" charset="0"/>
              </a:rPr>
              <a:t>deadlock</a:t>
            </a:r>
            <a:r>
              <a:rPr lang="en-GB" altLang="en-US" sz="2000" b="1">
                <a:latin typeface="Comic Sans MS" panose="030F0702030302020204" pitchFamily="66" charset="0"/>
              </a:rPr>
              <a:t>: no further progress</a:t>
            </a:r>
          </a:p>
          <a:p>
            <a:pPr lvl="1">
              <a:lnSpc>
                <a:spcPct val="130000"/>
              </a:lnSpc>
            </a:pPr>
            <a:r>
              <a:rPr lang="en-GB" altLang="en-US" sz="2000" b="1">
                <a:latin typeface="Comic Sans MS" panose="030F0702030302020204" pitchFamily="66" charset="0"/>
              </a:rPr>
              <a:t>four necessary and sufficient conditions:</a:t>
            </a:r>
          </a:p>
          <a:p>
            <a:pPr lvl="2">
              <a:lnSpc>
                <a:spcPct val="130000"/>
              </a:lnSpc>
            </a:pPr>
            <a:r>
              <a:rPr lang="en-GB" altLang="en-US" sz="2000" b="1">
                <a:latin typeface="Comic Sans MS" panose="030F0702030302020204" pitchFamily="66" charset="0"/>
              </a:rPr>
              <a:t> serially reusable resources</a:t>
            </a:r>
          </a:p>
          <a:p>
            <a:pPr lvl="2">
              <a:lnSpc>
                <a:spcPct val="130000"/>
              </a:lnSpc>
            </a:pPr>
            <a:r>
              <a:rPr lang="en-GB" altLang="en-US" sz="2000" b="1">
                <a:latin typeface="Comic Sans MS" panose="030F0702030302020204" pitchFamily="66" charset="0"/>
              </a:rPr>
              <a:t> incremental acquisition</a:t>
            </a:r>
          </a:p>
          <a:p>
            <a:pPr lvl="2">
              <a:lnSpc>
                <a:spcPct val="130000"/>
              </a:lnSpc>
            </a:pPr>
            <a:r>
              <a:rPr lang="en-GB" altLang="en-US" sz="2000" b="1">
                <a:latin typeface="Comic Sans MS" panose="030F0702030302020204" pitchFamily="66" charset="0"/>
              </a:rPr>
              <a:t> no pre-emption</a:t>
            </a:r>
          </a:p>
          <a:p>
            <a:pPr lvl="2">
              <a:lnSpc>
                <a:spcPct val="130000"/>
              </a:lnSpc>
            </a:pPr>
            <a:r>
              <a:rPr lang="en-GB" altLang="en-US" sz="2000" b="1">
                <a:latin typeface="Comic Sans MS" panose="030F0702030302020204" pitchFamily="66" charset="0"/>
              </a:rPr>
              <a:t> wait-for cycle</a:t>
            </a:r>
          </a:p>
          <a:p>
            <a:pPr>
              <a:lnSpc>
                <a:spcPct val="130000"/>
              </a:lnSpc>
            </a:pPr>
            <a:r>
              <a:rPr lang="en-GB" altLang="en-US" sz="2000">
                <a:latin typeface="Comic Sans MS" panose="030F0702030302020204" pitchFamily="66" charset="0"/>
              </a:rPr>
              <a:t>Practice</a:t>
            </a:r>
            <a:endParaRPr lang="en-GB" altLang="en-US" sz="2000" b="1">
              <a:latin typeface="Comic Sans MS" panose="030F0702030302020204" pitchFamily="66" charset="0"/>
            </a:endParaRPr>
          </a:p>
          <a:p>
            <a:pPr lvl="1">
              <a:lnSpc>
                <a:spcPct val="110000"/>
              </a:lnSpc>
            </a:pPr>
            <a:r>
              <a:rPr lang="en-GB" altLang="en-US" sz="2000" b="1">
                <a:latin typeface="Comic Sans MS" panose="030F0702030302020204" pitchFamily="66" charset="0"/>
              </a:rPr>
              <a:t>blocked threads</a:t>
            </a:r>
          </a:p>
        </p:txBody>
      </p:sp>
    </p:spTree>
    <p:extLst>
      <p:ext uri="{BB962C8B-B14F-4D97-AF65-F5344CB8AC3E}">
        <p14:creationId xmlns:p14="http://schemas.microsoft.com/office/powerpoint/2010/main" val="2117600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it yourself!</a:t>
            </a:r>
          </a:p>
        </p:txBody>
      </p:sp>
      <p:sp>
        <p:nvSpPr>
          <p:cNvPr id="3" name="Rectangle 2"/>
          <p:cNvSpPr/>
          <p:nvPr/>
        </p:nvSpPr>
        <p:spPr>
          <a:xfrm>
            <a:off x="1698172" y="1228952"/>
            <a:ext cx="8969828" cy="537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Download the Dining Philosophers problem and scrutinize the solution given. 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should understand the following: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71550" lvl="1" indent="-5143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romanLcPeriod"/>
              <a:tabLst>
                <a:tab pos="685800" algn="l"/>
              </a:tabLs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problem – from a programming point of view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71550" lvl="1" indent="-51435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romanLcPeriod"/>
              <a:tabLst>
                <a:tab pos="685800" algn="l"/>
              </a:tabLs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solution – from a programming point of view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 1: 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the identity I of a philosopher to make even numbered philosophers get their left fork first, odd their right first.</a:t>
            </a: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Solution 2: To be shown in the Lab session</a:t>
            </a:r>
            <a:endParaRPr lang="en-US" sz="3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Propose and implement another solution for this problem.</a:t>
            </a:r>
            <a:endParaRPr lang="en-US" sz="32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408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CDD3-E75F-42C5-8D90-9D54E901C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7B286-FF1F-4750-96F8-A100F29BB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Friday 1</a:t>
            </a:r>
            <a:r>
              <a:rPr lang="en-US" baseline="30000" dirty="0"/>
              <a:t>st</a:t>
            </a:r>
            <a:r>
              <a:rPr lang="en-US" dirty="0"/>
              <a:t> October 2021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4A4EE-337F-4E81-B7CD-24847178A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7150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281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3"/>
          <p:cNvSpPr txBox="1">
            <a:spLocks noChangeArrowheads="1"/>
          </p:cNvSpPr>
          <p:nvPr/>
        </p:nvSpPr>
        <p:spPr bwMode="auto">
          <a:xfrm>
            <a:off x="4659314" y="236539"/>
            <a:ext cx="29241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rgbClr val="003366"/>
                </a:solidFill>
              </a:rPr>
              <a:t>References</a:t>
            </a:r>
            <a:endParaRPr lang="en-US" altLang="en-US" sz="4000">
              <a:solidFill>
                <a:srgbClr val="003366"/>
              </a:solidFill>
            </a:endParaRPr>
          </a:p>
        </p:txBody>
      </p:sp>
      <p:sp>
        <p:nvSpPr>
          <p:cNvPr id="65539" name="Rectangle 4"/>
          <p:cNvSpPr>
            <a:spLocks noChangeArrowheads="1"/>
          </p:cNvSpPr>
          <p:nvPr/>
        </p:nvSpPr>
        <p:spPr bwMode="auto">
          <a:xfrm>
            <a:off x="1774825" y="2262189"/>
            <a:ext cx="81661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/>
              <a:t>   Jeff M &amp; Jeff K, Concurrency – State Models &amp; Java Programming</a:t>
            </a:r>
            <a:r>
              <a:rPr lang="en-US" altLang="en-US" sz="36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8132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3892551" y="2882900"/>
            <a:ext cx="4568825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60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3049061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3"/>
          <p:cNvSpPr>
            <a:spLocks noGrp="1" noChangeArrowheads="1"/>
          </p:cNvSpPr>
          <p:nvPr>
            <p:ph type="title"/>
          </p:nvPr>
        </p:nvSpPr>
        <p:spPr>
          <a:xfrm>
            <a:off x="2847975" y="569139"/>
            <a:ext cx="5069016" cy="553998"/>
          </a:xfrm>
        </p:spPr>
        <p:txBody>
          <a:bodyPr wrap="none">
            <a:spAutoFit/>
          </a:bodyPr>
          <a:lstStyle/>
          <a:p>
            <a:r>
              <a:rPr lang="en-US" altLang="en-US" b="1" u="sng">
                <a:solidFill>
                  <a:srgbClr val="003366"/>
                </a:solidFill>
              </a:rPr>
              <a:t>What we will cover next</a:t>
            </a:r>
            <a:endParaRPr lang="en-US" altLang="en-US" u="sng">
              <a:solidFill>
                <a:srgbClr val="003366"/>
              </a:solidFill>
            </a:endParaRPr>
          </a:p>
        </p:txBody>
      </p:sp>
      <p:sp>
        <p:nvSpPr>
          <p:cNvPr id="6963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Safety</a:t>
            </a:r>
          </a:p>
        </p:txBody>
      </p:sp>
    </p:spTree>
    <p:extLst>
      <p:ext uri="{BB962C8B-B14F-4D97-AF65-F5344CB8AC3E}">
        <p14:creationId xmlns:p14="http://schemas.microsoft.com/office/powerpoint/2010/main" val="29395169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07519-8112-4B1F-BBC4-A1836176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6319E-9859-4B05-AB66-DB49C12F7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Semaphore API</a:t>
            </a:r>
          </a:p>
          <a:p>
            <a:r>
              <a:rPr lang="en-US" dirty="0"/>
              <a:t>MS Forms answers	</a:t>
            </a:r>
          </a:p>
        </p:txBody>
      </p:sp>
    </p:spTree>
    <p:extLst>
      <p:ext uri="{BB962C8B-B14F-4D97-AF65-F5344CB8AC3E}">
        <p14:creationId xmlns:p14="http://schemas.microsoft.com/office/powerpoint/2010/main" val="957793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CBA4-0C43-4AEB-A8BC-E27CDBD9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EF82D-D0F8-4BB1-8CFE-44E772EC8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7263D-9651-4C6B-AB4A-045D3B302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7150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50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0389-D573-4214-A521-5CCEAA8E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775" y="274638"/>
            <a:ext cx="7042150" cy="1143000"/>
          </a:xfrm>
        </p:spPr>
        <p:txBody>
          <a:bodyPr wrap="square" anchor="ctr">
            <a:normAutofit/>
          </a:bodyPr>
          <a:lstStyle/>
          <a:p>
            <a:r>
              <a:rPr lang="en-US" b="1" i="0">
                <a:effectLst/>
              </a:rPr>
              <a:t>BlockingQueue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C00EA1-B764-4095-A619-224F6629570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011363" y="1697038"/>
            <a:ext cx="4038600" cy="4525962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A 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BlockingQueue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 is typically used to have one thread produce objects, which another thread consumes. 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dirty="0"/>
          </a:p>
          <a:p>
            <a:pPr marL="0" inden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This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blockingqueue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has 6 spaces.</a:t>
            </a:r>
          </a:p>
        </p:txBody>
      </p:sp>
      <p:pic>
        <p:nvPicPr>
          <p:cNvPr id="1026" name="Picture 2" descr="A BlockingQueue with one thread putting into it, and another thread taking from it.">
            <a:extLst>
              <a:ext uri="{FF2B5EF4-FFF2-40B4-BE49-F238E27FC236}">
                <a16:creationId xmlns:a16="http://schemas.microsoft.com/office/drawing/2014/main" id="{0BA15588-D334-4222-BDFE-13A29D504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02363" y="3189094"/>
            <a:ext cx="4038600" cy="1541851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071400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DAF0B-5CC6-4303-B38A-2B794779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60C63-9557-46D9-B392-01EA22606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Prepare Java IDE</a:t>
            </a:r>
          </a:p>
          <a:p>
            <a:pPr lvl="1"/>
            <a:r>
              <a:rPr lang="en-US" dirty="0"/>
              <a:t>NetBeans</a:t>
            </a:r>
          </a:p>
          <a:p>
            <a:pPr lvl="1"/>
            <a:r>
              <a:rPr lang="en-US" dirty="0"/>
              <a:t>Eclipse</a:t>
            </a:r>
          </a:p>
          <a:p>
            <a:pPr lvl="1"/>
            <a:r>
              <a:rPr lang="en-US" dirty="0"/>
              <a:t>Etc.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223114"/>
      </p:ext>
    </p:extLst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D3909F-E191-4C23-B23C-BA46B5ADDDA2}">
  <ds:schemaRefs>
    <ds:schemaRef ds:uri="http://purl.org/dc/elements/1.1/"/>
    <ds:schemaRef ds:uri="d2981e9c-0c44-4237-a41f-50944ddb2e5d"/>
    <ds:schemaRef ds:uri="http://schemas.microsoft.com/office/2006/metadata/properties"/>
    <ds:schemaRef ds:uri="c0f90a4e-2534-4174-991f-0eb794d5b859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</TotalTime>
  <Pages>11</Pages>
  <Words>1649</Words>
  <Application>Microsoft Office PowerPoint</Application>
  <PresentationFormat>Widescreen</PresentationFormat>
  <Paragraphs>209</Paragraphs>
  <Slides>37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9" baseType="lpstr">
      <vt:lpstr>Arial</vt:lpstr>
      <vt:lpstr>Calibri</vt:lpstr>
      <vt:lpstr>Century Gothic</vt:lpstr>
      <vt:lpstr>Comic Sans MS</vt:lpstr>
      <vt:lpstr>Courier New</vt:lpstr>
      <vt:lpstr>Impact</vt:lpstr>
      <vt:lpstr>Montserrat</vt:lpstr>
      <vt:lpstr>PT Sans</vt:lpstr>
      <vt:lpstr>Symbol</vt:lpstr>
      <vt:lpstr>Times New Roman</vt:lpstr>
      <vt:lpstr>UCTI-Template-foundation-level</vt:lpstr>
      <vt:lpstr>Drawing</vt:lpstr>
      <vt:lpstr>Deadlock</vt:lpstr>
      <vt:lpstr>Topic &amp; Structure of The Lesson</vt:lpstr>
      <vt:lpstr>PowerPoint Presentation</vt:lpstr>
      <vt:lpstr>Key Terms You Must Be Able To Use</vt:lpstr>
      <vt:lpstr>Deadlock</vt:lpstr>
      <vt:lpstr>Starvation-freedom</vt:lpstr>
      <vt:lpstr>Deadlock-freedom</vt:lpstr>
      <vt:lpstr>Deadlock: four necessary and sufficient conditions</vt:lpstr>
      <vt:lpstr>Deadlock: four necessary and sufficient conditions</vt:lpstr>
      <vt:lpstr>Wait-for cycle</vt:lpstr>
      <vt:lpstr>In Class Discussion</vt:lpstr>
      <vt:lpstr>Deadlock analysis – Case Study (Printer-Scanner Problem)</vt:lpstr>
      <vt:lpstr>Deadlock analysis – Case Study</vt:lpstr>
      <vt:lpstr>Dining Philosophers Problem</vt:lpstr>
      <vt:lpstr>PowerPoint Presentation</vt:lpstr>
      <vt:lpstr>Dining Philosophers - model analysis</vt:lpstr>
      <vt:lpstr>Dining Philosophers</vt:lpstr>
      <vt:lpstr>Dining Philosophers - implementation in Java</vt:lpstr>
      <vt:lpstr>Dining Philosophers - implementation in Java</vt:lpstr>
      <vt:lpstr>Dining Philosophers - Fork monitor</vt:lpstr>
      <vt:lpstr>Dining Philosophers - Philosopher implementation</vt:lpstr>
      <vt:lpstr>Dining Philosophers - implementation in Java</vt:lpstr>
      <vt:lpstr>Dining Philosophers</vt:lpstr>
      <vt:lpstr>Deadlock-free Philosophers</vt:lpstr>
      <vt:lpstr>PowerPoint Presentation</vt:lpstr>
      <vt:lpstr>Other strategies</vt:lpstr>
      <vt:lpstr>Other strategies</vt:lpstr>
      <vt:lpstr>Summary</vt:lpstr>
      <vt:lpstr>Do it yourself!</vt:lpstr>
      <vt:lpstr>Assignment Part 1</vt:lpstr>
      <vt:lpstr>PowerPoint Presentation</vt:lpstr>
      <vt:lpstr>PowerPoint Presentation</vt:lpstr>
      <vt:lpstr>What we will cover next</vt:lpstr>
      <vt:lpstr>Lab</vt:lpstr>
      <vt:lpstr>PowerPoint Presentation</vt:lpstr>
      <vt:lpstr>BlockingQueue</vt:lpstr>
      <vt:lpstr>Lab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Zailan Arabee Abdul Salam</cp:lastModifiedBy>
  <cp:revision>330</cp:revision>
  <cp:lastPrinted>2023-02-03T03:07:34Z</cp:lastPrinted>
  <dcterms:created xsi:type="dcterms:W3CDTF">2005-08-02T10:18:20Z</dcterms:created>
  <dcterms:modified xsi:type="dcterms:W3CDTF">2023-11-06T05:00:09Z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