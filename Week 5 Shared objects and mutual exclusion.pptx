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44"/>
  </p:notesMasterIdLst>
  <p:handoutMasterIdLst>
    <p:handoutMasterId r:id="rId45"/>
  </p:handoutMasterIdLst>
  <p:sldIdLst>
    <p:sldId id="318" r:id="rId5"/>
    <p:sldId id="440" r:id="rId6"/>
    <p:sldId id="437" r:id="rId7"/>
    <p:sldId id="435" r:id="rId8"/>
    <p:sldId id="384" r:id="rId9"/>
    <p:sldId id="385" r:id="rId10"/>
    <p:sldId id="386" r:id="rId11"/>
    <p:sldId id="387" r:id="rId12"/>
    <p:sldId id="388" r:id="rId13"/>
    <p:sldId id="389" r:id="rId14"/>
    <p:sldId id="390" r:id="rId15"/>
    <p:sldId id="391" r:id="rId16"/>
    <p:sldId id="392" r:id="rId17"/>
    <p:sldId id="393" r:id="rId18"/>
    <p:sldId id="394" r:id="rId19"/>
    <p:sldId id="395" r:id="rId20"/>
    <p:sldId id="396" r:id="rId21"/>
    <p:sldId id="397" r:id="rId22"/>
    <p:sldId id="398" r:id="rId23"/>
    <p:sldId id="399" r:id="rId24"/>
    <p:sldId id="400" r:id="rId25"/>
    <p:sldId id="401" r:id="rId26"/>
    <p:sldId id="402" r:id="rId27"/>
    <p:sldId id="444" r:id="rId28"/>
    <p:sldId id="445" r:id="rId29"/>
    <p:sldId id="446" r:id="rId30"/>
    <p:sldId id="403" r:id="rId31"/>
    <p:sldId id="404" r:id="rId32"/>
    <p:sldId id="448" r:id="rId33"/>
    <p:sldId id="430" r:id="rId34"/>
    <p:sldId id="436" r:id="rId35"/>
    <p:sldId id="449" r:id="rId36"/>
    <p:sldId id="450" r:id="rId37"/>
    <p:sldId id="432" r:id="rId38"/>
    <p:sldId id="434" r:id="rId39"/>
    <p:sldId id="441" r:id="rId40"/>
    <p:sldId id="443" r:id="rId41"/>
    <p:sldId id="433" r:id="rId42"/>
    <p:sldId id="442" r:id="rId43"/>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318"/>
            <p14:sldId id="440"/>
            <p14:sldId id="437"/>
            <p14:sldId id="435"/>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44"/>
            <p14:sldId id="445"/>
            <p14:sldId id="446"/>
            <p14:sldId id="403"/>
            <p14:sldId id="404"/>
            <p14:sldId id="448"/>
            <p14:sldId id="430"/>
            <p14:sldId id="436"/>
            <p14:sldId id="449"/>
            <p14:sldId id="450"/>
            <p14:sldId id="432"/>
            <p14:sldId id="434"/>
            <p14:sldId id="441"/>
            <p14:sldId id="443"/>
            <p14:sldId id="433"/>
            <p14:sldId id="44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37630-7F31-42CB-A75B-0E1898EBEE4C}" v="1" dt="2023-11-06T04:57:28.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279" autoAdjust="0"/>
    <p:restoredTop sz="94249" autoAdjust="0"/>
  </p:normalViewPr>
  <p:slideViewPr>
    <p:cSldViewPr snapToGrid="0">
      <p:cViewPr varScale="1">
        <p:scale>
          <a:sx n="109" d="100"/>
          <a:sy n="109" d="100"/>
        </p:scale>
        <p:origin x="654" y="96"/>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6288"/>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lan Arabee Abdul Salam" userId="5bc04053-34d1-46af-a9d4-ff754460ad4b" providerId="ADAL" clId="{76D53FD3-137B-42A7-8814-A5128FB68CB9}"/>
    <pc:docChg chg="addSld delSld modSld modSection">
      <pc:chgData name="Zailan Arabee Abdul Salam" userId="5bc04053-34d1-46af-a9d4-ff754460ad4b" providerId="ADAL" clId="{76D53FD3-137B-42A7-8814-A5128FB68CB9}" dt="2023-10-30T03:24:22.666" v="2" actId="47"/>
      <pc:docMkLst>
        <pc:docMk/>
      </pc:docMkLst>
      <pc:sldChg chg="add">
        <pc:chgData name="Zailan Arabee Abdul Salam" userId="5bc04053-34d1-46af-a9d4-ff754460ad4b" providerId="ADAL" clId="{76D53FD3-137B-42A7-8814-A5128FB68CB9}" dt="2023-10-30T03:23:50.545" v="0"/>
        <pc:sldMkLst>
          <pc:docMk/>
          <pc:sldMk cId="0" sldId="257"/>
        </pc:sldMkLst>
      </pc:sldChg>
      <pc:sldChg chg="del">
        <pc:chgData name="Zailan Arabee Abdul Salam" userId="5bc04053-34d1-46af-a9d4-ff754460ad4b" providerId="ADAL" clId="{76D53FD3-137B-42A7-8814-A5128FB68CB9}" dt="2023-10-30T03:24:22.666" v="2" actId="47"/>
        <pc:sldMkLst>
          <pc:docMk/>
          <pc:sldMk cId="0" sldId="264"/>
        </pc:sldMkLst>
      </pc:sldChg>
      <pc:sldChg chg="del">
        <pc:chgData name="Zailan Arabee Abdul Salam" userId="5bc04053-34d1-46af-a9d4-ff754460ad4b" providerId="ADAL" clId="{76D53FD3-137B-42A7-8814-A5128FB68CB9}" dt="2023-10-30T03:24:22.666" v="2" actId="47"/>
        <pc:sldMkLst>
          <pc:docMk/>
          <pc:sldMk cId="0" sldId="265"/>
        </pc:sldMkLst>
      </pc:sldChg>
      <pc:sldChg chg="del">
        <pc:chgData name="Zailan Arabee Abdul Salam" userId="5bc04053-34d1-46af-a9d4-ff754460ad4b" providerId="ADAL" clId="{76D53FD3-137B-42A7-8814-A5128FB68CB9}" dt="2023-10-30T03:24:22.666" v="2" actId="47"/>
        <pc:sldMkLst>
          <pc:docMk/>
          <pc:sldMk cId="0" sldId="266"/>
        </pc:sldMkLst>
      </pc:sldChg>
      <pc:sldChg chg="del">
        <pc:chgData name="Zailan Arabee Abdul Salam" userId="5bc04053-34d1-46af-a9d4-ff754460ad4b" providerId="ADAL" clId="{76D53FD3-137B-42A7-8814-A5128FB68CB9}" dt="2023-10-30T03:24:22.666" v="2" actId="47"/>
        <pc:sldMkLst>
          <pc:docMk/>
          <pc:sldMk cId="0" sldId="267"/>
        </pc:sldMkLst>
      </pc:sldChg>
      <pc:sldChg chg="del">
        <pc:chgData name="Zailan Arabee Abdul Salam" userId="5bc04053-34d1-46af-a9d4-ff754460ad4b" providerId="ADAL" clId="{76D53FD3-137B-42A7-8814-A5128FB68CB9}" dt="2023-10-30T03:24:22.666" v="2" actId="47"/>
        <pc:sldMkLst>
          <pc:docMk/>
          <pc:sldMk cId="0" sldId="268"/>
        </pc:sldMkLst>
      </pc:sldChg>
      <pc:sldChg chg="del">
        <pc:chgData name="Zailan Arabee Abdul Salam" userId="5bc04053-34d1-46af-a9d4-ff754460ad4b" providerId="ADAL" clId="{76D53FD3-137B-42A7-8814-A5128FB68CB9}" dt="2023-10-30T03:24:22.666" v="2" actId="47"/>
        <pc:sldMkLst>
          <pc:docMk/>
          <pc:sldMk cId="0" sldId="269"/>
        </pc:sldMkLst>
      </pc:sldChg>
      <pc:sldChg chg="del">
        <pc:chgData name="Zailan Arabee Abdul Salam" userId="5bc04053-34d1-46af-a9d4-ff754460ad4b" providerId="ADAL" clId="{76D53FD3-137B-42A7-8814-A5128FB68CB9}" dt="2023-10-30T03:24:22.666" v="2" actId="47"/>
        <pc:sldMkLst>
          <pc:docMk/>
          <pc:sldMk cId="0" sldId="270"/>
        </pc:sldMkLst>
      </pc:sldChg>
      <pc:sldChg chg="del">
        <pc:chgData name="Zailan Arabee Abdul Salam" userId="5bc04053-34d1-46af-a9d4-ff754460ad4b" providerId="ADAL" clId="{76D53FD3-137B-42A7-8814-A5128FB68CB9}" dt="2023-10-30T03:24:22.666" v="2" actId="47"/>
        <pc:sldMkLst>
          <pc:docMk/>
          <pc:sldMk cId="4027869332" sldId="271"/>
        </pc:sldMkLst>
      </pc:sldChg>
      <pc:sldChg chg="del">
        <pc:chgData name="Zailan Arabee Abdul Salam" userId="5bc04053-34d1-46af-a9d4-ff754460ad4b" providerId="ADAL" clId="{76D53FD3-137B-42A7-8814-A5128FB68CB9}" dt="2023-10-30T03:24:22.666" v="2" actId="47"/>
        <pc:sldMkLst>
          <pc:docMk/>
          <pc:sldMk cId="0" sldId="272"/>
        </pc:sldMkLst>
      </pc:sldChg>
      <pc:sldChg chg="del">
        <pc:chgData name="Zailan Arabee Abdul Salam" userId="5bc04053-34d1-46af-a9d4-ff754460ad4b" providerId="ADAL" clId="{76D53FD3-137B-42A7-8814-A5128FB68CB9}" dt="2023-10-30T03:24:22.666" v="2" actId="47"/>
        <pc:sldMkLst>
          <pc:docMk/>
          <pc:sldMk cId="0" sldId="273"/>
        </pc:sldMkLst>
      </pc:sldChg>
      <pc:sldChg chg="del">
        <pc:chgData name="Zailan Arabee Abdul Salam" userId="5bc04053-34d1-46af-a9d4-ff754460ad4b" providerId="ADAL" clId="{76D53FD3-137B-42A7-8814-A5128FB68CB9}" dt="2023-10-30T03:24:22.666" v="2" actId="47"/>
        <pc:sldMkLst>
          <pc:docMk/>
          <pc:sldMk cId="0" sldId="274"/>
        </pc:sldMkLst>
      </pc:sldChg>
      <pc:sldChg chg="del">
        <pc:chgData name="Zailan Arabee Abdul Salam" userId="5bc04053-34d1-46af-a9d4-ff754460ad4b" providerId="ADAL" clId="{76D53FD3-137B-42A7-8814-A5128FB68CB9}" dt="2023-10-30T03:24:22.666" v="2" actId="47"/>
        <pc:sldMkLst>
          <pc:docMk/>
          <pc:sldMk cId="0" sldId="275"/>
        </pc:sldMkLst>
      </pc:sldChg>
      <pc:sldChg chg="del">
        <pc:chgData name="Zailan Arabee Abdul Salam" userId="5bc04053-34d1-46af-a9d4-ff754460ad4b" providerId="ADAL" clId="{76D53FD3-137B-42A7-8814-A5128FB68CB9}" dt="2023-10-30T03:24:22.666" v="2" actId="47"/>
        <pc:sldMkLst>
          <pc:docMk/>
          <pc:sldMk cId="0" sldId="276"/>
        </pc:sldMkLst>
      </pc:sldChg>
      <pc:sldChg chg="del">
        <pc:chgData name="Zailan Arabee Abdul Salam" userId="5bc04053-34d1-46af-a9d4-ff754460ad4b" providerId="ADAL" clId="{76D53FD3-137B-42A7-8814-A5128FB68CB9}" dt="2023-10-30T03:24:22.666" v="2" actId="47"/>
        <pc:sldMkLst>
          <pc:docMk/>
          <pc:sldMk cId="0" sldId="277"/>
        </pc:sldMkLst>
      </pc:sldChg>
      <pc:sldChg chg="del">
        <pc:chgData name="Zailan Arabee Abdul Salam" userId="5bc04053-34d1-46af-a9d4-ff754460ad4b" providerId="ADAL" clId="{76D53FD3-137B-42A7-8814-A5128FB68CB9}" dt="2023-10-30T03:24:22.666" v="2" actId="47"/>
        <pc:sldMkLst>
          <pc:docMk/>
          <pc:sldMk cId="0" sldId="278"/>
        </pc:sldMkLst>
      </pc:sldChg>
      <pc:sldChg chg="del">
        <pc:chgData name="Zailan Arabee Abdul Salam" userId="5bc04053-34d1-46af-a9d4-ff754460ad4b" providerId="ADAL" clId="{76D53FD3-137B-42A7-8814-A5128FB68CB9}" dt="2023-10-30T03:24:22.666" v="2" actId="47"/>
        <pc:sldMkLst>
          <pc:docMk/>
          <pc:sldMk cId="0" sldId="279"/>
        </pc:sldMkLst>
      </pc:sldChg>
      <pc:sldChg chg="del">
        <pc:chgData name="Zailan Arabee Abdul Salam" userId="5bc04053-34d1-46af-a9d4-ff754460ad4b" providerId="ADAL" clId="{76D53FD3-137B-42A7-8814-A5128FB68CB9}" dt="2023-10-30T03:24:22.666" v="2" actId="47"/>
        <pc:sldMkLst>
          <pc:docMk/>
          <pc:sldMk cId="3225035349" sldId="280"/>
        </pc:sldMkLst>
      </pc:sldChg>
      <pc:sldChg chg="del">
        <pc:chgData name="Zailan Arabee Abdul Salam" userId="5bc04053-34d1-46af-a9d4-ff754460ad4b" providerId="ADAL" clId="{76D53FD3-137B-42A7-8814-A5128FB68CB9}" dt="2023-10-30T03:24:22.666" v="2" actId="47"/>
        <pc:sldMkLst>
          <pc:docMk/>
          <pc:sldMk cId="2979819931" sldId="281"/>
        </pc:sldMkLst>
      </pc:sldChg>
      <pc:sldChg chg="del">
        <pc:chgData name="Zailan Arabee Abdul Salam" userId="5bc04053-34d1-46af-a9d4-ff754460ad4b" providerId="ADAL" clId="{76D53FD3-137B-42A7-8814-A5128FB68CB9}" dt="2023-10-30T03:24:22.666" v="2" actId="47"/>
        <pc:sldMkLst>
          <pc:docMk/>
          <pc:sldMk cId="0" sldId="282"/>
        </pc:sldMkLst>
      </pc:sldChg>
      <pc:sldChg chg="del">
        <pc:chgData name="Zailan Arabee Abdul Salam" userId="5bc04053-34d1-46af-a9d4-ff754460ad4b" providerId="ADAL" clId="{76D53FD3-137B-42A7-8814-A5128FB68CB9}" dt="2023-10-30T03:24:22.666" v="2" actId="47"/>
        <pc:sldMkLst>
          <pc:docMk/>
          <pc:sldMk cId="0" sldId="283"/>
        </pc:sldMkLst>
      </pc:sldChg>
      <pc:sldChg chg="del">
        <pc:chgData name="Zailan Arabee Abdul Salam" userId="5bc04053-34d1-46af-a9d4-ff754460ad4b" providerId="ADAL" clId="{76D53FD3-137B-42A7-8814-A5128FB68CB9}" dt="2023-10-30T03:24:22.666" v="2" actId="47"/>
        <pc:sldMkLst>
          <pc:docMk/>
          <pc:sldMk cId="2994277211" sldId="284"/>
        </pc:sldMkLst>
      </pc:sldChg>
      <pc:sldChg chg="del">
        <pc:chgData name="Zailan Arabee Abdul Salam" userId="5bc04053-34d1-46af-a9d4-ff754460ad4b" providerId="ADAL" clId="{76D53FD3-137B-42A7-8814-A5128FB68CB9}" dt="2023-10-30T03:24:22.666" v="2" actId="47"/>
        <pc:sldMkLst>
          <pc:docMk/>
          <pc:sldMk cId="894897432" sldId="285"/>
        </pc:sldMkLst>
      </pc:sldChg>
      <pc:sldChg chg="del">
        <pc:chgData name="Zailan Arabee Abdul Salam" userId="5bc04053-34d1-46af-a9d4-ff754460ad4b" providerId="ADAL" clId="{76D53FD3-137B-42A7-8814-A5128FB68CB9}" dt="2023-10-30T03:24:22.666" v="2" actId="47"/>
        <pc:sldMkLst>
          <pc:docMk/>
          <pc:sldMk cId="2083618775" sldId="286"/>
        </pc:sldMkLst>
      </pc:sldChg>
      <pc:sldChg chg="del">
        <pc:chgData name="Zailan Arabee Abdul Salam" userId="5bc04053-34d1-46af-a9d4-ff754460ad4b" providerId="ADAL" clId="{76D53FD3-137B-42A7-8814-A5128FB68CB9}" dt="2023-10-30T03:24:22.666" v="2" actId="47"/>
        <pc:sldMkLst>
          <pc:docMk/>
          <pc:sldMk cId="3831505793" sldId="287"/>
        </pc:sldMkLst>
      </pc:sldChg>
      <pc:sldChg chg="del">
        <pc:chgData name="Zailan Arabee Abdul Salam" userId="5bc04053-34d1-46af-a9d4-ff754460ad4b" providerId="ADAL" clId="{76D53FD3-137B-42A7-8814-A5128FB68CB9}" dt="2023-10-30T03:24:22.666" v="2" actId="47"/>
        <pc:sldMkLst>
          <pc:docMk/>
          <pc:sldMk cId="0" sldId="288"/>
        </pc:sldMkLst>
      </pc:sldChg>
      <pc:sldChg chg="del">
        <pc:chgData name="Zailan Arabee Abdul Salam" userId="5bc04053-34d1-46af-a9d4-ff754460ad4b" providerId="ADAL" clId="{76D53FD3-137B-42A7-8814-A5128FB68CB9}" dt="2023-10-30T03:24:22.666" v="2" actId="47"/>
        <pc:sldMkLst>
          <pc:docMk/>
          <pc:sldMk cId="1147883940" sldId="289"/>
        </pc:sldMkLst>
      </pc:sldChg>
      <pc:sldChg chg="del">
        <pc:chgData name="Zailan Arabee Abdul Salam" userId="5bc04053-34d1-46af-a9d4-ff754460ad4b" providerId="ADAL" clId="{76D53FD3-137B-42A7-8814-A5128FB68CB9}" dt="2023-10-30T03:24:22.666" v="2" actId="47"/>
        <pc:sldMkLst>
          <pc:docMk/>
          <pc:sldMk cId="1929223683" sldId="290"/>
        </pc:sldMkLst>
      </pc:sldChg>
      <pc:sldChg chg="del">
        <pc:chgData name="Zailan Arabee Abdul Salam" userId="5bc04053-34d1-46af-a9d4-ff754460ad4b" providerId="ADAL" clId="{76D53FD3-137B-42A7-8814-A5128FB68CB9}" dt="2023-10-30T03:24:22.666" v="2" actId="47"/>
        <pc:sldMkLst>
          <pc:docMk/>
          <pc:sldMk cId="0" sldId="291"/>
        </pc:sldMkLst>
      </pc:sldChg>
      <pc:sldChg chg="del">
        <pc:chgData name="Zailan Arabee Abdul Salam" userId="5bc04053-34d1-46af-a9d4-ff754460ad4b" providerId="ADAL" clId="{76D53FD3-137B-42A7-8814-A5128FB68CB9}" dt="2023-10-30T03:24:22.666" v="2" actId="47"/>
        <pc:sldMkLst>
          <pc:docMk/>
          <pc:sldMk cId="0" sldId="293"/>
        </pc:sldMkLst>
      </pc:sldChg>
      <pc:sldChg chg="del">
        <pc:chgData name="Zailan Arabee Abdul Salam" userId="5bc04053-34d1-46af-a9d4-ff754460ad4b" providerId="ADAL" clId="{76D53FD3-137B-42A7-8814-A5128FB68CB9}" dt="2023-10-30T03:24:22.666" v="2" actId="47"/>
        <pc:sldMkLst>
          <pc:docMk/>
          <pc:sldMk cId="14364869" sldId="294"/>
        </pc:sldMkLst>
      </pc:sldChg>
      <pc:sldChg chg="del">
        <pc:chgData name="Zailan Arabee Abdul Salam" userId="5bc04053-34d1-46af-a9d4-ff754460ad4b" providerId="ADAL" clId="{76D53FD3-137B-42A7-8814-A5128FB68CB9}" dt="2023-10-30T03:24:22.666" v="2" actId="47"/>
        <pc:sldMkLst>
          <pc:docMk/>
          <pc:sldMk cId="393804965" sldId="295"/>
        </pc:sldMkLst>
      </pc:sldChg>
      <pc:sldChg chg="del">
        <pc:chgData name="Zailan Arabee Abdul Salam" userId="5bc04053-34d1-46af-a9d4-ff754460ad4b" providerId="ADAL" clId="{76D53FD3-137B-42A7-8814-A5128FB68CB9}" dt="2023-10-30T03:24:22.666" v="2" actId="47"/>
        <pc:sldMkLst>
          <pc:docMk/>
          <pc:sldMk cId="4053078876" sldId="296"/>
        </pc:sldMkLst>
      </pc:sldChg>
      <pc:sldChg chg="del">
        <pc:chgData name="Zailan Arabee Abdul Salam" userId="5bc04053-34d1-46af-a9d4-ff754460ad4b" providerId="ADAL" clId="{76D53FD3-137B-42A7-8814-A5128FB68CB9}" dt="2023-10-30T03:24:22.666" v="2" actId="47"/>
        <pc:sldMkLst>
          <pc:docMk/>
          <pc:sldMk cId="3067589673" sldId="297"/>
        </pc:sldMkLst>
      </pc:sldChg>
      <pc:sldChg chg="del">
        <pc:chgData name="Zailan Arabee Abdul Salam" userId="5bc04053-34d1-46af-a9d4-ff754460ad4b" providerId="ADAL" clId="{76D53FD3-137B-42A7-8814-A5128FB68CB9}" dt="2023-10-30T03:24:22.666" v="2" actId="47"/>
        <pc:sldMkLst>
          <pc:docMk/>
          <pc:sldMk cId="0" sldId="298"/>
        </pc:sldMkLst>
      </pc:sldChg>
      <pc:sldChg chg="del">
        <pc:chgData name="Zailan Arabee Abdul Salam" userId="5bc04053-34d1-46af-a9d4-ff754460ad4b" providerId="ADAL" clId="{76D53FD3-137B-42A7-8814-A5128FB68CB9}" dt="2023-10-30T03:24:22.666" v="2" actId="47"/>
        <pc:sldMkLst>
          <pc:docMk/>
          <pc:sldMk cId="0" sldId="299"/>
        </pc:sldMkLst>
      </pc:sldChg>
      <pc:sldChg chg="del">
        <pc:chgData name="Zailan Arabee Abdul Salam" userId="5bc04053-34d1-46af-a9d4-ff754460ad4b" providerId="ADAL" clId="{76D53FD3-137B-42A7-8814-A5128FB68CB9}" dt="2023-10-30T03:24:22.666" v="2" actId="47"/>
        <pc:sldMkLst>
          <pc:docMk/>
          <pc:sldMk cId="0" sldId="300"/>
        </pc:sldMkLst>
      </pc:sldChg>
      <pc:sldChg chg="del">
        <pc:chgData name="Zailan Arabee Abdul Salam" userId="5bc04053-34d1-46af-a9d4-ff754460ad4b" providerId="ADAL" clId="{76D53FD3-137B-42A7-8814-A5128FB68CB9}" dt="2023-10-30T03:24:22.666" v="2" actId="47"/>
        <pc:sldMkLst>
          <pc:docMk/>
          <pc:sldMk cId="0" sldId="301"/>
        </pc:sldMkLst>
      </pc:sldChg>
      <pc:sldChg chg="del">
        <pc:chgData name="Zailan Arabee Abdul Salam" userId="5bc04053-34d1-46af-a9d4-ff754460ad4b" providerId="ADAL" clId="{76D53FD3-137B-42A7-8814-A5128FB68CB9}" dt="2023-10-30T03:24:22.666" v="2" actId="47"/>
        <pc:sldMkLst>
          <pc:docMk/>
          <pc:sldMk cId="0" sldId="302"/>
        </pc:sldMkLst>
      </pc:sldChg>
      <pc:sldChg chg="del">
        <pc:chgData name="Zailan Arabee Abdul Salam" userId="5bc04053-34d1-46af-a9d4-ff754460ad4b" providerId="ADAL" clId="{76D53FD3-137B-42A7-8814-A5128FB68CB9}" dt="2023-10-30T03:24:22.666" v="2" actId="47"/>
        <pc:sldMkLst>
          <pc:docMk/>
          <pc:sldMk cId="0" sldId="303"/>
        </pc:sldMkLst>
      </pc:sldChg>
      <pc:sldChg chg="add">
        <pc:chgData name="Zailan Arabee Abdul Salam" userId="5bc04053-34d1-46af-a9d4-ff754460ad4b" providerId="ADAL" clId="{76D53FD3-137B-42A7-8814-A5128FB68CB9}" dt="2023-10-30T03:23:50.545" v="0"/>
        <pc:sldMkLst>
          <pc:docMk/>
          <pc:sldMk cId="0" sldId="310"/>
        </pc:sldMkLst>
      </pc:sldChg>
      <pc:sldChg chg="del">
        <pc:chgData name="Zailan Arabee Abdul Salam" userId="5bc04053-34d1-46af-a9d4-ff754460ad4b" providerId="ADAL" clId="{76D53FD3-137B-42A7-8814-A5128FB68CB9}" dt="2023-10-30T03:24:22.666" v="2" actId="47"/>
        <pc:sldMkLst>
          <pc:docMk/>
          <pc:sldMk cId="0" sldId="311"/>
        </pc:sldMkLst>
      </pc:sldChg>
      <pc:sldChg chg="del">
        <pc:chgData name="Zailan Arabee Abdul Salam" userId="5bc04053-34d1-46af-a9d4-ff754460ad4b" providerId="ADAL" clId="{76D53FD3-137B-42A7-8814-A5128FB68CB9}" dt="2023-10-30T03:24:22.666" v="2" actId="47"/>
        <pc:sldMkLst>
          <pc:docMk/>
          <pc:sldMk cId="0" sldId="312"/>
        </pc:sldMkLst>
      </pc:sldChg>
      <pc:sldChg chg="add">
        <pc:chgData name="Zailan Arabee Abdul Salam" userId="5bc04053-34d1-46af-a9d4-ff754460ad4b" providerId="ADAL" clId="{76D53FD3-137B-42A7-8814-A5128FB68CB9}" dt="2023-10-30T03:23:50.545" v="0"/>
        <pc:sldMkLst>
          <pc:docMk/>
          <pc:sldMk cId="0" sldId="313"/>
        </pc:sldMkLst>
      </pc:sldChg>
      <pc:sldChg chg="add">
        <pc:chgData name="Zailan Arabee Abdul Salam" userId="5bc04053-34d1-46af-a9d4-ff754460ad4b" providerId="ADAL" clId="{76D53FD3-137B-42A7-8814-A5128FB68CB9}" dt="2023-10-30T03:23:50.545" v="0"/>
        <pc:sldMkLst>
          <pc:docMk/>
          <pc:sldMk cId="0" sldId="314"/>
        </pc:sldMkLst>
      </pc:sldChg>
      <pc:sldChg chg="del">
        <pc:chgData name="Zailan Arabee Abdul Salam" userId="5bc04053-34d1-46af-a9d4-ff754460ad4b" providerId="ADAL" clId="{76D53FD3-137B-42A7-8814-A5128FB68CB9}" dt="2023-10-30T03:24:22.666" v="2" actId="47"/>
        <pc:sldMkLst>
          <pc:docMk/>
          <pc:sldMk cId="0" sldId="315"/>
        </pc:sldMkLst>
      </pc:sldChg>
      <pc:sldChg chg="add">
        <pc:chgData name="Zailan Arabee Abdul Salam" userId="5bc04053-34d1-46af-a9d4-ff754460ad4b" providerId="ADAL" clId="{76D53FD3-137B-42A7-8814-A5128FB68CB9}" dt="2023-10-30T03:23:50.545" v="0"/>
        <pc:sldMkLst>
          <pc:docMk/>
          <pc:sldMk cId="0" sldId="316"/>
        </pc:sldMkLst>
      </pc:sldChg>
      <pc:sldChg chg="add">
        <pc:chgData name="Zailan Arabee Abdul Salam" userId="5bc04053-34d1-46af-a9d4-ff754460ad4b" providerId="ADAL" clId="{76D53FD3-137B-42A7-8814-A5128FB68CB9}" dt="2023-10-30T03:23:50.545" v="0"/>
        <pc:sldMkLst>
          <pc:docMk/>
          <pc:sldMk cId="0" sldId="317"/>
        </pc:sldMkLst>
      </pc:sldChg>
      <pc:sldChg chg="del">
        <pc:chgData name="Zailan Arabee Abdul Salam" userId="5bc04053-34d1-46af-a9d4-ff754460ad4b" providerId="ADAL" clId="{76D53FD3-137B-42A7-8814-A5128FB68CB9}" dt="2023-10-30T03:24:22.666" v="2" actId="47"/>
        <pc:sldMkLst>
          <pc:docMk/>
          <pc:sldMk cId="0" sldId="318"/>
        </pc:sldMkLst>
      </pc:sldChg>
      <pc:sldChg chg="del">
        <pc:chgData name="Zailan Arabee Abdul Salam" userId="5bc04053-34d1-46af-a9d4-ff754460ad4b" providerId="ADAL" clId="{76D53FD3-137B-42A7-8814-A5128FB68CB9}" dt="2023-10-30T03:24:22.666" v="2" actId="47"/>
        <pc:sldMkLst>
          <pc:docMk/>
          <pc:sldMk cId="0" sldId="319"/>
        </pc:sldMkLst>
      </pc:sldChg>
      <pc:sldChg chg="del">
        <pc:chgData name="Zailan Arabee Abdul Salam" userId="5bc04053-34d1-46af-a9d4-ff754460ad4b" providerId="ADAL" clId="{76D53FD3-137B-42A7-8814-A5128FB68CB9}" dt="2023-10-30T03:24:22.666" v="2" actId="47"/>
        <pc:sldMkLst>
          <pc:docMk/>
          <pc:sldMk cId="0" sldId="320"/>
        </pc:sldMkLst>
      </pc:sldChg>
      <pc:sldChg chg="del">
        <pc:chgData name="Zailan Arabee Abdul Salam" userId="5bc04053-34d1-46af-a9d4-ff754460ad4b" providerId="ADAL" clId="{76D53FD3-137B-42A7-8814-A5128FB68CB9}" dt="2023-10-30T03:24:22.666" v="2" actId="47"/>
        <pc:sldMkLst>
          <pc:docMk/>
          <pc:sldMk cId="0" sldId="321"/>
        </pc:sldMkLst>
      </pc:sldChg>
      <pc:sldChg chg="del">
        <pc:chgData name="Zailan Arabee Abdul Salam" userId="5bc04053-34d1-46af-a9d4-ff754460ad4b" providerId="ADAL" clId="{76D53FD3-137B-42A7-8814-A5128FB68CB9}" dt="2023-10-30T03:24:00.858" v="1" actId="47"/>
        <pc:sldMkLst>
          <pc:docMk/>
          <pc:sldMk cId="66905897" sldId="322"/>
        </pc:sldMkLst>
      </pc:sldChg>
      <pc:sldChg chg="del">
        <pc:chgData name="Zailan Arabee Abdul Salam" userId="5bc04053-34d1-46af-a9d4-ff754460ad4b" providerId="ADAL" clId="{76D53FD3-137B-42A7-8814-A5128FB68CB9}" dt="2023-10-30T03:24:22.666" v="2" actId="47"/>
        <pc:sldMkLst>
          <pc:docMk/>
          <pc:sldMk cId="2528312682" sldId="323"/>
        </pc:sldMkLst>
      </pc:sldChg>
      <pc:sldChg chg="del">
        <pc:chgData name="Zailan Arabee Abdul Salam" userId="5bc04053-34d1-46af-a9d4-ff754460ad4b" providerId="ADAL" clId="{76D53FD3-137B-42A7-8814-A5128FB68CB9}" dt="2023-10-30T03:24:22.666" v="2" actId="47"/>
        <pc:sldMkLst>
          <pc:docMk/>
          <pc:sldMk cId="0" sldId="324"/>
        </pc:sldMkLst>
      </pc:sldChg>
      <pc:sldChg chg="del">
        <pc:chgData name="Zailan Arabee Abdul Salam" userId="5bc04053-34d1-46af-a9d4-ff754460ad4b" providerId="ADAL" clId="{76D53FD3-137B-42A7-8814-A5128FB68CB9}" dt="2023-10-30T03:24:22.666" v="2" actId="47"/>
        <pc:sldMkLst>
          <pc:docMk/>
          <pc:sldMk cId="0" sldId="325"/>
        </pc:sldMkLst>
      </pc:sldChg>
      <pc:sldChg chg="del">
        <pc:chgData name="Zailan Arabee Abdul Salam" userId="5bc04053-34d1-46af-a9d4-ff754460ad4b" providerId="ADAL" clId="{76D53FD3-137B-42A7-8814-A5128FB68CB9}" dt="2023-10-30T03:24:22.666" v="2" actId="47"/>
        <pc:sldMkLst>
          <pc:docMk/>
          <pc:sldMk cId="0" sldId="326"/>
        </pc:sldMkLst>
      </pc:sldChg>
      <pc:sldChg chg="add">
        <pc:chgData name="Zailan Arabee Abdul Salam" userId="5bc04053-34d1-46af-a9d4-ff754460ad4b" providerId="ADAL" clId="{76D53FD3-137B-42A7-8814-A5128FB68CB9}" dt="2023-10-30T03:23:50.545" v="0"/>
        <pc:sldMkLst>
          <pc:docMk/>
          <pc:sldMk cId="2847682019" sldId="327"/>
        </pc:sldMkLst>
      </pc:sldChg>
      <pc:sldChg chg="add">
        <pc:chgData name="Zailan Arabee Abdul Salam" userId="5bc04053-34d1-46af-a9d4-ff754460ad4b" providerId="ADAL" clId="{76D53FD3-137B-42A7-8814-A5128FB68CB9}" dt="2023-10-30T03:23:50.545" v="0"/>
        <pc:sldMkLst>
          <pc:docMk/>
          <pc:sldMk cId="0" sldId="328"/>
        </pc:sldMkLst>
      </pc:sldChg>
      <pc:sldChg chg="del">
        <pc:chgData name="Zailan Arabee Abdul Salam" userId="5bc04053-34d1-46af-a9d4-ff754460ad4b" providerId="ADAL" clId="{76D53FD3-137B-42A7-8814-A5128FB68CB9}" dt="2023-10-30T03:24:22.666" v="2" actId="47"/>
        <pc:sldMkLst>
          <pc:docMk/>
          <pc:sldMk cId="0" sldId="329"/>
        </pc:sldMkLst>
      </pc:sldChg>
      <pc:sldChg chg="del">
        <pc:chgData name="Zailan Arabee Abdul Salam" userId="5bc04053-34d1-46af-a9d4-ff754460ad4b" providerId="ADAL" clId="{76D53FD3-137B-42A7-8814-A5128FB68CB9}" dt="2023-10-30T03:24:22.666" v="2" actId="47"/>
        <pc:sldMkLst>
          <pc:docMk/>
          <pc:sldMk cId="0" sldId="330"/>
        </pc:sldMkLst>
      </pc:sldChg>
      <pc:sldChg chg="del">
        <pc:chgData name="Zailan Arabee Abdul Salam" userId="5bc04053-34d1-46af-a9d4-ff754460ad4b" providerId="ADAL" clId="{76D53FD3-137B-42A7-8814-A5128FB68CB9}" dt="2023-10-30T03:24:22.666" v="2" actId="47"/>
        <pc:sldMkLst>
          <pc:docMk/>
          <pc:sldMk cId="0" sldId="331"/>
        </pc:sldMkLst>
      </pc:sldChg>
      <pc:sldChg chg="del">
        <pc:chgData name="Zailan Arabee Abdul Salam" userId="5bc04053-34d1-46af-a9d4-ff754460ad4b" providerId="ADAL" clId="{76D53FD3-137B-42A7-8814-A5128FB68CB9}" dt="2023-10-30T03:24:22.666" v="2" actId="47"/>
        <pc:sldMkLst>
          <pc:docMk/>
          <pc:sldMk cId="764497266" sldId="332"/>
        </pc:sldMkLst>
      </pc:sldChg>
      <pc:sldChg chg="del">
        <pc:chgData name="Zailan Arabee Abdul Salam" userId="5bc04053-34d1-46af-a9d4-ff754460ad4b" providerId="ADAL" clId="{76D53FD3-137B-42A7-8814-A5128FB68CB9}" dt="2023-10-30T03:24:22.666" v="2" actId="47"/>
        <pc:sldMkLst>
          <pc:docMk/>
          <pc:sldMk cId="0" sldId="333"/>
        </pc:sldMkLst>
      </pc:sldChg>
      <pc:sldChg chg="del">
        <pc:chgData name="Zailan Arabee Abdul Salam" userId="5bc04053-34d1-46af-a9d4-ff754460ad4b" providerId="ADAL" clId="{76D53FD3-137B-42A7-8814-A5128FB68CB9}" dt="2023-10-30T03:24:22.666" v="2" actId="47"/>
        <pc:sldMkLst>
          <pc:docMk/>
          <pc:sldMk cId="63747284" sldId="334"/>
        </pc:sldMkLst>
      </pc:sldChg>
      <pc:sldChg chg="add">
        <pc:chgData name="Zailan Arabee Abdul Salam" userId="5bc04053-34d1-46af-a9d4-ff754460ad4b" providerId="ADAL" clId="{76D53FD3-137B-42A7-8814-A5128FB68CB9}" dt="2023-10-30T03:23:50.545" v="0"/>
        <pc:sldMkLst>
          <pc:docMk/>
          <pc:sldMk cId="0" sldId="335"/>
        </pc:sldMkLst>
      </pc:sldChg>
      <pc:sldChg chg="add">
        <pc:chgData name="Zailan Arabee Abdul Salam" userId="5bc04053-34d1-46af-a9d4-ff754460ad4b" providerId="ADAL" clId="{76D53FD3-137B-42A7-8814-A5128FB68CB9}" dt="2023-10-30T03:23:50.545" v="0"/>
        <pc:sldMkLst>
          <pc:docMk/>
          <pc:sldMk cId="0" sldId="336"/>
        </pc:sldMkLst>
      </pc:sldChg>
      <pc:sldChg chg="add">
        <pc:chgData name="Zailan Arabee Abdul Salam" userId="5bc04053-34d1-46af-a9d4-ff754460ad4b" providerId="ADAL" clId="{76D53FD3-137B-42A7-8814-A5128FB68CB9}" dt="2023-10-30T03:23:50.545" v="0"/>
        <pc:sldMkLst>
          <pc:docMk/>
          <pc:sldMk cId="0" sldId="337"/>
        </pc:sldMkLst>
      </pc:sldChg>
      <pc:sldChg chg="add">
        <pc:chgData name="Zailan Arabee Abdul Salam" userId="5bc04053-34d1-46af-a9d4-ff754460ad4b" providerId="ADAL" clId="{76D53FD3-137B-42A7-8814-A5128FB68CB9}" dt="2023-10-30T03:23:50.545" v="0"/>
        <pc:sldMkLst>
          <pc:docMk/>
          <pc:sldMk cId="0" sldId="338"/>
        </pc:sldMkLst>
      </pc:sldChg>
      <pc:sldChg chg="add">
        <pc:chgData name="Zailan Arabee Abdul Salam" userId="5bc04053-34d1-46af-a9d4-ff754460ad4b" providerId="ADAL" clId="{76D53FD3-137B-42A7-8814-A5128FB68CB9}" dt="2023-10-30T03:23:50.545" v="0"/>
        <pc:sldMkLst>
          <pc:docMk/>
          <pc:sldMk cId="0" sldId="339"/>
        </pc:sldMkLst>
      </pc:sldChg>
      <pc:sldChg chg="add">
        <pc:chgData name="Zailan Arabee Abdul Salam" userId="5bc04053-34d1-46af-a9d4-ff754460ad4b" providerId="ADAL" clId="{76D53FD3-137B-42A7-8814-A5128FB68CB9}" dt="2023-10-30T03:23:50.545" v="0"/>
        <pc:sldMkLst>
          <pc:docMk/>
          <pc:sldMk cId="0" sldId="341"/>
        </pc:sldMkLst>
      </pc:sldChg>
      <pc:sldChg chg="add">
        <pc:chgData name="Zailan Arabee Abdul Salam" userId="5bc04053-34d1-46af-a9d4-ff754460ad4b" providerId="ADAL" clId="{76D53FD3-137B-42A7-8814-A5128FB68CB9}" dt="2023-10-30T03:23:50.545" v="0"/>
        <pc:sldMkLst>
          <pc:docMk/>
          <pc:sldMk cId="0" sldId="342"/>
        </pc:sldMkLst>
      </pc:sldChg>
      <pc:sldChg chg="add">
        <pc:chgData name="Zailan Arabee Abdul Salam" userId="5bc04053-34d1-46af-a9d4-ff754460ad4b" providerId="ADAL" clId="{76D53FD3-137B-42A7-8814-A5128FB68CB9}" dt="2023-10-30T03:23:50.545" v="0"/>
        <pc:sldMkLst>
          <pc:docMk/>
          <pc:sldMk cId="0" sldId="344"/>
        </pc:sldMkLst>
      </pc:sldChg>
      <pc:sldChg chg="add">
        <pc:chgData name="Zailan Arabee Abdul Salam" userId="5bc04053-34d1-46af-a9d4-ff754460ad4b" providerId="ADAL" clId="{76D53FD3-137B-42A7-8814-A5128FB68CB9}" dt="2023-10-30T03:23:50.545" v="0"/>
        <pc:sldMkLst>
          <pc:docMk/>
          <pc:sldMk cId="0" sldId="345"/>
        </pc:sldMkLst>
      </pc:sldChg>
      <pc:sldChg chg="add">
        <pc:chgData name="Zailan Arabee Abdul Salam" userId="5bc04053-34d1-46af-a9d4-ff754460ad4b" providerId="ADAL" clId="{76D53FD3-137B-42A7-8814-A5128FB68CB9}" dt="2023-10-30T03:23:50.545" v="0"/>
        <pc:sldMkLst>
          <pc:docMk/>
          <pc:sldMk cId="0" sldId="346"/>
        </pc:sldMkLst>
      </pc:sldChg>
      <pc:sldChg chg="del">
        <pc:chgData name="Zailan Arabee Abdul Salam" userId="5bc04053-34d1-46af-a9d4-ff754460ad4b" providerId="ADAL" clId="{76D53FD3-137B-42A7-8814-A5128FB68CB9}" dt="2023-10-30T03:24:22.666" v="2" actId="47"/>
        <pc:sldMkLst>
          <pc:docMk/>
          <pc:sldMk cId="2581059157" sldId="384"/>
        </pc:sldMkLst>
      </pc:sldChg>
      <pc:sldChg chg="del">
        <pc:chgData name="Zailan Arabee Abdul Salam" userId="5bc04053-34d1-46af-a9d4-ff754460ad4b" providerId="ADAL" clId="{76D53FD3-137B-42A7-8814-A5128FB68CB9}" dt="2023-10-30T03:24:22.666" v="2" actId="47"/>
        <pc:sldMkLst>
          <pc:docMk/>
          <pc:sldMk cId="1732822587" sldId="385"/>
        </pc:sldMkLst>
      </pc:sldChg>
      <pc:sldChg chg="del">
        <pc:chgData name="Zailan Arabee Abdul Salam" userId="5bc04053-34d1-46af-a9d4-ff754460ad4b" providerId="ADAL" clId="{76D53FD3-137B-42A7-8814-A5128FB68CB9}" dt="2023-10-30T03:24:22.666" v="2" actId="47"/>
        <pc:sldMkLst>
          <pc:docMk/>
          <pc:sldMk cId="1800784675" sldId="386"/>
        </pc:sldMkLst>
      </pc:sldChg>
      <pc:sldChg chg="del">
        <pc:chgData name="Zailan Arabee Abdul Salam" userId="5bc04053-34d1-46af-a9d4-ff754460ad4b" providerId="ADAL" clId="{76D53FD3-137B-42A7-8814-A5128FB68CB9}" dt="2023-10-30T03:24:22.666" v="2" actId="47"/>
        <pc:sldMkLst>
          <pc:docMk/>
          <pc:sldMk cId="509633848" sldId="387"/>
        </pc:sldMkLst>
      </pc:sldChg>
      <pc:sldChg chg="del">
        <pc:chgData name="Zailan Arabee Abdul Salam" userId="5bc04053-34d1-46af-a9d4-ff754460ad4b" providerId="ADAL" clId="{76D53FD3-137B-42A7-8814-A5128FB68CB9}" dt="2023-10-30T03:24:22.666" v="2" actId="47"/>
        <pc:sldMkLst>
          <pc:docMk/>
          <pc:sldMk cId="0" sldId="388"/>
        </pc:sldMkLst>
      </pc:sldChg>
      <pc:sldChg chg="del">
        <pc:chgData name="Zailan Arabee Abdul Salam" userId="5bc04053-34d1-46af-a9d4-ff754460ad4b" providerId="ADAL" clId="{76D53FD3-137B-42A7-8814-A5128FB68CB9}" dt="2023-10-30T03:24:22.666" v="2" actId="47"/>
        <pc:sldMkLst>
          <pc:docMk/>
          <pc:sldMk cId="728493372" sldId="389"/>
        </pc:sldMkLst>
      </pc:sldChg>
      <pc:sldChg chg="del">
        <pc:chgData name="Zailan Arabee Abdul Salam" userId="5bc04053-34d1-46af-a9d4-ff754460ad4b" providerId="ADAL" clId="{76D53FD3-137B-42A7-8814-A5128FB68CB9}" dt="2023-10-30T03:24:22.666" v="2" actId="47"/>
        <pc:sldMkLst>
          <pc:docMk/>
          <pc:sldMk cId="2543501658" sldId="390"/>
        </pc:sldMkLst>
      </pc:sldChg>
      <pc:sldChg chg="del">
        <pc:chgData name="Zailan Arabee Abdul Salam" userId="5bc04053-34d1-46af-a9d4-ff754460ad4b" providerId="ADAL" clId="{76D53FD3-137B-42A7-8814-A5128FB68CB9}" dt="2023-10-30T03:24:22.666" v="2" actId="47"/>
        <pc:sldMkLst>
          <pc:docMk/>
          <pc:sldMk cId="4253409991" sldId="391"/>
        </pc:sldMkLst>
      </pc:sldChg>
      <pc:sldChg chg="del">
        <pc:chgData name="Zailan Arabee Abdul Salam" userId="5bc04053-34d1-46af-a9d4-ff754460ad4b" providerId="ADAL" clId="{76D53FD3-137B-42A7-8814-A5128FB68CB9}" dt="2023-10-30T03:24:22.666" v="2" actId="47"/>
        <pc:sldMkLst>
          <pc:docMk/>
          <pc:sldMk cId="0" sldId="392"/>
        </pc:sldMkLst>
      </pc:sldChg>
      <pc:sldChg chg="del">
        <pc:chgData name="Zailan Arabee Abdul Salam" userId="5bc04053-34d1-46af-a9d4-ff754460ad4b" providerId="ADAL" clId="{76D53FD3-137B-42A7-8814-A5128FB68CB9}" dt="2023-10-30T03:24:22.666" v="2" actId="47"/>
        <pc:sldMkLst>
          <pc:docMk/>
          <pc:sldMk cId="0" sldId="393"/>
        </pc:sldMkLst>
      </pc:sldChg>
      <pc:sldChg chg="del">
        <pc:chgData name="Zailan Arabee Abdul Salam" userId="5bc04053-34d1-46af-a9d4-ff754460ad4b" providerId="ADAL" clId="{76D53FD3-137B-42A7-8814-A5128FB68CB9}" dt="2023-10-30T03:24:22.666" v="2" actId="47"/>
        <pc:sldMkLst>
          <pc:docMk/>
          <pc:sldMk cId="0" sldId="394"/>
        </pc:sldMkLst>
      </pc:sldChg>
      <pc:sldChg chg="del">
        <pc:chgData name="Zailan Arabee Abdul Salam" userId="5bc04053-34d1-46af-a9d4-ff754460ad4b" providerId="ADAL" clId="{76D53FD3-137B-42A7-8814-A5128FB68CB9}" dt="2023-10-30T03:24:22.666" v="2" actId="47"/>
        <pc:sldMkLst>
          <pc:docMk/>
          <pc:sldMk cId="0" sldId="395"/>
        </pc:sldMkLst>
      </pc:sldChg>
      <pc:sldChg chg="del">
        <pc:chgData name="Zailan Arabee Abdul Salam" userId="5bc04053-34d1-46af-a9d4-ff754460ad4b" providerId="ADAL" clId="{76D53FD3-137B-42A7-8814-A5128FB68CB9}" dt="2023-10-30T03:24:22.666" v="2" actId="47"/>
        <pc:sldMkLst>
          <pc:docMk/>
          <pc:sldMk cId="0" sldId="396"/>
        </pc:sldMkLst>
      </pc:sldChg>
      <pc:sldChg chg="add">
        <pc:chgData name="Zailan Arabee Abdul Salam" userId="5bc04053-34d1-46af-a9d4-ff754460ad4b" providerId="ADAL" clId="{76D53FD3-137B-42A7-8814-A5128FB68CB9}" dt="2023-10-30T03:23:50.545" v="0"/>
        <pc:sldMkLst>
          <pc:docMk/>
          <pc:sldMk cId="0" sldId="453"/>
        </pc:sldMkLst>
      </pc:sldChg>
      <pc:sldChg chg="add">
        <pc:chgData name="Zailan Arabee Abdul Salam" userId="5bc04053-34d1-46af-a9d4-ff754460ad4b" providerId="ADAL" clId="{76D53FD3-137B-42A7-8814-A5128FB68CB9}" dt="2023-10-30T03:23:50.545" v="0"/>
        <pc:sldMkLst>
          <pc:docMk/>
          <pc:sldMk cId="0" sldId="454"/>
        </pc:sldMkLst>
      </pc:sldChg>
      <pc:sldChg chg="add">
        <pc:chgData name="Zailan Arabee Abdul Salam" userId="5bc04053-34d1-46af-a9d4-ff754460ad4b" providerId="ADAL" clId="{76D53FD3-137B-42A7-8814-A5128FB68CB9}" dt="2023-10-30T03:23:50.545" v="0"/>
        <pc:sldMkLst>
          <pc:docMk/>
          <pc:sldMk cId="0" sldId="455"/>
        </pc:sldMkLst>
      </pc:sldChg>
      <pc:sldChg chg="add">
        <pc:chgData name="Zailan Arabee Abdul Salam" userId="5bc04053-34d1-46af-a9d4-ff754460ad4b" providerId="ADAL" clId="{76D53FD3-137B-42A7-8814-A5128FB68CB9}" dt="2023-10-30T03:23:50.545" v="0"/>
        <pc:sldMkLst>
          <pc:docMk/>
          <pc:sldMk cId="0" sldId="456"/>
        </pc:sldMkLst>
      </pc:sldChg>
      <pc:sldChg chg="add">
        <pc:chgData name="Zailan Arabee Abdul Salam" userId="5bc04053-34d1-46af-a9d4-ff754460ad4b" providerId="ADAL" clId="{76D53FD3-137B-42A7-8814-A5128FB68CB9}" dt="2023-10-30T03:23:50.545" v="0"/>
        <pc:sldMkLst>
          <pc:docMk/>
          <pc:sldMk cId="0" sldId="457"/>
        </pc:sldMkLst>
      </pc:sldChg>
      <pc:sldChg chg="add">
        <pc:chgData name="Zailan Arabee Abdul Salam" userId="5bc04053-34d1-46af-a9d4-ff754460ad4b" providerId="ADAL" clId="{76D53FD3-137B-42A7-8814-A5128FB68CB9}" dt="2023-10-30T03:23:50.545" v="0"/>
        <pc:sldMkLst>
          <pc:docMk/>
          <pc:sldMk cId="0" sldId="458"/>
        </pc:sldMkLst>
      </pc:sldChg>
      <pc:sldChg chg="add">
        <pc:chgData name="Zailan Arabee Abdul Salam" userId="5bc04053-34d1-46af-a9d4-ff754460ad4b" providerId="ADAL" clId="{76D53FD3-137B-42A7-8814-A5128FB68CB9}" dt="2023-10-30T03:23:50.545" v="0"/>
        <pc:sldMkLst>
          <pc:docMk/>
          <pc:sldMk cId="0" sldId="459"/>
        </pc:sldMkLst>
      </pc:sldChg>
      <pc:sldChg chg="add">
        <pc:chgData name="Zailan Arabee Abdul Salam" userId="5bc04053-34d1-46af-a9d4-ff754460ad4b" providerId="ADAL" clId="{76D53FD3-137B-42A7-8814-A5128FB68CB9}" dt="2023-10-30T03:23:50.545" v="0"/>
        <pc:sldMkLst>
          <pc:docMk/>
          <pc:sldMk cId="0" sldId="460"/>
        </pc:sldMkLst>
      </pc:sldChg>
      <pc:sldChg chg="add">
        <pc:chgData name="Zailan Arabee Abdul Salam" userId="5bc04053-34d1-46af-a9d4-ff754460ad4b" providerId="ADAL" clId="{76D53FD3-137B-42A7-8814-A5128FB68CB9}" dt="2023-10-30T03:23:50.545" v="0"/>
        <pc:sldMkLst>
          <pc:docMk/>
          <pc:sldMk cId="0" sldId="461"/>
        </pc:sldMkLst>
      </pc:sldChg>
      <pc:sldChg chg="add">
        <pc:chgData name="Zailan Arabee Abdul Salam" userId="5bc04053-34d1-46af-a9d4-ff754460ad4b" providerId="ADAL" clId="{76D53FD3-137B-42A7-8814-A5128FB68CB9}" dt="2023-10-30T03:23:50.545" v="0"/>
        <pc:sldMkLst>
          <pc:docMk/>
          <pc:sldMk cId="0" sldId="462"/>
        </pc:sldMkLst>
      </pc:sldChg>
      <pc:sldChg chg="add">
        <pc:chgData name="Zailan Arabee Abdul Salam" userId="5bc04053-34d1-46af-a9d4-ff754460ad4b" providerId="ADAL" clId="{76D53FD3-137B-42A7-8814-A5128FB68CB9}" dt="2023-10-30T03:23:50.545" v="0"/>
        <pc:sldMkLst>
          <pc:docMk/>
          <pc:sldMk cId="0" sldId="463"/>
        </pc:sldMkLst>
      </pc:sldChg>
      <pc:sldChg chg="add">
        <pc:chgData name="Zailan Arabee Abdul Salam" userId="5bc04053-34d1-46af-a9d4-ff754460ad4b" providerId="ADAL" clId="{76D53FD3-137B-42A7-8814-A5128FB68CB9}" dt="2023-10-30T03:23:50.545" v="0"/>
        <pc:sldMkLst>
          <pc:docMk/>
          <pc:sldMk cId="0" sldId="464"/>
        </pc:sldMkLst>
      </pc:sldChg>
      <pc:sldChg chg="add">
        <pc:chgData name="Zailan Arabee Abdul Salam" userId="5bc04053-34d1-46af-a9d4-ff754460ad4b" providerId="ADAL" clId="{76D53FD3-137B-42A7-8814-A5128FB68CB9}" dt="2023-10-30T03:23:50.545" v="0"/>
        <pc:sldMkLst>
          <pc:docMk/>
          <pc:sldMk cId="1184319698" sldId="465"/>
        </pc:sldMkLst>
      </pc:sldChg>
      <pc:sldChg chg="add">
        <pc:chgData name="Zailan Arabee Abdul Salam" userId="5bc04053-34d1-46af-a9d4-ff754460ad4b" providerId="ADAL" clId="{76D53FD3-137B-42A7-8814-A5128FB68CB9}" dt="2023-10-30T03:23:50.545" v="0"/>
        <pc:sldMkLst>
          <pc:docMk/>
          <pc:sldMk cId="3912884228" sldId="466"/>
        </pc:sldMkLst>
      </pc:sldChg>
      <pc:sldChg chg="add">
        <pc:chgData name="Zailan Arabee Abdul Salam" userId="5bc04053-34d1-46af-a9d4-ff754460ad4b" providerId="ADAL" clId="{76D53FD3-137B-42A7-8814-A5128FB68CB9}" dt="2023-10-30T03:23:50.545" v="0"/>
        <pc:sldMkLst>
          <pc:docMk/>
          <pc:sldMk cId="0" sldId="467"/>
        </pc:sldMkLst>
      </pc:sldChg>
      <pc:sldChg chg="add">
        <pc:chgData name="Zailan Arabee Abdul Salam" userId="5bc04053-34d1-46af-a9d4-ff754460ad4b" providerId="ADAL" clId="{76D53FD3-137B-42A7-8814-A5128FB68CB9}" dt="2023-10-30T03:23:50.545" v="0"/>
        <pc:sldMkLst>
          <pc:docMk/>
          <pc:sldMk cId="0" sldId="468"/>
        </pc:sldMkLst>
      </pc:sldChg>
      <pc:sldChg chg="add">
        <pc:chgData name="Zailan Arabee Abdul Salam" userId="5bc04053-34d1-46af-a9d4-ff754460ad4b" providerId="ADAL" clId="{76D53FD3-137B-42A7-8814-A5128FB68CB9}" dt="2023-10-30T03:23:50.545" v="0"/>
        <pc:sldMkLst>
          <pc:docMk/>
          <pc:sldMk cId="0" sldId="469"/>
        </pc:sldMkLst>
      </pc:sldChg>
      <pc:sldChg chg="add">
        <pc:chgData name="Zailan Arabee Abdul Salam" userId="5bc04053-34d1-46af-a9d4-ff754460ad4b" providerId="ADAL" clId="{76D53FD3-137B-42A7-8814-A5128FB68CB9}" dt="2023-10-30T03:23:50.545" v="0"/>
        <pc:sldMkLst>
          <pc:docMk/>
          <pc:sldMk cId="0" sldId="470"/>
        </pc:sldMkLst>
      </pc:sldChg>
      <pc:sldChg chg="add">
        <pc:chgData name="Zailan Arabee Abdul Salam" userId="5bc04053-34d1-46af-a9d4-ff754460ad4b" providerId="ADAL" clId="{76D53FD3-137B-42A7-8814-A5128FB68CB9}" dt="2023-10-30T03:23:50.545" v="0"/>
        <pc:sldMkLst>
          <pc:docMk/>
          <pc:sldMk cId="0" sldId="471"/>
        </pc:sldMkLst>
      </pc:sldChg>
      <pc:sldChg chg="add">
        <pc:chgData name="Zailan Arabee Abdul Salam" userId="5bc04053-34d1-46af-a9d4-ff754460ad4b" providerId="ADAL" clId="{76D53FD3-137B-42A7-8814-A5128FB68CB9}" dt="2023-10-30T03:23:50.545" v="0"/>
        <pc:sldMkLst>
          <pc:docMk/>
          <pc:sldMk cId="0" sldId="472"/>
        </pc:sldMkLst>
      </pc:sldChg>
      <pc:sldChg chg="add">
        <pc:chgData name="Zailan Arabee Abdul Salam" userId="5bc04053-34d1-46af-a9d4-ff754460ad4b" providerId="ADAL" clId="{76D53FD3-137B-42A7-8814-A5128FB68CB9}" dt="2023-10-30T03:23:50.545" v="0"/>
        <pc:sldMkLst>
          <pc:docMk/>
          <pc:sldMk cId="0" sldId="473"/>
        </pc:sldMkLst>
      </pc:sldChg>
      <pc:sldChg chg="add">
        <pc:chgData name="Zailan Arabee Abdul Salam" userId="5bc04053-34d1-46af-a9d4-ff754460ad4b" providerId="ADAL" clId="{76D53FD3-137B-42A7-8814-A5128FB68CB9}" dt="2023-10-30T03:23:50.545" v="0"/>
        <pc:sldMkLst>
          <pc:docMk/>
          <pc:sldMk cId="0" sldId="474"/>
        </pc:sldMkLst>
      </pc:sldChg>
      <pc:sldChg chg="add">
        <pc:chgData name="Zailan Arabee Abdul Salam" userId="5bc04053-34d1-46af-a9d4-ff754460ad4b" providerId="ADAL" clId="{76D53FD3-137B-42A7-8814-A5128FB68CB9}" dt="2023-10-30T03:23:50.545" v="0"/>
        <pc:sldMkLst>
          <pc:docMk/>
          <pc:sldMk cId="0" sldId="475"/>
        </pc:sldMkLst>
      </pc:sldChg>
      <pc:sldChg chg="add">
        <pc:chgData name="Zailan Arabee Abdul Salam" userId="5bc04053-34d1-46af-a9d4-ff754460ad4b" providerId="ADAL" clId="{76D53FD3-137B-42A7-8814-A5128FB68CB9}" dt="2023-10-30T03:23:50.545" v="0"/>
        <pc:sldMkLst>
          <pc:docMk/>
          <pc:sldMk cId="0" sldId="476"/>
        </pc:sldMkLst>
      </pc:sldChg>
      <pc:sldChg chg="add">
        <pc:chgData name="Zailan Arabee Abdul Salam" userId="5bc04053-34d1-46af-a9d4-ff754460ad4b" providerId="ADAL" clId="{76D53FD3-137B-42A7-8814-A5128FB68CB9}" dt="2023-10-30T03:23:50.545" v="0"/>
        <pc:sldMkLst>
          <pc:docMk/>
          <pc:sldMk cId="0" sldId="477"/>
        </pc:sldMkLst>
      </pc:sldChg>
      <pc:sldChg chg="add">
        <pc:chgData name="Zailan Arabee Abdul Salam" userId="5bc04053-34d1-46af-a9d4-ff754460ad4b" providerId="ADAL" clId="{76D53FD3-137B-42A7-8814-A5128FB68CB9}" dt="2023-10-30T03:23:50.545" v="0"/>
        <pc:sldMkLst>
          <pc:docMk/>
          <pc:sldMk cId="0" sldId="478"/>
        </pc:sldMkLst>
      </pc:sldChg>
      <pc:sldChg chg="add">
        <pc:chgData name="Zailan Arabee Abdul Salam" userId="5bc04053-34d1-46af-a9d4-ff754460ad4b" providerId="ADAL" clId="{76D53FD3-137B-42A7-8814-A5128FB68CB9}" dt="2023-10-30T03:23:50.545" v="0"/>
        <pc:sldMkLst>
          <pc:docMk/>
          <pc:sldMk cId="0" sldId="480"/>
        </pc:sldMkLst>
      </pc:sldChg>
      <pc:sldChg chg="add">
        <pc:chgData name="Zailan Arabee Abdul Salam" userId="5bc04053-34d1-46af-a9d4-ff754460ad4b" providerId="ADAL" clId="{76D53FD3-137B-42A7-8814-A5128FB68CB9}" dt="2023-10-30T03:23:50.545" v="0"/>
        <pc:sldMkLst>
          <pc:docMk/>
          <pc:sldMk cId="0" sldId="481"/>
        </pc:sldMkLst>
      </pc:sldChg>
      <pc:sldChg chg="add">
        <pc:chgData name="Zailan Arabee Abdul Salam" userId="5bc04053-34d1-46af-a9d4-ff754460ad4b" providerId="ADAL" clId="{76D53FD3-137B-42A7-8814-A5128FB68CB9}" dt="2023-10-30T03:23:50.545" v="0"/>
        <pc:sldMkLst>
          <pc:docMk/>
          <pc:sldMk cId="0" sldId="482"/>
        </pc:sldMkLst>
      </pc:sldChg>
      <pc:sldChg chg="add">
        <pc:chgData name="Zailan Arabee Abdul Salam" userId="5bc04053-34d1-46af-a9d4-ff754460ad4b" providerId="ADAL" clId="{76D53FD3-137B-42A7-8814-A5128FB68CB9}" dt="2023-10-30T03:23:50.545" v="0"/>
        <pc:sldMkLst>
          <pc:docMk/>
          <pc:sldMk cId="3564082965" sldId="485"/>
        </pc:sldMkLst>
      </pc:sldChg>
      <pc:sldChg chg="add">
        <pc:chgData name="Zailan Arabee Abdul Salam" userId="5bc04053-34d1-46af-a9d4-ff754460ad4b" providerId="ADAL" clId="{76D53FD3-137B-42A7-8814-A5128FB68CB9}" dt="2023-10-30T03:23:50.545" v="0"/>
        <pc:sldMkLst>
          <pc:docMk/>
          <pc:sldMk cId="3254383725" sldId="486"/>
        </pc:sldMkLst>
      </pc:sldChg>
      <pc:sldChg chg="add">
        <pc:chgData name="Zailan Arabee Abdul Salam" userId="5bc04053-34d1-46af-a9d4-ff754460ad4b" providerId="ADAL" clId="{76D53FD3-137B-42A7-8814-A5128FB68CB9}" dt="2023-10-30T03:23:50.545" v="0"/>
        <pc:sldMkLst>
          <pc:docMk/>
          <pc:sldMk cId="1414928201" sldId="487"/>
        </pc:sldMkLst>
      </pc:sldChg>
      <pc:sldChg chg="add">
        <pc:chgData name="Zailan Arabee Abdul Salam" userId="5bc04053-34d1-46af-a9d4-ff754460ad4b" providerId="ADAL" clId="{76D53FD3-137B-42A7-8814-A5128FB68CB9}" dt="2023-10-30T03:23:50.545" v="0"/>
        <pc:sldMkLst>
          <pc:docMk/>
          <pc:sldMk cId="1439302342" sldId="488"/>
        </pc:sldMkLst>
      </pc:sldChg>
      <pc:sldChg chg="add">
        <pc:chgData name="Zailan Arabee Abdul Salam" userId="5bc04053-34d1-46af-a9d4-ff754460ad4b" providerId="ADAL" clId="{76D53FD3-137B-42A7-8814-A5128FB68CB9}" dt="2023-10-30T03:23:50.545" v="0"/>
        <pc:sldMkLst>
          <pc:docMk/>
          <pc:sldMk cId="3734300543" sldId="489"/>
        </pc:sldMkLst>
      </pc:sldChg>
      <pc:sldChg chg="add">
        <pc:chgData name="Zailan Arabee Abdul Salam" userId="5bc04053-34d1-46af-a9d4-ff754460ad4b" providerId="ADAL" clId="{76D53FD3-137B-42A7-8814-A5128FB68CB9}" dt="2023-10-30T03:23:50.545" v="0"/>
        <pc:sldMkLst>
          <pc:docMk/>
          <pc:sldMk cId="1332866878" sldId="490"/>
        </pc:sldMkLst>
      </pc:sldChg>
      <pc:sldChg chg="add">
        <pc:chgData name="Zailan Arabee Abdul Salam" userId="5bc04053-34d1-46af-a9d4-ff754460ad4b" providerId="ADAL" clId="{76D53FD3-137B-42A7-8814-A5128FB68CB9}" dt="2023-10-30T03:23:50.545" v="0"/>
        <pc:sldMkLst>
          <pc:docMk/>
          <pc:sldMk cId="51422715" sldId="491"/>
        </pc:sldMkLst>
      </pc:sldChg>
      <pc:sldChg chg="add">
        <pc:chgData name="Zailan Arabee Abdul Salam" userId="5bc04053-34d1-46af-a9d4-ff754460ad4b" providerId="ADAL" clId="{76D53FD3-137B-42A7-8814-A5128FB68CB9}" dt="2023-10-30T03:23:50.545" v="0"/>
        <pc:sldMkLst>
          <pc:docMk/>
          <pc:sldMk cId="1500488050" sldId="498"/>
        </pc:sldMkLst>
      </pc:sldChg>
      <pc:sldChg chg="add">
        <pc:chgData name="Zailan Arabee Abdul Salam" userId="5bc04053-34d1-46af-a9d4-ff754460ad4b" providerId="ADAL" clId="{76D53FD3-137B-42A7-8814-A5128FB68CB9}" dt="2023-10-30T03:23:50.545" v="0"/>
        <pc:sldMkLst>
          <pc:docMk/>
          <pc:sldMk cId="2885538886" sldId="499"/>
        </pc:sldMkLst>
      </pc:sldChg>
      <pc:sldChg chg="add">
        <pc:chgData name="Zailan Arabee Abdul Salam" userId="5bc04053-34d1-46af-a9d4-ff754460ad4b" providerId="ADAL" clId="{76D53FD3-137B-42A7-8814-A5128FB68CB9}" dt="2023-10-30T03:23:50.545" v="0"/>
        <pc:sldMkLst>
          <pc:docMk/>
          <pc:sldMk cId="4062332636" sldId="500"/>
        </pc:sldMkLst>
      </pc:sldChg>
      <pc:sldChg chg="add">
        <pc:chgData name="Zailan Arabee Abdul Salam" userId="5bc04053-34d1-46af-a9d4-ff754460ad4b" providerId="ADAL" clId="{76D53FD3-137B-42A7-8814-A5128FB68CB9}" dt="2023-10-30T03:23:50.545" v="0"/>
        <pc:sldMkLst>
          <pc:docMk/>
          <pc:sldMk cId="3145781160" sldId="501"/>
        </pc:sldMkLst>
      </pc:sldChg>
      <pc:sldChg chg="add">
        <pc:chgData name="Zailan Arabee Abdul Salam" userId="5bc04053-34d1-46af-a9d4-ff754460ad4b" providerId="ADAL" clId="{76D53FD3-137B-42A7-8814-A5128FB68CB9}" dt="2023-10-30T03:23:50.545" v="0"/>
        <pc:sldMkLst>
          <pc:docMk/>
          <pc:sldMk cId="3824347951" sldId="502"/>
        </pc:sldMkLst>
      </pc:sldChg>
      <pc:sldChg chg="add">
        <pc:chgData name="Zailan Arabee Abdul Salam" userId="5bc04053-34d1-46af-a9d4-ff754460ad4b" providerId="ADAL" clId="{76D53FD3-137B-42A7-8814-A5128FB68CB9}" dt="2023-10-30T03:23:50.545" v="0"/>
        <pc:sldMkLst>
          <pc:docMk/>
          <pc:sldMk cId="3333830559" sldId="503"/>
        </pc:sldMkLst>
      </pc:sldChg>
      <pc:sldChg chg="add">
        <pc:chgData name="Zailan Arabee Abdul Salam" userId="5bc04053-34d1-46af-a9d4-ff754460ad4b" providerId="ADAL" clId="{76D53FD3-137B-42A7-8814-A5128FB68CB9}" dt="2023-10-30T03:23:50.545" v="0"/>
        <pc:sldMkLst>
          <pc:docMk/>
          <pc:sldMk cId="4126277076" sldId="504"/>
        </pc:sldMkLst>
      </pc:sldChg>
      <pc:sldChg chg="add">
        <pc:chgData name="Zailan Arabee Abdul Salam" userId="5bc04053-34d1-46af-a9d4-ff754460ad4b" providerId="ADAL" clId="{76D53FD3-137B-42A7-8814-A5128FB68CB9}" dt="2023-10-30T03:23:50.545" v="0"/>
        <pc:sldMkLst>
          <pc:docMk/>
          <pc:sldMk cId="235118991" sldId="505"/>
        </pc:sldMkLst>
      </pc:sldChg>
      <pc:sldChg chg="add">
        <pc:chgData name="Zailan Arabee Abdul Salam" userId="5bc04053-34d1-46af-a9d4-ff754460ad4b" providerId="ADAL" clId="{76D53FD3-137B-42A7-8814-A5128FB68CB9}" dt="2023-10-30T03:23:50.545" v="0"/>
        <pc:sldMkLst>
          <pc:docMk/>
          <pc:sldMk cId="4223502574" sldId="506"/>
        </pc:sldMkLst>
      </pc:sldChg>
      <pc:sldChg chg="add">
        <pc:chgData name="Zailan Arabee Abdul Salam" userId="5bc04053-34d1-46af-a9d4-ff754460ad4b" providerId="ADAL" clId="{76D53FD3-137B-42A7-8814-A5128FB68CB9}" dt="2023-10-30T03:23:50.545" v="0"/>
        <pc:sldMkLst>
          <pc:docMk/>
          <pc:sldMk cId="2370038255" sldId="507"/>
        </pc:sldMkLst>
      </pc:sldChg>
      <pc:sldChg chg="add">
        <pc:chgData name="Zailan Arabee Abdul Salam" userId="5bc04053-34d1-46af-a9d4-ff754460ad4b" providerId="ADAL" clId="{76D53FD3-137B-42A7-8814-A5128FB68CB9}" dt="2023-10-30T03:23:50.545" v="0"/>
        <pc:sldMkLst>
          <pc:docMk/>
          <pc:sldMk cId="1998009960" sldId="508"/>
        </pc:sldMkLst>
      </pc:sldChg>
      <pc:sldChg chg="add">
        <pc:chgData name="Zailan Arabee Abdul Salam" userId="5bc04053-34d1-46af-a9d4-ff754460ad4b" providerId="ADAL" clId="{76D53FD3-137B-42A7-8814-A5128FB68CB9}" dt="2023-10-30T03:23:50.545" v="0"/>
        <pc:sldMkLst>
          <pc:docMk/>
          <pc:sldMk cId="1140105713" sldId="509"/>
        </pc:sldMkLst>
      </pc:sldChg>
      <pc:sldChg chg="add">
        <pc:chgData name="Zailan Arabee Abdul Salam" userId="5bc04053-34d1-46af-a9d4-ff754460ad4b" providerId="ADAL" clId="{76D53FD3-137B-42A7-8814-A5128FB68CB9}" dt="2023-10-30T03:23:50.545" v="0"/>
        <pc:sldMkLst>
          <pc:docMk/>
          <pc:sldMk cId="3367596249" sldId="510"/>
        </pc:sldMkLst>
      </pc:sldChg>
      <pc:sldChg chg="add">
        <pc:chgData name="Zailan Arabee Abdul Salam" userId="5bc04053-34d1-46af-a9d4-ff754460ad4b" providerId="ADAL" clId="{76D53FD3-137B-42A7-8814-A5128FB68CB9}" dt="2023-10-30T03:23:50.545" v="0"/>
        <pc:sldMkLst>
          <pc:docMk/>
          <pc:sldMk cId="1715310179" sldId="512"/>
        </pc:sldMkLst>
      </pc:sldChg>
      <pc:sldChg chg="add">
        <pc:chgData name="Zailan Arabee Abdul Salam" userId="5bc04053-34d1-46af-a9d4-ff754460ad4b" providerId="ADAL" clId="{76D53FD3-137B-42A7-8814-A5128FB68CB9}" dt="2023-10-30T03:23:50.545" v="0"/>
        <pc:sldMkLst>
          <pc:docMk/>
          <pc:sldMk cId="2439912198" sldId="513"/>
        </pc:sldMkLst>
      </pc:sldChg>
      <pc:sldChg chg="add">
        <pc:chgData name="Zailan Arabee Abdul Salam" userId="5bc04053-34d1-46af-a9d4-ff754460ad4b" providerId="ADAL" clId="{76D53FD3-137B-42A7-8814-A5128FB68CB9}" dt="2023-10-30T03:23:50.545" v="0"/>
        <pc:sldMkLst>
          <pc:docMk/>
          <pc:sldMk cId="2911786166" sldId="514"/>
        </pc:sldMkLst>
      </pc:sldChg>
      <pc:sldChg chg="add">
        <pc:chgData name="Zailan Arabee Abdul Salam" userId="5bc04053-34d1-46af-a9d4-ff754460ad4b" providerId="ADAL" clId="{76D53FD3-137B-42A7-8814-A5128FB68CB9}" dt="2023-10-30T03:23:50.545" v="0"/>
        <pc:sldMkLst>
          <pc:docMk/>
          <pc:sldMk cId="2066858650" sldId="1891"/>
        </pc:sldMkLst>
      </pc:sldChg>
      <pc:sldChg chg="add">
        <pc:chgData name="Zailan Arabee Abdul Salam" userId="5bc04053-34d1-46af-a9d4-ff754460ad4b" providerId="ADAL" clId="{76D53FD3-137B-42A7-8814-A5128FB68CB9}" dt="2023-10-30T03:23:50.545" v="0"/>
        <pc:sldMkLst>
          <pc:docMk/>
          <pc:sldMk cId="2774009567" sldId="1892"/>
        </pc:sldMkLst>
      </pc:sldChg>
      <pc:sldChg chg="add">
        <pc:chgData name="Zailan Arabee Abdul Salam" userId="5bc04053-34d1-46af-a9d4-ff754460ad4b" providerId="ADAL" clId="{76D53FD3-137B-42A7-8814-A5128FB68CB9}" dt="2023-10-30T03:23:50.545" v="0"/>
        <pc:sldMkLst>
          <pc:docMk/>
          <pc:sldMk cId="3477102949" sldId="1893"/>
        </pc:sldMkLst>
      </pc:sldChg>
      <pc:sldChg chg="add">
        <pc:chgData name="Zailan Arabee Abdul Salam" userId="5bc04053-34d1-46af-a9d4-ff754460ad4b" providerId="ADAL" clId="{76D53FD3-137B-42A7-8814-A5128FB68CB9}" dt="2023-10-30T03:23:50.545" v="0"/>
        <pc:sldMkLst>
          <pc:docMk/>
          <pc:sldMk cId="1208853802" sldId="1898"/>
        </pc:sldMkLst>
      </pc:sldChg>
      <pc:sldChg chg="add">
        <pc:chgData name="Zailan Arabee Abdul Salam" userId="5bc04053-34d1-46af-a9d4-ff754460ad4b" providerId="ADAL" clId="{76D53FD3-137B-42A7-8814-A5128FB68CB9}" dt="2023-10-30T03:23:50.545" v="0"/>
        <pc:sldMkLst>
          <pc:docMk/>
          <pc:sldMk cId="2426269947" sldId="1899"/>
        </pc:sldMkLst>
      </pc:sldChg>
      <pc:sldChg chg="add">
        <pc:chgData name="Zailan Arabee Abdul Salam" userId="5bc04053-34d1-46af-a9d4-ff754460ad4b" providerId="ADAL" clId="{76D53FD3-137B-42A7-8814-A5128FB68CB9}" dt="2023-10-30T03:23:50.545" v="0"/>
        <pc:sldMkLst>
          <pc:docMk/>
          <pc:sldMk cId="2377559160" sldId="1901"/>
        </pc:sldMkLst>
      </pc:sldChg>
      <pc:sldChg chg="add">
        <pc:chgData name="Zailan Arabee Abdul Salam" userId="5bc04053-34d1-46af-a9d4-ff754460ad4b" providerId="ADAL" clId="{76D53FD3-137B-42A7-8814-A5128FB68CB9}" dt="2023-10-30T03:23:50.545" v="0"/>
        <pc:sldMkLst>
          <pc:docMk/>
          <pc:sldMk cId="1302651925" sldId="1902"/>
        </pc:sldMkLst>
      </pc:sldChg>
      <pc:sldChg chg="add">
        <pc:chgData name="Zailan Arabee Abdul Salam" userId="5bc04053-34d1-46af-a9d4-ff754460ad4b" providerId="ADAL" clId="{76D53FD3-137B-42A7-8814-A5128FB68CB9}" dt="2023-10-30T03:23:50.545" v="0"/>
        <pc:sldMkLst>
          <pc:docMk/>
          <pc:sldMk cId="1917068273" sldId="1903"/>
        </pc:sldMkLst>
      </pc:sldChg>
      <pc:sldChg chg="add">
        <pc:chgData name="Zailan Arabee Abdul Salam" userId="5bc04053-34d1-46af-a9d4-ff754460ad4b" providerId="ADAL" clId="{76D53FD3-137B-42A7-8814-A5128FB68CB9}" dt="2023-10-30T03:23:50.545" v="0"/>
        <pc:sldMkLst>
          <pc:docMk/>
          <pc:sldMk cId="3895380168" sldId="1905"/>
        </pc:sldMkLst>
      </pc:sldChg>
      <pc:sldChg chg="add">
        <pc:chgData name="Zailan Arabee Abdul Salam" userId="5bc04053-34d1-46af-a9d4-ff754460ad4b" providerId="ADAL" clId="{76D53FD3-137B-42A7-8814-A5128FB68CB9}" dt="2023-10-30T03:23:50.545" v="0"/>
        <pc:sldMkLst>
          <pc:docMk/>
          <pc:sldMk cId="4255597957" sldId="1908"/>
        </pc:sldMkLst>
      </pc:sldChg>
      <pc:sldChg chg="add">
        <pc:chgData name="Zailan Arabee Abdul Salam" userId="5bc04053-34d1-46af-a9d4-ff754460ad4b" providerId="ADAL" clId="{76D53FD3-137B-42A7-8814-A5128FB68CB9}" dt="2023-10-30T03:23:50.545" v="0"/>
        <pc:sldMkLst>
          <pc:docMk/>
          <pc:sldMk cId="3773843950" sldId="1910"/>
        </pc:sldMkLst>
      </pc:sldChg>
      <pc:sldChg chg="add">
        <pc:chgData name="Zailan Arabee Abdul Salam" userId="5bc04053-34d1-46af-a9d4-ff754460ad4b" providerId="ADAL" clId="{76D53FD3-137B-42A7-8814-A5128FB68CB9}" dt="2023-10-30T03:23:50.545" v="0"/>
        <pc:sldMkLst>
          <pc:docMk/>
          <pc:sldMk cId="4230886124" sldId="1911"/>
        </pc:sldMkLst>
      </pc:sldChg>
      <pc:sldChg chg="add">
        <pc:chgData name="Zailan Arabee Abdul Salam" userId="5bc04053-34d1-46af-a9d4-ff754460ad4b" providerId="ADAL" clId="{76D53FD3-137B-42A7-8814-A5128FB68CB9}" dt="2023-10-30T03:23:50.545" v="0"/>
        <pc:sldMkLst>
          <pc:docMk/>
          <pc:sldMk cId="4072523526" sldId="1913"/>
        </pc:sldMkLst>
      </pc:sldChg>
      <pc:sldChg chg="add">
        <pc:chgData name="Zailan Arabee Abdul Salam" userId="5bc04053-34d1-46af-a9d4-ff754460ad4b" providerId="ADAL" clId="{76D53FD3-137B-42A7-8814-A5128FB68CB9}" dt="2023-10-30T03:23:50.545" v="0"/>
        <pc:sldMkLst>
          <pc:docMk/>
          <pc:sldMk cId="851357154" sldId="1914"/>
        </pc:sldMkLst>
      </pc:sldChg>
      <pc:sldChg chg="add">
        <pc:chgData name="Zailan Arabee Abdul Salam" userId="5bc04053-34d1-46af-a9d4-ff754460ad4b" providerId="ADAL" clId="{76D53FD3-137B-42A7-8814-A5128FB68CB9}" dt="2023-10-30T03:23:50.545" v="0"/>
        <pc:sldMkLst>
          <pc:docMk/>
          <pc:sldMk cId="298809152" sldId="1915"/>
        </pc:sldMkLst>
      </pc:sldChg>
      <pc:sldChg chg="add">
        <pc:chgData name="Zailan Arabee Abdul Salam" userId="5bc04053-34d1-46af-a9d4-ff754460ad4b" providerId="ADAL" clId="{76D53FD3-137B-42A7-8814-A5128FB68CB9}" dt="2023-10-30T03:23:50.545" v="0"/>
        <pc:sldMkLst>
          <pc:docMk/>
          <pc:sldMk cId="0" sldId="1916"/>
        </pc:sldMkLst>
      </pc:sldChg>
      <pc:sldChg chg="add">
        <pc:chgData name="Zailan Arabee Abdul Salam" userId="5bc04053-34d1-46af-a9d4-ff754460ad4b" providerId="ADAL" clId="{76D53FD3-137B-42A7-8814-A5128FB68CB9}" dt="2023-10-30T03:23:50.545" v="0"/>
        <pc:sldMkLst>
          <pc:docMk/>
          <pc:sldMk cId="0" sldId="1917"/>
        </pc:sldMkLst>
      </pc:sldChg>
      <pc:sldChg chg="add">
        <pc:chgData name="Zailan Arabee Abdul Salam" userId="5bc04053-34d1-46af-a9d4-ff754460ad4b" providerId="ADAL" clId="{76D53FD3-137B-42A7-8814-A5128FB68CB9}" dt="2023-10-30T03:23:50.545" v="0"/>
        <pc:sldMkLst>
          <pc:docMk/>
          <pc:sldMk cId="0" sldId="1918"/>
        </pc:sldMkLst>
      </pc:sldChg>
      <pc:sldChg chg="add">
        <pc:chgData name="Zailan Arabee Abdul Salam" userId="5bc04053-34d1-46af-a9d4-ff754460ad4b" providerId="ADAL" clId="{76D53FD3-137B-42A7-8814-A5128FB68CB9}" dt="2023-10-30T03:23:50.545" v="0"/>
        <pc:sldMkLst>
          <pc:docMk/>
          <pc:sldMk cId="3106057987" sldId="1919"/>
        </pc:sldMkLst>
      </pc:sldChg>
      <pc:sldChg chg="add">
        <pc:chgData name="Zailan Arabee Abdul Salam" userId="5bc04053-34d1-46af-a9d4-ff754460ad4b" providerId="ADAL" clId="{76D53FD3-137B-42A7-8814-A5128FB68CB9}" dt="2023-10-30T03:23:50.545" v="0"/>
        <pc:sldMkLst>
          <pc:docMk/>
          <pc:sldMk cId="0" sldId="1920"/>
        </pc:sldMkLst>
      </pc:sldChg>
      <pc:sldChg chg="add">
        <pc:chgData name="Zailan Arabee Abdul Salam" userId="5bc04053-34d1-46af-a9d4-ff754460ad4b" providerId="ADAL" clId="{76D53FD3-137B-42A7-8814-A5128FB68CB9}" dt="2023-10-30T03:23:50.545" v="0"/>
        <pc:sldMkLst>
          <pc:docMk/>
          <pc:sldMk cId="0" sldId="1921"/>
        </pc:sldMkLst>
      </pc:sldChg>
      <pc:sldChg chg="add">
        <pc:chgData name="Zailan Arabee Abdul Salam" userId="5bc04053-34d1-46af-a9d4-ff754460ad4b" providerId="ADAL" clId="{76D53FD3-137B-42A7-8814-A5128FB68CB9}" dt="2023-10-30T03:23:50.545" v="0"/>
        <pc:sldMkLst>
          <pc:docMk/>
          <pc:sldMk cId="0" sldId="1922"/>
        </pc:sldMkLst>
      </pc:sldChg>
      <pc:sldChg chg="add">
        <pc:chgData name="Zailan Arabee Abdul Salam" userId="5bc04053-34d1-46af-a9d4-ff754460ad4b" providerId="ADAL" clId="{76D53FD3-137B-42A7-8814-A5128FB68CB9}" dt="2023-10-30T03:23:50.545" v="0"/>
        <pc:sldMkLst>
          <pc:docMk/>
          <pc:sldMk cId="0" sldId="1923"/>
        </pc:sldMkLst>
      </pc:sldChg>
      <pc:sldChg chg="add">
        <pc:chgData name="Zailan Arabee Abdul Salam" userId="5bc04053-34d1-46af-a9d4-ff754460ad4b" providerId="ADAL" clId="{76D53FD3-137B-42A7-8814-A5128FB68CB9}" dt="2023-10-30T03:23:50.545" v="0"/>
        <pc:sldMkLst>
          <pc:docMk/>
          <pc:sldMk cId="0" sldId="1924"/>
        </pc:sldMkLst>
      </pc:sldChg>
      <pc:sldChg chg="add">
        <pc:chgData name="Zailan Arabee Abdul Salam" userId="5bc04053-34d1-46af-a9d4-ff754460ad4b" providerId="ADAL" clId="{76D53FD3-137B-42A7-8814-A5128FB68CB9}" dt="2023-10-30T03:23:50.545" v="0"/>
        <pc:sldMkLst>
          <pc:docMk/>
          <pc:sldMk cId="0" sldId="1925"/>
        </pc:sldMkLst>
      </pc:sldChg>
      <pc:sldChg chg="add">
        <pc:chgData name="Zailan Arabee Abdul Salam" userId="5bc04053-34d1-46af-a9d4-ff754460ad4b" providerId="ADAL" clId="{76D53FD3-137B-42A7-8814-A5128FB68CB9}" dt="2023-10-30T03:23:50.545" v="0"/>
        <pc:sldMkLst>
          <pc:docMk/>
          <pc:sldMk cId="0" sldId="1926"/>
        </pc:sldMkLst>
      </pc:sldChg>
      <pc:sldChg chg="add">
        <pc:chgData name="Zailan Arabee Abdul Salam" userId="5bc04053-34d1-46af-a9d4-ff754460ad4b" providerId="ADAL" clId="{76D53FD3-137B-42A7-8814-A5128FB68CB9}" dt="2023-10-30T03:23:50.545" v="0"/>
        <pc:sldMkLst>
          <pc:docMk/>
          <pc:sldMk cId="0" sldId="1927"/>
        </pc:sldMkLst>
      </pc:sldChg>
      <pc:sldChg chg="add">
        <pc:chgData name="Zailan Arabee Abdul Salam" userId="5bc04053-34d1-46af-a9d4-ff754460ad4b" providerId="ADAL" clId="{76D53FD3-137B-42A7-8814-A5128FB68CB9}" dt="2023-10-30T03:23:50.545" v="0"/>
        <pc:sldMkLst>
          <pc:docMk/>
          <pc:sldMk cId="0" sldId="1928"/>
        </pc:sldMkLst>
      </pc:sldChg>
      <pc:sldChg chg="add">
        <pc:chgData name="Zailan Arabee Abdul Salam" userId="5bc04053-34d1-46af-a9d4-ff754460ad4b" providerId="ADAL" clId="{76D53FD3-137B-42A7-8814-A5128FB68CB9}" dt="2023-10-30T03:23:50.545" v="0"/>
        <pc:sldMkLst>
          <pc:docMk/>
          <pc:sldMk cId="0" sldId="1929"/>
        </pc:sldMkLst>
      </pc:sldChg>
      <pc:sldChg chg="add">
        <pc:chgData name="Zailan Arabee Abdul Salam" userId="5bc04053-34d1-46af-a9d4-ff754460ad4b" providerId="ADAL" clId="{76D53FD3-137B-42A7-8814-A5128FB68CB9}" dt="2023-10-30T03:23:50.545" v="0"/>
        <pc:sldMkLst>
          <pc:docMk/>
          <pc:sldMk cId="0" sldId="1930"/>
        </pc:sldMkLst>
      </pc:sldChg>
      <pc:sldChg chg="add">
        <pc:chgData name="Zailan Arabee Abdul Salam" userId="5bc04053-34d1-46af-a9d4-ff754460ad4b" providerId="ADAL" clId="{76D53FD3-137B-42A7-8814-A5128FB68CB9}" dt="2023-10-30T03:23:50.545" v="0"/>
        <pc:sldMkLst>
          <pc:docMk/>
          <pc:sldMk cId="0" sldId="1931"/>
        </pc:sldMkLst>
      </pc:sldChg>
      <pc:sldChg chg="add">
        <pc:chgData name="Zailan Arabee Abdul Salam" userId="5bc04053-34d1-46af-a9d4-ff754460ad4b" providerId="ADAL" clId="{76D53FD3-137B-42A7-8814-A5128FB68CB9}" dt="2023-10-30T03:23:50.545" v="0"/>
        <pc:sldMkLst>
          <pc:docMk/>
          <pc:sldMk cId="0" sldId="1932"/>
        </pc:sldMkLst>
      </pc:sldChg>
      <pc:sldChg chg="add">
        <pc:chgData name="Zailan Arabee Abdul Salam" userId="5bc04053-34d1-46af-a9d4-ff754460ad4b" providerId="ADAL" clId="{76D53FD3-137B-42A7-8814-A5128FB68CB9}" dt="2023-10-30T03:23:50.545" v="0"/>
        <pc:sldMkLst>
          <pc:docMk/>
          <pc:sldMk cId="0" sldId="1933"/>
        </pc:sldMkLst>
      </pc:sldChg>
      <pc:sldChg chg="add">
        <pc:chgData name="Zailan Arabee Abdul Salam" userId="5bc04053-34d1-46af-a9d4-ff754460ad4b" providerId="ADAL" clId="{76D53FD3-137B-42A7-8814-A5128FB68CB9}" dt="2023-10-30T03:23:50.545" v="0"/>
        <pc:sldMkLst>
          <pc:docMk/>
          <pc:sldMk cId="0" sldId="1934"/>
        </pc:sldMkLst>
      </pc:sldChg>
    </pc:docChg>
  </pc:docChgLst>
  <pc:docChgLst>
    <pc:chgData name="Zailan Arabee Abdul Salam" userId="5bc04053-34d1-46af-a9d4-ff754460ad4b" providerId="ADAL" clId="{CD11030C-D4AC-4F37-A72F-13B7307DA009}"/>
    <pc:docChg chg="addSld delSld modSld modSection">
      <pc:chgData name="Zailan Arabee Abdul Salam" userId="5bc04053-34d1-46af-a9d4-ff754460ad4b" providerId="ADAL" clId="{CD11030C-D4AC-4F37-A72F-13B7307DA009}" dt="2023-10-30T03:22:14.857" v="3" actId="47"/>
      <pc:docMkLst>
        <pc:docMk/>
      </pc:docMkLst>
      <pc:sldChg chg="add del">
        <pc:chgData name="Zailan Arabee Abdul Salam" userId="5bc04053-34d1-46af-a9d4-ff754460ad4b" providerId="ADAL" clId="{CD11030C-D4AC-4F37-A72F-13B7307DA009}" dt="2023-10-30T03:21:44.711" v="2" actId="47"/>
        <pc:sldMkLst>
          <pc:docMk/>
          <pc:sldMk cId="0" sldId="263"/>
        </pc:sldMkLst>
      </pc:sldChg>
      <pc:sldChg chg="add">
        <pc:chgData name="Zailan Arabee Abdul Salam" userId="5bc04053-34d1-46af-a9d4-ff754460ad4b" providerId="ADAL" clId="{CD11030C-D4AC-4F37-A72F-13B7307DA009}" dt="2023-10-30T03:21:39.393" v="0"/>
        <pc:sldMkLst>
          <pc:docMk/>
          <pc:sldMk cId="0" sldId="264"/>
        </pc:sldMkLst>
      </pc:sldChg>
      <pc:sldChg chg="add">
        <pc:chgData name="Zailan Arabee Abdul Salam" userId="5bc04053-34d1-46af-a9d4-ff754460ad4b" providerId="ADAL" clId="{CD11030C-D4AC-4F37-A72F-13B7307DA009}" dt="2023-10-30T03:21:39.393" v="0"/>
        <pc:sldMkLst>
          <pc:docMk/>
          <pc:sldMk cId="0" sldId="265"/>
        </pc:sldMkLst>
      </pc:sldChg>
      <pc:sldChg chg="add">
        <pc:chgData name="Zailan Arabee Abdul Salam" userId="5bc04053-34d1-46af-a9d4-ff754460ad4b" providerId="ADAL" clId="{CD11030C-D4AC-4F37-A72F-13B7307DA009}" dt="2023-10-30T03:21:39.393" v="0"/>
        <pc:sldMkLst>
          <pc:docMk/>
          <pc:sldMk cId="0" sldId="266"/>
        </pc:sldMkLst>
      </pc:sldChg>
      <pc:sldChg chg="add">
        <pc:chgData name="Zailan Arabee Abdul Salam" userId="5bc04053-34d1-46af-a9d4-ff754460ad4b" providerId="ADAL" clId="{CD11030C-D4AC-4F37-A72F-13B7307DA009}" dt="2023-10-30T03:21:39.393" v="0"/>
        <pc:sldMkLst>
          <pc:docMk/>
          <pc:sldMk cId="0" sldId="267"/>
        </pc:sldMkLst>
      </pc:sldChg>
      <pc:sldChg chg="add">
        <pc:chgData name="Zailan Arabee Abdul Salam" userId="5bc04053-34d1-46af-a9d4-ff754460ad4b" providerId="ADAL" clId="{CD11030C-D4AC-4F37-A72F-13B7307DA009}" dt="2023-10-30T03:21:39.393" v="0"/>
        <pc:sldMkLst>
          <pc:docMk/>
          <pc:sldMk cId="0" sldId="268"/>
        </pc:sldMkLst>
      </pc:sldChg>
      <pc:sldChg chg="add">
        <pc:chgData name="Zailan Arabee Abdul Salam" userId="5bc04053-34d1-46af-a9d4-ff754460ad4b" providerId="ADAL" clId="{CD11030C-D4AC-4F37-A72F-13B7307DA009}" dt="2023-10-30T03:21:39.393" v="0"/>
        <pc:sldMkLst>
          <pc:docMk/>
          <pc:sldMk cId="0" sldId="269"/>
        </pc:sldMkLst>
      </pc:sldChg>
      <pc:sldChg chg="add">
        <pc:chgData name="Zailan Arabee Abdul Salam" userId="5bc04053-34d1-46af-a9d4-ff754460ad4b" providerId="ADAL" clId="{CD11030C-D4AC-4F37-A72F-13B7307DA009}" dt="2023-10-30T03:21:39.393" v="0"/>
        <pc:sldMkLst>
          <pc:docMk/>
          <pc:sldMk cId="0" sldId="270"/>
        </pc:sldMkLst>
      </pc:sldChg>
      <pc:sldChg chg="add">
        <pc:chgData name="Zailan Arabee Abdul Salam" userId="5bc04053-34d1-46af-a9d4-ff754460ad4b" providerId="ADAL" clId="{CD11030C-D4AC-4F37-A72F-13B7307DA009}" dt="2023-10-30T03:21:39.393" v="0"/>
        <pc:sldMkLst>
          <pc:docMk/>
          <pc:sldMk cId="4027869332" sldId="271"/>
        </pc:sldMkLst>
      </pc:sldChg>
      <pc:sldChg chg="add">
        <pc:chgData name="Zailan Arabee Abdul Salam" userId="5bc04053-34d1-46af-a9d4-ff754460ad4b" providerId="ADAL" clId="{CD11030C-D4AC-4F37-A72F-13B7307DA009}" dt="2023-10-30T03:21:39.393" v="0"/>
        <pc:sldMkLst>
          <pc:docMk/>
          <pc:sldMk cId="0" sldId="272"/>
        </pc:sldMkLst>
      </pc:sldChg>
      <pc:sldChg chg="add">
        <pc:chgData name="Zailan Arabee Abdul Salam" userId="5bc04053-34d1-46af-a9d4-ff754460ad4b" providerId="ADAL" clId="{CD11030C-D4AC-4F37-A72F-13B7307DA009}" dt="2023-10-30T03:21:39.393" v="0"/>
        <pc:sldMkLst>
          <pc:docMk/>
          <pc:sldMk cId="0" sldId="273"/>
        </pc:sldMkLst>
      </pc:sldChg>
      <pc:sldChg chg="add">
        <pc:chgData name="Zailan Arabee Abdul Salam" userId="5bc04053-34d1-46af-a9d4-ff754460ad4b" providerId="ADAL" clId="{CD11030C-D4AC-4F37-A72F-13B7307DA009}" dt="2023-10-30T03:21:39.393" v="0"/>
        <pc:sldMkLst>
          <pc:docMk/>
          <pc:sldMk cId="0" sldId="274"/>
        </pc:sldMkLst>
      </pc:sldChg>
      <pc:sldChg chg="add">
        <pc:chgData name="Zailan Arabee Abdul Salam" userId="5bc04053-34d1-46af-a9d4-ff754460ad4b" providerId="ADAL" clId="{CD11030C-D4AC-4F37-A72F-13B7307DA009}" dt="2023-10-30T03:21:39.393" v="0"/>
        <pc:sldMkLst>
          <pc:docMk/>
          <pc:sldMk cId="0" sldId="275"/>
        </pc:sldMkLst>
      </pc:sldChg>
      <pc:sldChg chg="add">
        <pc:chgData name="Zailan Arabee Abdul Salam" userId="5bc04053-34d1-46af-a9d4-ff754460ad4b" providerId="ADAL" clId="{CD11030C-D4AC-4F37-A72F-13B7307DA009}" dt="2023-10-30T03:21:39.393" v="0"/>
        <pc:sldMkLst>
          <pc:docMk/>
          <pc:sldMk cId="0" sldId="276"/>
        </pc:sldMkLst>
      </pc:sldChg>
      <pc:sldChg chg="add">
        <pc:chgData name="Zailan Arabee Abdul Salam" userId="5bc04053-34d1-46af-a9d4-ff754460ad4b" providerId="ADAL" clId="{CD11030C-D4AC-4F37-A72F-13B7307DA009}" dt="2023-10-30T03:21:39.393" v="0"/>
        <pc:sldMkLst>
          <pc:docMk/>
          <pc:sldMk cId="0" sldId="277"/>
        </pc:sldMkLst>
      </pc:sldChg>
      <pc:sldChg chg="add">
        <pc:chgData name="Zailan Arabee Abdul Salam" userId="5bc04053-34d1-46af-a9d4-ff754460ad4b" providerId="ADAL" clId="{CD11030C-D4AC-4F37-A72F-13B7307DA009}" dt="2023-10-30T03:21:39.393" v="0"/>
        <pc:sldMkLst>
          <pc:docMk/>
          <pc:sldMk cId="0" sldId="278"/>
        </pc:sldMkLst>
      </pc:sldChg>
      <pc:sldChg chg="add">
        <pc:chgData name="Zailan Arabee Abdul Salam" userId="5bc04053-34d1-46af-a9d4-ff754460ad4b" providerId="ADAL" clId="{CD11030C-D4AC-4F37-A72F-13B7307DA009}" dt="2023-10-30T03:21:39.393" v="0"/>
        <pc:sldMkLst>
          <pc:docMk/>
          <pc:sldMk cId="0" sldId="279"/>
        </pc:sldMkLst>
      </pc:sldChg>
      <pc:sldChg chg="add">
        <pc:chgData name="Zailan Arabee Abdul Salam" userId="5bc04053-34d1-46af-a9d4-ff754460ad4b" providerId="ADAL" clId="{CD11030C-D4AC-4F37-A72F-13B7307DA009}" dt="2023-10-30T03:21:39.393" v="0"/>
        <pc:sldMkLst>
          <pc:docMk/>
          <pc:sldMk cId="3225035349" sldId="280"/>
        </pc:sldMkLst>
      </pc:sldChg>
      <pc:sldChg chg="add">
        <pc:chgData name="Zailan Arabee Abdul Salam" userId="5bc04053-34d1-46af-a9d4-ff754460ad4b" providerId="ADAL" clId="{CD11030C-D4AC-4F37-A72F-13B7307DA009}" dt="2023-10-30T03:21:39.393" v="0"/>
        <pc:sldMkLst>
          <pc:docMk/>
          <pc:sldMk cId="2979819931" sldId="281"/>
        </pc:sldMkLst>
      </pc:sldChg>
      <pc:sldChg chg="add">
        <pc:chgData name="Zailan Arabee Abdul Salam" userId="5bc04053-34d1-46af-a9d4-ff754460ad4b" providerId="ADAL" clId="{CD11030C-D4AC-4F37-A72F-13B7307DA009}" dt="2023-10-30T03:21:39.393" v="0"/>
        <pc:sldMkLst>
          <pc:docMk/>
          <pc:sldMk cId="0" sldId="282"/>
        </pc:sldMkLst>
      </pc:sldChg>
      <pc:sldChg chg="add">
        <pc:chgData name="Zailan Arabee Abdul Salam" userId="5bc04053-34d1-46af-a9d4-ff754460ad4b" providerId="ADAL" clId="{CD11030C-D4AC-4F37-A72F-13B7307DA009}" dt="2023-10-30T03:21:39.393" v="0"/>
        <pc:sldMkLst>
          <pc:docMk/>
          <pc:sldMk cId="0" sldId="283"/>
        </pc:sldMkLst>
      </pc:sldChg>
      <pc:sldChg chg="add">
        <pc:chgData name="Zailan Arabee Abdul Salam" userId="5bc04053-34d1-46af-a9d4-ff754460ad4b" providerId="ADAL" clId="{CD11030C-D4AC-4F37-A72F-13B7307DA009}" dt="2023-10-30T03:21:39.393" v="0"/>
        <pc:sldMkLst>
          <pc:docMk/>
          <pc:sldMk cId="2994277211" sldId="284"/>
        </pc:sldMkLst>
      </pc:sldChg>
      <pc:sldChg chg="add">
        <pc:chgData name="Zailan Arabee Abdul Salam" userId="5bc04053-34d1-46af-a9d4-ff754460ad4b" providerId="ADAL" clId="{CD11030C-D4AC-4F37-A72F-13B7307DA009}" dt="2023-10-30T03:21:39.393" v="0"/>
        <pc:sldMkLst>
          <pc:docMk/>
          <pc:sldMk cId="894897432" sldId="285"/>
        </pc:sldMkLst>
      </pc:sldChg>
      <pc:sldChg chg="add">
        <pc:chgData name="Zailan Arabee Abdul Salam" userId="5bc04053-34d1-46af-a9d4-ff754460ad4b" providerId="ADAL" clId="{CD11030C-D4AC-4F37-A72F-13B7307DA009}" dt="2023-10-30T03:21:39.393" v="0"/>
        <pc:sldMkLst>
          <pc:docMk/>
          <pc:sldMk cId="2083618775" sldId="286"/>
        </pc:sldMkLst>
      </pc:sldChg>
      <pc:sldChg chg="add">
        <pc:chgData name="Zailan Arabee Abdul Salam" userId="5bc04053-34d1-46af-a9d4-ff754460ad4b" providerId="ADAL" clId="{CD11030C-D4AC-4F37-A72F-13B7307DA009}" dt="2023-10-30T03:21:39.393" v="0"/>
        <pc:sldMkLst>
          <pc:docMk/>
          <pc:sldMk cId="3831505793" sldId="287"/>
        </pc:sldMkLst>
      </pc:sldChg>
      <pc:sldChg chg="add">
        <pc:chgData name="Zailan Arabee Abdul Salam" userId="5bc04053-34d1-46af-a9d4-ff754460ad4b" providerId="ADAL" clId="{CD11030C-D4AC-4F37-A72F-13B7307DA009}" dt="2023-10-30T03:21:39.393" v="0"/>
        <pc:sldMkLst>
          <pc:docMk/>
          <pc:sldMk cId="0" sldId="288"/>
        </pc:sldMkLst>
      </pc:sldChg>
      <pc:sldChg chg="add">
        <pc:chgData name="Zailan Arabee Abdul Salam" userId="5bc04053-34d1-46af-a9d4-ff754460ad4b" providerId="ADAL" clId="{CD11030C-D4AC-4F37-A72F-13B7307DA009}" dt="2023-10-30T03:21:39.393" v="0"/>
        <pc:sldMkLst>
          <pc:docMk/>
          <pc:sldMk cId="1147883940" sldId="289"/>
        </pc:sldMkLst>
      </pc:sldChg>
      <pc:sldChg chg="add">
        <pc:chgData name="Zailan Arabee Abdul Salam" userId="5bc04053-34d1-46af-a9d4-ff754460ad4b" providerId="ADAL" clId="{CD11030C-D4AC-4F37-A72F-13B7307DA009}" dt="2023-10-30T03:21:39.393" v="0"/>
        <pc:sldMkLst>
          <pc:docMk/>
          <pc:sldMk cId="1929223683" sldId="290"/>
        </pc:sldMkLst>
      </pc:sldChg>
      <pc:sldChg chg="add">
        <pc:chgData name="Zailan Arabee Abdul Salam" userId="5bc04053-34d1-46af-a9d4-ff754460ad4b" providerId="ADAL" clId="{CD11030C-D4AC-4F37-A72F-13B7307DA009}" dt="2023-10-30T03:21:39.393" v="0"/>
        <pc:sldMkLst>
          <pc:docMk/>
          <pc:sldMk cId="0" sldId="291"/>
        </pc:sldMkLst>
      </pc:sldChg>
      <pc:sldChg chg="add">
        <pc:chgData name="Zailan Arabee Abdul Salam" userId="5bc04053-34d1-46af-a9d4-ff754460ad4b" providerId="ADAL" clId="{CD11030C-D4AC-4F37-A72F-13B7307DA009}" dt="2023-10-30T03:21:39.393" v="0"/>
        <pc:sldMkLst>
          <pc:docMk/>
          <pc:sldMk cId="0" sldId="293"/>
        </pc:sldMkLst>
      </pc:sldChg>
      <pc:sldChg chg="add">
        <pc:chgData name="Zailan Arabee Abdul Salam" userId="5bc04053-34d1-46af-a9d4-ff754460ad4b" providerId="ADAL" clId="{CD11030C-D4AC-4F37-A72F-13B7307DA009}" dt="2023-10-30T03:21:39.393" v="0"/>
        <pc:sldMkLst>
          <pc:docMk/>
          <pc:sldMk cId="14364869" sldId="294"/>
        </pc:sldMkLst>
      </pc:sldChg>
      <pc:sldChg chg="add">
        <pc:chgData name="Zailan Arabee Abdul Salam" userId="5bc04053-34d1-46af-a9d4-ff754460ad4b" providerId="ADAL" clId="{CD11030C-D4AC-4F37-A72F-13B7307DA009}" dt="2023-10-30T03:21:39.393" v="0"/>
        <pc:sldMkLst>
          <pc:docMk/>
          <pc:sldMk cId="393804965" sldId="295"/>
        </pc:sldMkLst>
      </pc:sldChg>
      <pc:sldChg chg="add">
        <pc:chgData name="Zailan Arabee Abdul Salam" userId="5bc04053-34d1-46af-a9d4-ff754460ad4b" providerId="ADAL" clId="{CD11030C-D4AC-4F37-A72F-13B7307DA009}" dt="2023-10-30T03:21:39.393" v="0"/>
        <pc:sldMkLst>
          <pc:docMk/>
          <pc:sldMk cId="4053078876" sldId="296"/>
        </pc:sldMkLst>
      </pc:sldChg>
      <pc:sldChg chg="add">
        <pc:chgData name="Zailan Arabee Abdul Salam" userId="5bc04053-34d1-46af-a9d4-ff754460ad4b" providerId="ADAL" clId="{CD11030C-D4AC-4F37-A72F-13B7307DA009}" dt="2023-10-30T03:21:39.393" v="0"/>
        <pc:sldMkLst>
          <pc:docMk/>
          <pc:sldMk cId="3067589673" sldId="297"/>
        </pc:sldMkLst>
      </pc:sldChg>
      <pc:sldChg chg="add">
        <pc:chgData name="Zailan Arabee Abdul Salam" userId="5bc04053-34d1-46af-a9d4-ff754460ad4b" providerId="ADAL" clId="{CD11030C-D4AC-4F37-A72F-13B7307DA009}" dt="2023-10-30T03:21:39.393" v="0"/>
        <pc:sldMkLst>
          <pc:docMk/>
          <pc:sldMk cId="0" sldId="298"/>
        </pc:sldMkLst>
      </pc:sldChg>
      <pc:sldChg chg="add">
        <pc:chgData name="Zailan Arabee Abdul Salam" userId="5bc04053-34d1-46af-a9d4-ff754460ad4b" providerId="ADAL" clId="{CD11030C-D4AC-4F37-A72F-13B7307DA009}" dt="2023-10-30T03:21:39.393" v="0"/>
        <pc:sldMkLst>
          <pc:docMk/>
          <pc:sldMk cId="0" sldId="299"/>
        </pc:sldMkLst>
      </pc:sldChg>
      <pc:sldChg chg="add">
        <pc:chgData name="Zailan Arabee Abdul Salam" userId="5bc04053-34d1-46af-a9d4-ff754460ad4b" providerId="ADAL" clId="{CD11030C-D4AC-4F37-A72F-13B7307DA009}" dt="2023-10-30T03:21:39.393" v="0"/>
        <pc:sldMkLst>
          <pc:docMk/>
          <pc:sldMk cId="0" sldId="300"/>
        </pc:sldMkLst>
      </pc:sldChg>
      <pc:sldChg chg="add">
        <pc:chgData name="Zailan Arabee Abdul Salam" userId="5bc04053-34d1-46af-a9d4-ff754460ad4b" providerId="ADAL" clId="{CD11030C-D4AC-4F37-A72F-13B7307DA009}" dt="2023-10-30T03:21:39.393" v="0"/>
        <pc:sldMkLst>
          <pc:docMk/>
          <pc:sldMk cId="0" sldId="301"/>
        </pc:sldMkLst>
      </pc:sldChg>
      <pc:sldChg chg="add">
        <pc:chgData name="Zailan Arabee Abdul Salam" userId="5bc04053-34d1-46af-a9d4-ff754460ad4b" providerId="ADAL" clId="{CD11030C-D4AC-4F37-A72F-13B7307DA009}" dt="2023-10-30T03:21:39.393" v="0"/>
        <pc:sldMkLst>
          <pc:docMk/>
          <pc:sldMk cId="0" sldId="302"/>
        </pc:sldMkLst>
      </pc:sldChg>
      <pc:sldChg chg="add">
        <pc:chgData name="Zailan Arabee Abdul Salam" userId="5bc04053-34d1-46af-a9d4-ff754460ad4b" providerId="ADAL" clId="{CD11030C-D4AC-4F37-A72F-13B7307DA009}" dt="2023-10-30T03:21:39.393" v="0"/>
        <pc:sldMkLst>
          <pc:docMk/>
          <pc:sldMk cId="0" sldId="303"/>
        </pc:sldMkLst>
      </pc:sldChg>
      <pc:sldChg chg="del">
        <pc:chgData name="Zailan Arabee Abdul Salam" userId="5bc04053-34d1-46af-a9d4-ff754460ad4b" providerId="ADAL" clId="{CD11030C-D4AC-4F37-A72F-13B7307DA009}" dt="2023-10-30T03:22:14.857" v="3" actId="47"/>
        <pc:sldMkLst>
          <pc:docMk/>
          <pc:sldMk cId="1222172671" sldId="305"/>
        </pc:sldMkLst>
      </pc:sldChg>
      <pc:sldChg chg="del">
        <pc:chgData name="Zailan Arabee Abdul Salam" userId="5bc04053-34d1-46af-a9d4-ff754460ad4b" providerId="ADAL" clId="{CD11030C-D4AC-4F37-A72F-13B7307DA009}" dt="2023-10-30T03:22:14.857" v="3" actId="47"/>
        <pc:sldMkLst>
          <pc:docMk/>
          <pc:sldMk cId="1147692581" sldId="306"/>
        </pc:sldMkLst>
      </pc:sldChg>
      <pc:sldChg chg="del">
        <pc:chgData name="Zailan Arabee Abdul Salam" userId="5bc04053-34d1-46af-a9d4-ff754460ad4b" providerId="ADAL" clId="{CD11030C-D4AC-4F37-A72F-13B7307DA009}" dt="2023-10-30T03:22:14.857" v="3" actId="47"/>
        <pc:sldMkLst>
          <pc:docMk/>
          <pc:sldMk cId="2453307536" sldId="307"/>
        </pc:sldMkLst>
      </pc:sldChg>
      <pc:sldChg chg="del">
        <pc:chgData name="Zailan Arabee Abdul Salam" userId="5bc04053-34d1-46af-a9d4-ff754460ad4b" providerId="ADAL" clId="{CD11030C-D4AC-4F37-A72F-13B7307DA009}" dt="2023-10-30T03:22:14.857" v="3" actId="47"/>
        <pc:sldMkLst>
          <pc:docMk/>
          <pc:sldMk cId="3726883340" sldId="308"/>
        </pc:sldMkLst>
      </pc:sldChg>
      <pc:sldChg chg="del">
        <pc:chgData name="Zailan Arabee Abdul Salam" userId="5bc04053-34d1-46af-a9d4-ff754460ad4b" providerId="ADAL" clId="{CD11030C-D4AC-4F37-A72F-13B7307DA009}" dt="2023-10-30T03:22:14.857" v="3" actId="47"/>
        <pc:sldMkLst>
          <pc:docMk/>
          <pc:sldMk cId="2877144264" sldId="309"/>
        </pc:sldMkLst>
      </pc:sldChg>
      <pc:sldChg chg="del">
        <pc:chgData name="Zailan Arabee Abdul Salam" userId="5bc04053-34d1-46af-a9d4-ff754460ad4b" providerId="ADAL" clId="{CD11030C-D4AC-4F37-A72F-13B7307DA009}" dt="2023-10-30T03:22:14.857" v="3" actId="47"/>
        <pc:sldMkLst>
          <pc:docMk/>
          <pc:sldMk cId="2002936326" sldId="310"/>
        </pc:sldMkLst>
      </pc:sldChg>
      <pc:sldChg chg="add">
        <pc:chgData name="Zailan Arabee Abdul Salam" userId="5bc04053-34d1-46af-a9d4-ff754460ad4b" providerId="ADAL" clId="{CD11030C-D4AC-4F37-A72F-13B7307DA009}" dt="2023-10-30T03:21:39.393" v="0"/>
        <pc:sldMkLst>
          <pc:docMk/>
          <pc:sldMk cId="0" sldId="311"/>
        </pc:sldMkLst>
      </pc:sldChg>
      <pc:sldChg chg="add">
        <pc:chgData name="Zailan Arabee Abdul Salam" userId="5bc04053-34d1-46af-a9d4-ff754460ad4b" providerId="ADAL" clId="{CD11030C-D4AC-4F37-A72F-13B7307DA009}" dt="2023-10-30T03:21:39.393" v="0"/>
        <pc:sldMkLst>
          <pc:docMk/>
          <pc:sldMk cId="0" sldId="312"/>
        </pc:sldMkLst>
      </pc:sldChg>
      <pc:sldChg chg="add">
        <pc:chgData name="Zailan Arabee Abdul Salam" userId="5bc04053-34d1-46af-a9d4-ff754460ad4b" providerId="ADAL" clId="{CD11030C-D4AC-4F37-A72F-13B7307DA009}" dt="2023-10-30T03:21:39.393" v="0"/>
        <pc:sldMkLst>
          <pc:docMk/>
          <pc:sldMk cId="0" sldId="315"/>
        </pc:sldMkLst>
      </pc:sldChg>
      <pc:sldChg chg="del">
        <pc:chgData name="Zailan Arabee Abdul Salam" userId="5bc04053-34d1-46af-a9d4-ff754460ad4b" providerId="ADAL" clId="{CD11030C-D4AC-4F37-A72F-13B7307DA009}" dt="2023-10-30T03:21:43.693" v="1" actId="47"/>
        <pc:sldMkLst>
          <pc:docMk/>
          <pc:sldMk cId="3591373730" sldId="317"/>
        </pc:sldMkLst>
      </pc:sldChg>
      <pc:sldChg chg="add">
        <pc:chgData name="Zailan Arabee Abdul Salam" userId="5bc04053-34d1-46af-a9d4-ff754460ad4b" providerId="ADAL" clId="{CD11030C-D4AC-4F37-A72F-13B7307DA009}" dt="2023-10-30T03:21:39.393" v="0"/>
        <pc:sldMkLst>
          <pc:docMk/>
          <pc:sldMk cId="0" sldId="318"/>
        </pc:sldMkLst>
      </pc:sldChg>
      <pc:sldChg chg="add">
        <pc:chgData name="Zailan Arabee Abdul Salam" userId="5bc04053-34d1-46af-a9d4-ff754460ad4b" providerId="ADAL" clId="{CD11030C-D4AC-4F37-A72F-13B7307DA009}" dt="2023-10-30T03:21:39.393" v="0"/>
        <pc:sldMkLst>
          <pc:docMk/>
          <pc:sldMk cId="0" sldId="319"/>
        </pc:sldMkLst>
      </pc:sldChg>
      <pc:sldChg chg="add">
        <pc:chgData name="Zailan Arabee Abdul Salam" userId="5bc04053-34d1-46af-a9d4-ff754460ad4b" providerId="ADAL" clId="{CD11030C-D4AC-4F37-A72F-13B7307DA009}" dt="2023-10-30T03:21:39.393" v="0"/>
        <pc:sldMkLst>
          <pc:docMk/>
          <pc:sldMk cId="0" sldId="320"/>
        </pc:sldMkLst>
      </pc:sldChg>
      <pc:sldChg chg="add">
        <pc:chgData name="Zailan Arabee Abdul Salam" userId="5bc04053-34d1-46af-a9d4-ff754460ad4b" providerId="ADAL" clId="{CD11030C-D4AC-4F37-A72F-13B7307DA009}" dt="2023-10-30T03:21:39.393" v="0"/>
        <pc:sldMkLst>
          <pc:docMk/>
          <pc:sldMk cId="0" sldId="321"/>
        </pc:sldMkLst>
      </pc:sldChg>
      <pc:sldChg chg="add">
        <pc:chgData name="Zailan Arabee Abdul Salam" userId="5bc04053-34d1-46af-a9d4-ff754460ad4b" providerId="ADAL" clId="{CD11030C-D4AC-4F37-A72F-13B7307DA009}" dt="2023-10-30T03:21:39.393" v="0"/>
        <pc:sldMkLst>
          <pc:docMk/>
          <pc:sldMk cId="2528312682" sldId="323"/>
        </pc:sldMkLst>
      </pc:sldChg>
      <pc:sldChg chg="add">
        <pc:chgData name="Zailan Arabee Abdul Salam" userId="5bc04053-34d1-46af-a9d4-ff754460ad4b" providerId="ADAL" clId="{CD11030C-D4AC-4F37-A72F-13B7307DA009}" dt="2023-10-30T03:21:39.393" v="0"/>
        <pc:sldMkLst>
          <pc:docMk/>
          <pc:sldMk cId="0" sldId="324"/>
        </pc:sldMkLst>
      </pc:sldChg>
      <pc:sldChg chg="add">
        <pc:chgData name="Zailan Arabee Abdul Salam" userId="5bc04053-34d1-46af-a9d4-ff754460ad4b" providerId="ADAL" clId="{CD11030C-D4AC-4F37-A72F-13B7307DA009}" dt="2023-10-30T03:21:39.393" v="0"/>
        <pc:sldMkLst>
          <pc:docMk/>
          <pc:sldMk cId="0" sldId="325"/>
        </pc:sldMkLst>
      </pc:sldChg>
      <pc:sldChg chg="add">
        <pc:chgData name="Zailan Arabee Abdul Salam" userId="5bc04053-34d1-46af-a9d4-ff754460ad4b" providerId="ADAL" clId="{CD11030C-D4AC-4F37-A72F-13B7307DA009}" dt="2023-10-30T03:21:39.393" v="0"/>
        <pc:sldMkLst>
          <pc:docMk/>
          <pc:sldMk cId="0" sldId="326"/>
        </pc:sldMkLst>
      </pc:sldChg>
      <pc:sldChg chg="add">
        <pc:chgData name="Zailan Arabee Abdul Salam" userId="5bc04053-34d1-46af-a9d4-ff754460ad4b" providerId="ADAL" clId="{CD11030C-D4AC-4F37-A72F-13B7307DA009}" dt="2023-10-30T03:21:39.393" v="0"/>
        <pc:sldMkLst>
          <pc:docMk/>
          <pc:sldMk cId="0" sldId="329"/>
        </pc:sldMkLst>
      </pc:sldChg>
      <pc:sldChg chg="add">
        <pc:chgData name="Zailan Arabee Abdul Salam" userId="5bc04053-34d1-46af-a9d4-ff754460ad4b" providerId="ADAL" clId="{CD11030C-D4AC-4F37-A72F-13B7307DA009}" dt="2023-10-30T03:21:39.393" v="0"/>
        <pc:sldMkLst>
          <pc:docMk/>
          <pc:sldMk cId="0" sldId="330"/>
        </pc:sldMkLst>
      </pc:sldChg>
      <pc:sldChg chg="add">
        <pc:chgData name="Zailan Arabee Abdul Salam" userId="5bc04053-34d1-46af-a9d4-ff754460ad4b" providerId="ADAL" clId="{CD11030C-D4AC-4F37-A72F-13B7307DA009}" dt="2023-10-30T03:21:39.393" v="0"/>
        <pc:sldMkLst>
          <pc:docMk/>
          <pc:sldMk cId="0" sldId="331"/>
        </pc:sldMkLst>
      </pc:sldChg>
      <pc:sldChg chg="add">
        <pc:chgData name="Zailan Arabee Abdul Salam" userId="5bc04053-34d1-46af-a9d4-ff754460ad4b" providerId="ADAL" clId="{CD11030C-D4AC-4F37-A72F-13B7307DA009}" dt="2023-10-30T03:21:39.393" v="0"/>
        <pc:sldMkLst>
          <pc:docMk/>
          <pc:sldMk cId="764497266" sldId="332"/>
        </pc:sldMkLst>
      </pc:sldChg>
      <pc:sldChg chg="add">
        <pc:chgData name="Zailan Arabee Abdul Salam" userId="5bc04053-34d1-46af-a9d4-ff754460ad4b" providerId="ADAL" clId="{CD11030C-D4AC-4F37-A72F-13B7307DA009}" dt="2023-10-30T03:21:39.393" v="0"/>
        <pc:sldMkLst>
          <pc:docMk/>
          <pc:sldMk cId="0" sldId="333"/>
        </pc:sldMkLst>
      </pc:sldChg>
      <pc:sldChg chg="add">
        <pc:chgData name="Zailan Arabee Abdul Salam" userId="5bc04053-34d1-46af-a9d4-ff754460ad4b" providerId="ADAL" clId="{CD11030C-D4AC-4F37-A72F-13B7307DA009}" dt="2023-10-30T03:21:39.393" v="0"/>
        <pc:sldMkLst>
          <pc:docMk/>
          <pc:sldMk cId="63747284" sldId="334"/>
        </pc:sldMkLst>
      </pc:sldChg>
      <pc:sldChg chg="add">
        <pc:chgData name="Zailan Arabee Abdul Salam" userId="5bc04053-34d1-46af-a9d4-ff754460ad4b" providerId="ADAL" clId="{CD11030C-D4AC-4F37-A72F-13B7307DA009}" dt="2023-10-30T03:21:39.393" v="0"/>
        <pc:sldMkLst>
          <pc:docMk/>
          <pc:sldMk cId="2581059157" sldId="384"/>
        </pc:sldMkLst>
      </pc:sldChg>
      <pc:sldChg chg="add">
        <pc:chgData name="Zailan Arabee Abdul Salam" userId="5bc04053-34d1-46af-a9d4-ff754460ad4b" providerId="ADAL" clId="{CD11030C-D4AC-4F37-A72F-13B7307DA009}" dt="2023-10-30T03:21:39.393" v="0"/>
        <pc:sldMkLst>
          <pc:docMk/>
          <pc:sldMk cId="1732822587" sldId="385"/>
        </pc:sldMkLst>
      </pc:sldChg>
      <pc:sldChg chg="add">
        <pc:chgData name="Zailan Arabee Abdul Salam" userId="5bc04053-34d1-46af-a9d4-ff754460ad4b" providerId="ADAL" clId="{CD11030C-D4AC-4F37-A72F-13B7307DA009}" dt="2023-10-30T03:21:39.393" v="0"/>
        <pc:sldMkLst>
          <pc:docMk/>
          <pc:sldMk cId="1800784675" sldId="386"/>
        </pc:sldMkLst>
      </pc:sldChg>
      <pc:sldChg chg="add">
        <pc:chgData name="Zailan Arabee Abdul Salam" userId="5bc04053-34d1-46af-a9d4-ff754460ad4b" providerId="ADAL" clId="{CD11030C-D4AC-4F37-A72F-13B7307DA009}" dt="2023-10-30T03:21:39.393" v="0"/>
        <pc:sldMkLst>
          <pc:docMk/>
          <pc:sldMk cId="509633848" sldId="387"/>
        </pc:sldMkLst>
      </pc:sldChg>
      <pc:sldChg chg="add">
        <pc:chgData name="Zailan Arabee Abdul Salam" userId="5bc04053-34d1-46af-a9d4-ff754460ad4b" providerId="ADAL" clId="{CD11030C-D4AC-4F37-A72F-13B7307DA009}" dt="2023-10-30T03:21:39.393" v="0"/>
        <pc:sldMkLst>
          <pc:docMk/>
          <pc:sldMk cId="0" sldId="388"/>
        </pc:sldMkLst>
      </pc:sldChg>
      <pc:sldChg chg="add">
        <pc:chgData name="Zailan Arabee Abdul Salam" userId="5bc04053-34d1-46af-a9d4-ff754460ad4b" providerId="ADAL" clId="{CD11030C-D4AC-4F37-A72F-13B7307DA009}" dt="2023-10-30T03:21:39.393" v="0"/>
        <pc:sldMkLst>
          <pc:docMk/>
          <pc:sldMk cId="728493372" sldId="389"/>
        </pc:sldMkLst>
      </pc:sldChg>
      <pc:sldChg chg="add">
        <pc:chgData name="Zailan Arabee Abdul Salam" userId="5bc04053-34d1-46af-a9d4-ff754460ad4b" providerId="ADAL" clId="{CD11030C-D4AC-4F37-A72F-13B7307DA009}" dt="2023-10-30T03:21:39.393" v="0"/>
        <pc:sldMkLst>
          <pc:docMk/>
          <pc:sldMk cId="2543501658" sldId="390"/>
        </pc:sldMkLst>
      </pc:sldChg>
      <pc:sldChg chg="add">
        <pc:chgData name="Zailan Arabee Abdul Salam" userId="5bc04053-34d1-46af-a9d4-ff754460ad4b" providerId="ADAL" clId="{CD11030C-D4AC-4F37-A72F-13B7307DA009}" dt="2023-10-30T03:21:39.393" v="0"/>
        <pc:sldMkLst>
          <pc:docMk/>
          <pc:sldMk cId="4253409991" sldId="391"/>
        </pc:sldMkLst>
      </pc:sldChg>
      <pc:sldChg chg="add">
        <pc:chgData name="Zailan Arabee Abdul Salam" userId="5bc04053-34d1-46af-a9d4-ff754460ad4b" providerId="ADAL" clId="{CD11030C-D4AC-4F37-A72F-13B7307DA009}" dt="2023-10-30T03:21:39.393" v="0"/>
        <pc:sldMkLst>
          <pc:docMk/>
          <pc:sldMk cId="0" sldId="392"/>
        </pc:sldMkLst>
      </pc:sldChg>
      <pc:sldChg chg="add">
        <pc:chgData name="Zailan Arabee Abdul Salam" userId="5bc04053-34d1-46af-a9d4-ff754460ad4b" providerId="ADAL" clId="{CD11030C-D4AC-4F37-A72F-13B7307DA009}" dt="2023-10-30T03:21:39.393" v="0"/>
        <pc:sldMkLst>
          <pc:docMk/>
          <pc:sldMk cId="0" sldId="393"/>
        </pc:sldMkLst>
      </pc:sldChg>
      <pc:sldChg chg="add">
        <pc:chgData name="Zailan Arabee Abdul Salam" userId="5bc04053-34d1-46af-a9d4-ff754460ad4b" providerId="ADAL" clId="{CD11030C-D4AC-4F37-A72F-13B7307DA009}" dt="2023-10-30T03:21:39.393" v="0"/>
        <pc:sldMkLst>
          <pc:docMk/>
          <pc:sldMk cId="0" sldId="394"/>
        </pc:sldMkLst>
      </pc:sldChg>
      <pc:sldChg chg="add">
        <pc:chgData name="Zailan Arabee Abdul Salam" userId="5bc04053-34d1-46af-a9d4-ff754460ad4b" providerId="ADAL" clId="{CD11030C-D4AC-4F37-A72F-13B7307DA009}" dt="2023-10-30T03:21:39.393" v="0"/>
        <pc:sldMkLst>
          <pc:docMk/>
          <pc:sldMk cId="0" sldId="395"/>
        </pc:sldMkLst>
      </pc:sldChg>
      <pc:sldChg chg="add">
        <pc:chgData name="Zailan Arabee Abdul Salam" userId="5bc04053-34d1-46af-a9d4-ff754460ad4b" providerId="ADAL" clId="{CD11030C-D4AC-4F37-A72F-13B7307DA009}" dt="2023-10-30T03:21:39.393" v="0"/>
        <pc:sldMkLst>
          <pc:docMk/>
          <pc:sldMk cId="0" sldId="396"/>
        </pc:sldMkLst>
      </pc:sldChg>
    </pc:docChg>
  </pc:docChgLst>
  <pc:docChgLst>
    <pc:chgData name="Zailan Arabee Abdul Salam" userId="5bc04053-34d1-46af-a9d4-ff754460ad4b" providerId="ADAL" clId="{C5E37630-7F31-42CB-A75B-0E1898EBEE4C}"/>
    <pc:docChg chg="addSld delSld modSld modSection">
      <pc:chgData name="Zailan Arabee Abdul Salam" userId="5bc04053-34d1-46af-a9d4-ff754460ad4b" providerId="ADAL" clId="{C5E37630-7F31-42CB-A75B-0E1898EBEE4C}" dt="2023-11-06T04:57:45.892" v="3" actId="47"/>
      <pc:docMkLst>
        <pc:docMk/>
      </pc:docMkLst>
      <pc:sldChg chg="modSp add mod">
        <pc:chgData name="Zailan Arabee Abdul Salam" userId="5bc04053-34d1-46af-a9d4-ff754460ad4b" providerId="ADAL" clId="{C5E37630-7F31-42CB-A75B-0E1898EBEE4C}" dt="2023-11-06T04:57:34.791" v="2" actId="207"/>
        <pc:sldMkLst>
          <pc:docMk/>
          <pc:sldMk cId="0" sldId="318"/>
        </pc:sldMkLst>
        <pc:spChg chg="mod">
          <ac:chgData name="Zailan Arabee Abdul Salam" userId="5bc04053-34d1-46af-a9d4-ff754460ad4b" providerId="ADAL" clId="{C5E37630-7F31-42CB-A75B-0E1898EBEE4C}" dt="2023-11-06T04:57:34.791" v="2" actId="207"/>
          <ac:spMkLst>
            <pc:docMk/>
            <pc:sldMk cId="0" sldId="318"/>
            <ac:spMk id="4" creationId="{D68FCF2F-A9E6-42D8-A634-61101F28B31B}"/>
          </ac:spMkLst>
        </pc:spChg>
      </pc:sldChg>
      <pc:sldChg chg="add">
        <pc:chgData name="Zailan Arabee Abdul Salam" userId="5bc04053-34d1-46af-a9d4-ff754460ad4b" providerId="ADAL" clId="{C5E37630-7F31-42CB-A75B-0E1898EBEE4C}" dt="2023-11-06T04:57:28.955" v="0"/>
        <pc:sldMkLst>
          <pc:docMk/>
          <pc:sldMk cId="0" sldId="384"/>
        </pc:sldMkLst>
      </pc:sldChg>
      <pc:sldChg chg="add">
        <pc:chgData name="Zailan Arabee Abdul Salam" userId="5bc04053-34d1-46af-a9d4-ff754460ad4b" providerId="ADAL" clId="{C5E37630-7F31-42CB-A75B-0E1898EBEE4C}" dt="2023-11-06T04:57:28.955" v="0"/>
        <pc:sldMkLst>
          <pc:docMk/>
          <pc:sldMk cId="0" sldId="385"/>
        </pc:sldMkLst>
      </pc:sldChg>
      <pc:sldChg chg="add">
        <pc:chgData name="Zailan Arabee Abdul Salam" userId="5bc04053-34d1-46af-a9d4-ff754460ad4b" providerId="ADAL" clId="{C5E37630-7F31-42CB-A75B-0E1898EBEE4C}" dt="2023-11-06T04:57:28.955" v="0"/>
        <pc:sldMkLst>
          <pc:docMk/>
          <pc:sldMk cId="0" sldId="386"/>
        </pc:sldMkLst>
      </pc:sldChg>
      <pc:sldChg chg="modSp add modNotes">
        <pc:chgData name="Zailan Arabee Abdul Salam" userId="5bc04053-34d1-46af-a9d4-ff754460ad4b" providerId="ADAL" clId="{C5E37630-7F31-42CB-A75B-0E1898EBEE4C}" dt="2023-11-06T04:57:28.955" v="0"/>
        <pc:sldMkLst>
          <pc:docMk/>
          <pc:sldMk cId="0" sldId="387"/>
        </pc:sldMkLst>
        <pc:spChg chg="mod">
          <ac:chgData name="Zailan Arabee Abdul Salam" userId="5bc04053-34d1-46af-a9d4-ff754460ad4b" providerId="ADAL" clId="{C5E37630-7F31-42CB-A75B-0E1898EBEE4C}" dt="2023-11-06T04:57:28.955" v="0"/>
          <ac:spMkLst>
            <pc:docMk/>
            <pc:sldMk cId="0" sldId="387"/>
            <ac:spMk id="24579" creationId="{A77C2343-19FD-4056-B50B-7ACB1DDDFE32}"/>
          </ac:spMkLst>
        </pc:spChg>
      </pc:sldChg>
      <pc:sldChg chg="add">
        <pc:chgData name="Zailan Arabee Abdul Salam" userId="5bc04053-34d1-46af-a9d4-ff754460ad4b" providerId="ADAL" clId="{C5E37630-7F31-42CB-A75B-0E1898EBEE4C}" dt="2023-11-06T04:57:28.955" v="0"/>
        <pc:sldMkLst>
          <pc:docMk/>
          <pc:sldMk cId="0" sldId="388"/>
        </pc:sldMkLst>
      </pc:sldChg>
      <pc:sldChg chg="add">
        <pc:chgData name="Zailan Arabee Abdul Salam" userId="5bc04053-34d1-46af-a9d4-ff754460ad4b" providerId="ADAL" clId="{C5E37630-7F31-42CB-A75B-0E1898EBEE4C}" dt="2023-11-06T04:57:28.955" v="0"/>
        <pc:sldMkLst>
          <pc:docMk/>
          <pc:sldMk cId="0" sldId="389"/>
        </pc:sldMkLst>
      </pc:sldChg>
      <pc:sldChg chg="add">
        <pc:chgData name="Zailan Arabee Abdul Salam" userId="5bc04053-34d1-46af-a9d4-ff754460ad4b" providerId="ADAL" clId="{C5E37630-7F31-42CB-A75B-0E1898EBEE4C}" dt="2023-11-06T04:57:28.955" v="0"/>
        <pc:sldMkLst>
          <pc:docMk/>
          <pc:sldMk cId="0" sldId="390"/>
        </pc:sldMkLst>
      </pc:sldChg>
      <pc:sldChg chg="add">
        <pc:chgData name="Zailan Arabee Abdul Salam" userId="5bc04053-34d1-46af-a9d4-ff754460ad4b" providerId="ADAL" clId="{C5E37630-7F31-42CB-A75B-0E1898EBEE4C}" dt="2023-11-06T04:57:28.955" v="0"/>
        <pc:sldMkLst>
          <pc:docMk/>
          <pc:sldMk cId="0" sldId="391"/>
        </pc:sldMkLst>
      </pc:sldChg>
      <pc:sldChg chg="modSp add modNotes">
        <pc:chgData name="Zailan Arabee Abdul Salam" userId="5bc04053-34d1-46af-a9d4-ff754460ad4b" providerId="ADAL" clId="{C5E37630-7F31-42CB-A75B-0E1898EBEE4C}" dt="2023-11-06T04:57:28.955" v="0"/>
        <pc:sldMkLst>
          <pc:docMk/>
          <pc:sldMk cId="0" sldId="392"/>
        </pc:sldMkLst>
        <pc:spChg chg="mod">
          <ac:chgData name="Zailan Arabee Abdul Salam" userId="5bc04053-34d1-46af-a9d4-ff754460ad4b" providerId="ADAL" clId="{C5E37630-7F31-42CB-A75B-0E1898EBEE4C}" dt="2023-11-06T04:57:28.955" v="0"/>
          <ac:spMkLst>
            <pc:docMk/>
            <pc:sldMk cId="0" sldId="392"/>
            <ac:spMk id="34819" creationId="{03FDBDE7-B4F2-4DC2-B537-F9EDB43D3220}"/>
          </ac:spMkLst>
        </pc:spChg>
      </pc:sldChg>
      <pc:sldChg chg="add">
        <pc:chgData name="Zailan Arabee Abdul Salam" userId="5bc04053-34d1-46af-a9d4-ff754460ad4b" providerId="ADAL" clId="{C5E37630-7F31-42CB-A75B-0E1898EBEE4C}" dt="2023-11-06T04:57:28.955" v="0"/>
        <pc:sldMkLst>
          <pc:docMk/>
          <pc:sldMk cId="0" sldId="393"/>
        </pc:sldMkLst>
      </pc:sldChg>
      <pc:sldChg chg="add">
        <pc:chgData name="Zailan Arabee Abdul Salam" userId="5bc04053-34d1-46af-a9d4-ff754460ad4b" providerId="ADAL" clId="{C5E37630-7F31-42CB-A75B-0E1898EBEE4C}" dt="2023-11-06T04:57:28.955" v="0"/>
        <pc:sldMkLst>
          <pc:docMk/>
          <pc:sldMk cId="0" sldId="394"/>
        </pc:sldMkLst>
      </pc:sldChg>
      <pc:sldChg chg="modSp add modNotes">
        <pc:chgData name="Zailan Arabee Abdul Salam" userId="5bc04053-34d1-46af-a9d4-ff754460ad4b" providerId="ADAL" clId="{C5E37630-7F31-42CB-A75B-0E1898EBEE4C}" dt="2023-11-06T04:57:28.955" v="0"/>
        <pc:sldMkLst>
          <pc:docMk/>
          <pc:sldMk cId="0" sldId="395"/>
        </pc:sldMkLst>
        <pc:spChg chg="mod">
          <ac:chgData name="Zailan Arabee Abdul Salam" userId="5bc04053-34d1-46af-a9d4-ff754460ad4b" providerId="ADAL" clId="{C5E37630-7F31-42CB-A75B-0E1898EBEE4C}" dt="2023-11-06T04:57:28.955" v="0"/>
          <ac:spMkLst>
            <pc:docMk/>
            <pc:sldMk cId="0" sldId="395"/>
            <ac:spMk id="40963" creationId="{FFEB55BD-AFBD-4216-A2C0-052297B28241}"/>
          </ac:spMkLst>
        </pc:spChg>
      </pc:sldChg>
      <pc:sldChg chg="modSp add modNotes">
        <pc:chgData name="Zailan Arabee Abdul Salam" userId="5bc04053-34d1-46af-a9d4-ff754460ad4b" providerId="ADAL" clId="{C5E37630-7F31-42CB-A75B-0E1898EBEE4C}" dt="2023-11-06T04:57:28.955" v="0"/>
        <pc:sldMkLst>
          <pc:docMk/>
          <pc:sldMk cId="0" sldId="396"/>
        </pc:sldMkLst>
        <pc:spChg chg="mod">
          <ac:chgData name="Zailan Arabee Abdul Salam" userId="5bc04053-34d1-46af-a9d4-ff754460ad4b" providerId="ADAL" clId="{C5E37630-7F31-42CB-A75B-0E1898EBEE4C}" dt="2023-11-06T04:57:28.955" v="0"/>
          <ac:spMkLst>
            <pc:docMk/>
            <pc:sldMk cId="0" sldId="396"/>
            <ac:spMk id="43011" creationId="{B1B3C682-B334-438D-91EC-D84975EF26DB}"/>
          </ac:spMkLst>
        </pc:spChg>
      </pc:sldChg>
      <pc:sldChg chg="modSp add modNotes">
        <pc:chgData name="Zailan Arabee Abdul Salam" userId="5bc04053-34d1-46af-a9d4-ff754460ad4b" providerId="ADAL" clId="{C5E37630-7F31-42CB-A75B-0E1898EBEE4C}" dt="2023-11-06T04:57:28.955" v="0"/>
        <pc:sldMkLst>
          <pc:docMk/>
          <pc:sldMk cId="0" sldId="397"/>
        </pc:sldMkLst>
        <pc:spChg chg="mod">
          <ac:chgData name="Zailan Arabee Abdul Salam" userId="5bc04053-34d1-46af-a9d4-ff754460ad4b" providerId="ADAL" clId="{C5E37630-7F31-42CB-A75B-0E1898EBEE4C}" dt="2023-11-06T04:57:28.955" v="0"/>
          <ac:spMkLst>
            <pc:docMk/>
            <pc:sldMk cId="0" sldId="397"/>
            <ac:spMk id="45058" creationId="{3632B136-7CAA-4397-86B1-5816552A9736}"/>
          </ac:spMkLst>
        </pc:spChg>
      </pc:sldChg>
      <pc:sldChg chg="modSp add modNotes">
        <pc:chgData name="Zailan Arabee Abdul Salam" userId="5bc04053-34d1-46af-a9d4-ff754460ad4b" providerId="ADAL" clId="{C5E37630-7F31-42CB-A75B-0E1898EBEE4C}" dt="2023-11-06T04:57:28.955" v="0"/>
        <pc:sldMkLst>
          <pc:docMk/>
          <pc:sldMk cId="0" sldId="398"/>
        </pc:sldMkLst>
        <pc:spChg chg="mod">
          <ac:chgData name="Zailan Arabee Abdul Salam" userId="5bc04053-34d1-46af-a9d4-ff754460ad4b" providerId="ADAL" clId="{C5E37630-7F31-42CB-A75B-0E1898EBEE4C}" dt="2023-11-06T04:57:28.955" v="0"/>
          <ac:spMkLst>
            <pc:docMk/>
            <pc:sldMk cId="0" sldId="398"/>
            <ac:spMk id="47106" creationId="{7A4FBC10-DFFF-440F-8A1D-6DB498C88572}"/>
          </ac:spMkLst>
        </pc:spChg>
      </pc:sldChg>
      <pc:sldChg chg="add">
        <pc:chgData name="Zailan Arabee Abdul Salam" userId="5bc04053-34d1-46af-a9d4-ff754460ad4b" providerId="ADAL" clId="{C5E37630-7F31-42CB-A75B-0E1898EBEE4C}" dt="2023-11-06T04:57:28.955" v="0"/>
        <pc:sldMkLst>
          <pc:docMk/>
          <pc:sldMk cId="0" sldId="399"/>
        </pc:sldMkLst>
      </pc:sldChg>
      <pc:sldChg chg="add">
        <pc:chgData name="Zailan Arabee Abdul Salam" userId="5bc04053-34d1-46af-a9d4-ff754460ad4b" providerId="ADAL" clId="{C5E37630-7F31-42CB-A75B-0E1898EBEE4C}" dt="2023-11-06T04:57:28.955" v="0"/>
        <pc:sldMkLst>
          <pc:docMk/>
          <pc:sldMk cId="0" sldId="400"/>
        </pc:sldMkLst>
      </pc:sldChg>
      <pc:sldChg chg="add">
        <pc:chgData name="Zailan Arabee Abdul Salam" userId="5bc04053-34d1-46af-a9d4-ff754460ad4b" providerId="ADAL" clId="{C5E37630-7F31-42CB-A75B-0E1898EBEE4C}" dt="2023-11-06T04:57:28.955" v="0"/>
        <pc:sldMkLst>
          <pc:docMk/>
          <pc:sldMk cId="0" sldId="401"/>
        </pc:sldMkLst>
      </pc:sldChg>
      <pc:sldChg chg="add">
        <pc:chgData name="Zailan Arabee Abdul Salam" userId="5bc04053-34d1-46af-a9d4-ff754460ad4b" providerId="ADAL" clId="{C5E37630-7F31-42CB-A75B-0E1898EBEE4C}" dt="2023-11-06T04:57:28.955" v="0"/>
        <pc:sldMkLst>
          <pc:docMk/>
          <pc:sldMk cId="0" sldId="402"/>
        </pc:sldMkLst>
      </pc:sldChg>
      <pc:sldChg chg="add">
        <pc:chgData name="Zailan Arabee Abdul Salam" userId="5bc04053-34d1-46af-a9d4-ff754460ad4b" providerId="ADAL" clId="{C5E37630-7F31-42CB-A75B-0E1898EBEE4C}" dt="2023-11-06T04:57:28.955" v="0"/>
        <pc:sldMkLst>
          <pc:docMk/>
          <pc:sldMk cId="0" sldId="403"/>
        </pc:sldMkLst>
      </pc:sldChg>
      <pc:sldChg chg="add">
        <pc:chgData name="Zailan Arabee Abdul Salam" userId="5bc04053-34d1-46af-a9d4-ff754460ad4b" providerId="ADAL" clId="{C5E37630-7F31-42CB-A75B-0E1898EBEE4C}" dt="2023-11-06T04:57:28.955" v="0"/>
        <pc:sldMkLst>
          <pc:docMk/>
          <pc:sldMk cId="0" sldId="404"/>
        </pc:sldMkLst>
      </pc:sldChg>
      <pc:sldChg chg="del">
        <pc:chgData name="Zailan Arabee Abdul Salam" userId="5bc04053-34d1-46af-a9d4-ff754460ad4b" providerId="ADAL" clId="{C5E37630-7F31-42CB-A75B-0E1898EBEE4C}" dt="2023-11-06T04:57:30.808" v="1" actId="47"/>
        <pc:sldMkLst>
          <pc:docMk/>
          <pc:sldMk cId="0" sldId="405"/>
        </pc:sldMkLst>
      </pc:sldChg>
      <pc:sldChg chg="del">
        <pc:chgData name="Zailan Arabee Abdul Salam" userId="5bc04053-34d1-46af-a9d4-ff754460ad4b" providerId="ADAL" clId="{C5E37630-7F31-42CB-A75B-0E1898EBEE4C}" dt="2023-11-06T04:57:45.892" v="3" actId="47"/>
        <pc:sldMkLst>
          <pc:docMk/>
          <pc:sldMk cId="0" sldId="406"/>
        </pc:sldMkLst>
      </pc:sldChg>
      <pc:sldChg chg="del">
        <pc:chgData name="Zailan Arabee Abdul Salam" userId="5bc04053-34d1-46af-a9d4-ff754460ad4b" providerId="ADAL" clId="{C5E37630-7F31-42CB-A75B-0E1898EBEE4C}" dt="2023-11-06T04:57:45.892" v="3" actId="47"/>
        <pc:sldMkLst>
          <pc:docMk/>
          <pc:sldMk cId="0" sldId="407"/>
        </pc:sldMkLst>
      </pc:sldChg>
      <pc:sldChg chg="del">
        <pc:chgData name="Zailan Arabee Abdul Salam" userId="5bc04053-34d1-46af-a9d4-ff754460ad4b" providerId="ADAL" clId="{C5E37630-7F31-42CB-A75B-0E1898EBEE4C}" dt="2023-11-06T04:57:45.892" v="3" actId="47"/>
        <pc:sldMkLst>
          <pc:docMk/>
          <pc:sldMk cId="0" sldId="408"/>
        </pc:sldMkLst>
      </pc:sldChg>
      <pc:sldChg chg="del">
        <pc:chgData name="Zailan Arabee Abdul Salam" userId="5bc04053-34d1-46af-a9d4-ff754460ad4b" providerId="ADAL" clId="{C5E37630-7F31-42CB-A75B-0E1898EBEE4C}" dt="2023-11-06T04:57:45.892" v="3" actId="47"/>
        <pc:sldMkLst>
          <pc:docMk/>
          <pc:sldMk cId="0" sldId="409"/>
        </pc:sldMkLst>
      </pc:sldChg>
      <pc:sldChg chg="del">
        <pc:chgData name="Zailan Arabee Abdul Salam" userId="5bc04053-34d1-46af-a9d4-ff754460ad4b" providerId="ADAL" clId="{C5E37630-7F31-42CB-A75B-0E1898EBEE4C}" dt="2023-11-06T04:57:45.892" v="3" actId="47"/>
        <pc:sldMkLst>
          <pc:docMk/>
          <pc:sldMk cId="0" sldId="410"/>
        </pc:sldMkLst>
      </pc:sldChg>
      <pc:sldChg chg="del">
        <pc:chgData name="Zailan Arabee Abdul Salam" userId="5bc04053-34d1-46af-a9d4-ff754460ad4b" providerId="ADAL" clId="{C5E37630-7F31-42CB-A75B-0E1898EBEE4C}" dt="2023-11-06T04:57:45.892" v="3" actId="47"/>
        <pc:sldMkLst>
          <pc:docMk/>
          <pc:sldMk cId="0" sldId="411"/>
        </pc:sldMkLst>
      </pc:sldChg>
      <pc:sldChg chg="del">
        <pc:chgData name="Zailan Arabee Abdul Salam" userId="5bc04053-34d1-46af-a9d4-ff754460ad4b" providerId="ADAL" clId="{C5E37630-7F31-42CB-A75B-0E1898EBEE4C}" dt="2023-11-06T04:57:45.892" v="3" actId="47"/>
        <pc:sldMkLst>
          <pc:docMk/>
          <pc:sldMk cId="0" sldId="412"/>
        </pc:sldMkLst>
      </pc:sldChg>
      <pc:sldChg chg="del">
        <pc:chgData name="Zailan Arabee Abdul Salam" userId="5bc04053-34d1-46af-a9d4-ff754460ad4b" providerId="ADAL" clId="{C5E37630-7F31-42CB-A75B-0E1898EBEE4C}" dt="2023-11-06T04:57:45.892" v="3" actId="47"/>
        <pc:sldMkLst>
          <pc:docMk/>
          <pc:sldMk cId="0" sldId="413"/>
        </pc:sldMkLst>
      </pc:sldChg>
      <pc:sldChg chg="del">
        <pc:chgData name="Zailan Arabee Abdul Salam" userId="5bc04053-34d1-46af-a9d4-ff754460ad4b" providerId="ADAL" clId="{C5E37630-7F31-42CB-A75B-0E1898EBEE4C}" dt="2023-11-06T04:57:45.892" v="3" actId="47"/>
        <pc:sldMkLst>
          <pc:docMk/>
          <pc:sldMk cId="0" sldId="414"/>
        </pc:sldMkLst>
      </pc:sldChg>
      <pc:sldChg chg="del">
        <pc:chgData name="Zailan Arabee Abdul Salam" userId="5bc04053-34d1-46af-a9d4-ff754460ad4b" providerId="ADAL" clId="{C5E37630-7F31-42CB-A75B-0E1898EBEE4C}" dt="2023-11-06T04:57:45.892" v="3" actId="47"/>
        <pc:sldMkLst>
          <pc:docMk/>
          <pc:sldMk cId="0" sldId="415"/>
        </pc:sldMkLst>
      </pc:sldChg>
      <pc:sldChg chg="del">
        <pc:chgData name="Zailan Arabee Abdul Salam" userId="5bc04053-34d1-46af-a9d4-ff754460ad4b" providerId="ADAL" clId="{C5E37630-7F31-42CB-A75B-0E1898EBEE4C}" dt="2023-11-06T04:57:45.892" v="3" actId="47"/>
        <pc:sldMkLst>
          <pc:docMk/>
          <pc:sldMk cId="0" sldId="416"/>
        </pc:sldMkLst>
      </pc:sldChg>
      <pc:sldChg chg="del">
        <pc:chgData name="Zailan Arabee Abdul Salam" userId="5bc04053-34d1-46af-a9d4-ff754460ad4b" providerId="ADAL" clId="{C5E37630-7F31-42CB-A75B-0E1898EBEE4C}" dt="2023-11-06T04:57:45.892" v="3" actId="47"/>
        <pc:sldMkLst>
          <pc:docMk/>
          <pc:sldMk cId="0" sldId="417"/>
        </pc:sldMkLst>
      </pc:sldChg>
      <pc:sldChg chg="del">
        <pc:chgData name="Zailan Arabee Abdul Salam" userId="5bc04053-34d1-46af-a9d4-ff754460ad4b" providerId="ADAL" clId="{C5E37630-7F31-42CB-A75B-0E1898EBEE4C}" dt="2023-11-06T04:57:45.892" v="3" actId="47"/>
        <pc:sldMkLst>
          <pc:docMk/>
          <pc:sldMk cId="0" sldId="418"/>
        </pc:sldMkLst>
      </pc:sldChg>
      <pc:sldChg chg="del">
        <pc:chgData name="Zailan Arabee Abdul Salam" userId="5bc04053-34d1-46af-a9d4-ff754460ad4b" providerId="ADAL" clId="{C5E37630-7F31-42CB-A75B-0E1898EBEE4C}" dt="2023-11-06T04:57:45.892" v="3" actId="47"/>
        <pc:sldMkLst>
          <pc:docMk/>
          <pc:sldMk cId="0" sldId="419"/>
        </pc:sldMkLst>
      </pc:sldChg>
      <pc:sldChg chg="del">
        <pc:chgData name="Zailan Arabee Abdul Salam" userId="5bc04053-34d1-46af-a9d4-ff754460ad4b" providerId="ADAL" clId="{C5E37630-7F31-42CB-A75B-0E1898EBEE4C}" dt="2023-11-06T04:57:45.892" v="3" actId="47"/>
        <pc:sldMkLst>
          <pc:docMk/>
          <pc:sldMk cId="0" sldId="420"/>
        </pc:sldMkLst>
      </pc:sldChg>
      <pc:sldChg chg="del">
        <pc:chgData name="Zailan Arabee Abdul Salam" userId="5bc04053-34d1-46af-a9d4-ff754460ad4b" providerId="ADAL" clId="{C5E37630-7F31-42CB-A75B-0E1898EBEE4C}" dt="2023-11-06T04:57:45.892" v="3" actId="47"/>
        <pc:sldMkLst>
          <pc:docMk/>
          <pc:sldMk cId="0" sldId="421"/>
        </pc:sldMkLst>
      </pc:sldChg>
      <pc:sldChg chg="del">
        <pc:chgData name="Zailan Arabee Abdul Salam" userId="5bc04053-34d1-46af-a9d4-ff754460ad4b" providerId="ADAL" clId="{C5E37630-7F31-42CB-A75B-0E1898EBEE4C}" dt="2023-11-06T04:57:45.892" v="3" actId="47"/>
        <pc:sldMkLst>
          <pc:docMk/>
          <pc:sldMk cId="0" sldId="422"/>
        </pc:sldMkLst>
      </pc:sldChg>
      <pc:sldChg chg="del">
        <pc:chgData name="Zailan Arabee Abdul Salam" userId="5bc04053-34d1-46af-a9d4-ff754460ad4b" providerId="ADAL" clId="{C5E37630-7F31-42CB-A75B-0E1898EBEE4C}" dt="2023-11-06T04:57:45.892" v="3" actId="47"/>
        <pc:sldMkLst>
          <pc:docMk/>
          <pc:sldMk cId="0" sldId="423"/>
        </pc:sldMkLst>
      </pc:sldChg>
      <pc:sldChg chg="del">
        <pc:chgData name="Zailan Arabee Abdul Salam" userId="5bc04053-34d1-46af-a9d4-ff754460ad4b" providerId="ADAL" clId="{C5E37630-7F31-42CB-A75B-0E1898EBEE4C}" dt="2023-11-06T04:57:45.892" v="3" actId="47"/>
        <pc:sldMkLst>
          <pc:docMk/>
          <pc:sldMk cId="0" sldId="424"/>
        </pc:sldMkLst>
      </pc:sldChg>
      <pc:sldChg chg="del">
        <pc:chgData name="Zailan Arabee Abdul Salam" userId="5bc04053-34d1-46af-a9d4-ff754460ad4b" providerId="ADAL" clId="{C5E37630-7F31-42CB-A75B-0E1898EBEE4C}" dt="2023-11-06T04:57:45.892" v="3" actId="47"/>
        <pc:sldMkLst>
          <pc:docMk/>
          <pc:sldMk cId="0" sldId="425"/>
        </pc:sldMkLst>
      </pc:sldChg>
      <pc:sldChg chg="del">
        <pc:chgData name="Zailan Arabee Abdul Salam" userId="5bc04053-34d1-46af-a9d4-ff754460ad4b" providerId="ADAL" clId="{C5E37630-7F31-42CB-A75B-0E1898EBEE4C}" dt="2023-11-06T04:57:45.892" v="3" actId="47"/>
        <pc:sldMkLst>
          <pc:docMk/>
          <pc:sldMk cId="0" sldId="427"/>
        </pc:sldMkLst>
      </pc:sldChg>
      <pc:sldChg chg="del">
        <pc:chgData name="Zailan Arabee Abdul Salam" userId="5bc04053-34d1-46af-a9d4-ff754460ad4b" providerId="ADAL" clId="{C5E37630-7F31-42CB-A75B-0E1898EBEE4C}" dt="2023-11-06T04:57:45.892" v="3" actId="47"/>
        <pc:sldMkLst>
          <pc:docMk/>
          <pc:sldMk cId="0" sldId="428"/>
        </pc:sldMkLst>
      </pc:sldChg>
      <pc:sldChg chg="del">
        <pc:chgData name="Zailan Arabee Abdul Salam" userId="5bc04053-34d1-46af-a9d4-ff754460ad4b" providerId="ADAL" clId="{C5E37630-7F31-42CB-A75B-0E1898EBEE4C}" dt="2023-11-06T04:57:45.892" v="3" actId="47"/>
        <pc:sldMkLst>
          <pc:docMk/>
          <pc:sldMk cId="0" sldId="429"/>
        </pc:sldMkLst>
      </pc:sldChg>
      <pc:sldChg chg="modSp add modNotes">
        <pc:chgData name="Zailan Arabee Abdul Salam" userId="5bc04053-34d1-46af-a9d4-ff754460ad4b" providerId="ADAL" clId="{C5E37630-7F31-42CB-A75B-0E1898EBEE4C}" dt="2023-11-06T04:57:28.955" v="0"/>
        <pc:sldMkLst>
          <pc:docMk/>
          <pc:sldMk cId="0" sldId="430"/>
        </pc:sldMkLst>
        <pc:spChg chg="mod">
          <ac:chgData name="Zailan Arabee Abdul Salam" userId="5bc04053-34d1-46af-a9d4-ff754460ad4b" providerId="ADAL" clId="{C5E37630-7F31-42CB-A75B-0E1898EBEE4C}" dt="2023-11-06T04:57:28.955" v="0"/>
          <ac:spMkLst>
            <pc:docMk/>
            <pc:sldMk cId="0" sldId="430"/>
            <ac:spMk id="61443" creationId="{405413F7-F716-47A2-BC34-5A14DE261413}"/>
          </ac:spMkLst>
        </pc:spChg>
      </pc:sldChg>
      <pc:sldChg chg="del">
        <pc:chgData name="Zailan Arabee Abdul Salam" userId="5bc04053-34d1-46af-a9d4-ff754460ad4b" providerId="ADAL" clId="{C5E37630-7F31-42CB-A75B-0E1898EBEE4C}" dt="2023-11-06T04:57:45.892" v="3" actId="47"/>
        <pc:sldMkLst>
          <pc:docMk/>
          <pc:sldMk cId="0" sldId="431"/>
        </pc:sldMkLst>
      </pc:sldChg>
      <pc:sldChg chg="modSp add modNotes">
        <pc:chgData name="Zailan Arabee Abdul Salam" userId="5bc04053-34d1-46af-a9d4-ff754460ad4b" providerId="ADAL" clId="{C5E37630-7F31-42CB-A75B-0E1898EBEE4C}" dt="2023-11-06T04:57:28.955" v="0"/>
        <pc:sldMkLst>
          <pc:docMk/>
          <pc:sldMk cId="0" sldId="432"/>
        </pc:sldMkLst>
        <pc:spChg chg="mod">
          <ac:chgData name="Zailan Arabee Abdul Salam" userId="5bc04053-34d1-46af-a9d4-ff754460ad4b" providerId="ADAL" clId="{C5E37630-7F31-42CB-A75B-0E1898EBEE4C}" dt="2023-11-06T04:57:28.955" v="0"/>
          <ac:spMkLst>
            <pc:docMk/>
            <pc:sldMk cId="0" sldId="432"/>
            <ac:spMk id="66562" creationId="{1B89A718-5B6E-4D6D-AD00-07E95D6B526E}"/>
          </ac:spMkLst>
        </pc:spChg>
      </pc:sldChg>
      <pc:sldChg chg="add">
        <pc:chgData name="Zailan Arabee Abdul Salam" userId="5bc04053-34d1-46af-a9d4-ff754460ad4b" providerId="ADAL" clId="{C5E37630-7F31-42CB-A75B-0E1898EBEE4C}" dt="2023-11-06T04:57:28.955" v="0"/>
        <pc:sldMkLst>
          <pc:docMk/>
          <pc:sldMk cId="0" sldId="433"/>
        </pc:sldMkLst>
      </pc:sldChg>
      <pc:sldChg chg="add">
        <pc:chgData name="Zailan Arabee Abdul Salam" userId="5bc04053-34d1-46af-a9d4-ff754460ad4b" providerId="ADAL" clId="{C5E37630-7F31-42CB-A75B-0E1898EBEE4C}" dt="2023-11-06T04:57:28.955" v="0"/>
        <pc:sldMkLst>
          <pc:docMk/>
          <pc:sldMk cId="0" sldId="434"/>
        </pc:sldMkLst>
      </pc:sldChg>
      <pc:sldChg chg="add">
        <pc:chgData name="Zailan Arabee Abdul Salam" userId="5bc04053-34d1-46af-a9d4-ff754460ad4b" providerId="ADAL" clId="{C5E37630-7F31-42CB-A75B-0E1898EBEE4C}" dt="2023-11-06T04:57:28.955" v="0"/>
        <pc:sldMkLst>
          <pc:docMk/>
          <pc:sldMk cId="1690978353" sldId="435"/>
        </pc:sldMkLst>
      </pc:sldChg>
      <pc:sldChg chg="add">
        <pc:chgData name="Zailan Arabee Abdul Salam" userId="5bc04053-34d1-46af-a9d4-ff754460ad4b" providerId="ADAL" clId="{C5E37630-7F31-42CB-A75B-0E1898EBEE4C}" dt="2023-11-06T04:57:28.955" v="0"/>
        <pc:sldMkLst>
          <pc:docMk/>
          <pc:sldMk cId="1409450915" sldId="436"/>
        </pc:sldMkLst>
      </pc:sldChg>
      <pc:sldChg chg="add">
        <pc:chgData name="Zailan Arabee Abdul Salam" userId="5bc04053-34d1-46af-a9d4-ff754460ad4b" providerId="ADAL" clId="{C5E37630-7F31-42CB-A75B-0E1898EBEE4C}" dt="2023-11-06T04:57:28.955" v="0"/>
        <pc:sldMkLst>
          <pc:docMk/>
          <pc:sldMk cId="0" sldId="437"/>
        </pc:sldMkLst>
      </pc:sldChg>
      <pc:sldChg chg="add">
        <pc:chgData name="Zailan Arabee Abdul Salam" userId="5bc04053-34d1-46af-a9d4-ff754460ad4b" providerId="ADAL" clId="{C5E37630-7F31-42CB-A75B-0E1898EBEE4C}" dt="2023-11-06T04:57:28.955" v="0"/>
        <pc:sldMkLst>
          <pc:docMk/>
          <pc:sldMk cId="3822909421" sldId="440"/>
        </pc:sldMkLst>
      </pc:sldChg>
      <pc:sldChg chg="add">
        <pc:chgData name="Zailan Arabee Abdul Salam" userId="5bc04053-34d1-46af-a9d4-ff754460ad4b" providerId="ADAL" clId="{C5E37630-7F31-42CB-A75B-0E1898EBEE4C}" dt="2023-11-06T04:57:28.955" v="0"/>
        <pc:sldMkLst>
          <pc:docMk/>
          <pc:sldMk cId="1187656623" sldId="441"/>
        </pc:sldMkLst>
      </pc:sldChg>
      <pc:sldChg chg="add">
        <pc:chgData name="Zailan Arabee Abdul Salam" userId="5bc04053-34d1-46af-a9d4-ff754460ad4b" providerId="ADAL" clId="{C5E37630-7F31-42CB-A75B-0E1898EBEE4C}" dt="2023-11-06T04:57:28.955" v="0"/>
        <pc:sldMkLst>
          <pc:docMk/>
          <pc:sldMk cId="1820753308" sldId="442"/>
        </pc:sldMkLst>
      </pc:sldChg>
      <pc:sldChg chg="add">
        <pc:chgData name="Zailan Arabee Abdul Salam" userId="5bc04053-34d1-46af-a9d4-ff754460ad4b" providerId="ADAL" clId="{C5E37630-7F31-42CB-A75B-0E1898EBEE4C}" dt="2023-11-06T04:57:28.955" v="0"/>
        <pc:sldMkLst>
          <pc:docMk/>
          <pc:sldMk cId="2277279311" sldId="443"/>
        </pc:sldMkLst>
      </pc:sldChg>
      <pc:sldChg chg="add">
        <pc:chgData name="Zailan Arabee Abdul Salam" userId="5bc04053-34d1-46af-a9d4-ff754460ad4b" providerId="ADAL" clId="{C5E37630-7F31-42CB-A75B-0E1898EBEE4C}" dt="2023-11-06T04:57:28.955" v="0"/>
        <pc:sldMkLst>
          <pc:docMk/>
          <pc:sldMk cId="117351602" sldId="444"/>
        </pc:sldMkLst>
      </pc:sldChg>
      <pc:sldChg chg="add">
        <pc:chgData name="Zailan Arabee Abdul Salam" userId="5bc04053-34d1-46af-a9d4-ff754460ad4b" providerId="ADAL" clId="{C5E37630-7F31-42CB-A75B-0E1898EBEE4C}" dt="2023-11-06T04:57:28.955" v="0"/>
        <pc:sldMkLst>
          <pc:docMk/>
          <pc:sldMk cId="351598805" sldId="445"/>
        </pc:sldMkLst>
      </pc:sldChg>
      <pc:sldChg chg="add">
        <pc:chgData name="Zailan Arabee Abdul Salam" userId="5bc04053-34d1-46af-a9d4-ff754460ad4b" providerId="ADAL" clId="{C5E37630-7F31-42CB-A75B-0E1898EBEE4C}" dt="2023-11-06T04:57:28.955" v="0"/>
        <pc:sldMkLst>
          <pc:docMk/>
          <pc:sldMk cId="3738724947" sldId="446"/>
        </pc:sldMkLst>
      </pc:sldChg>
      <pc:sldChg chg="add">
        <pc:chgData name="Zailan Arabee Abdul Salam" userId="5bc04053-34d1-46af-a9d4-ff754460ad4b" providerId="ADAL" clId="{C5E37630-7F31-42CB-A75B-0E1898EBEE4C}" dt="2023-11-06T04:57:28.955" v="0"/>
        <pc:sldMkLst>
          <pc:docMk/>
          <pc:sldMk cId="3752505574" sldId="448"/>
        </pc:sldMkLst>
      </pc:sldChg>
      <pc:sldChg chg="add">
        <pc:chgData name="Zailan Arabee Abdul Salam" userId="5bc04053-34d1-46af-a9d4-ff754460ad4b" providerId="ADAL" clId="{C5E37630-7F31-42CB-A75B-0E1898EBEE4C}" dt="2023-11-06T04:57:28.955" v="0"/>
        <pc:sldMkLst>
          <pc:docMk/>
          <pc:sldMk cId="0" sldId="449"/>
        </pc:sldMkLst>
      </pc:sldChg>
      <pc:sldChg chg="modSp add modNotes">
        <pc:chgData name="Zailan Arabee Abdul Salam" userId="5bc04053-34d1-46af-a9d4-ff754460ad4b" providerId="ADAL" clId="{C5E37630-7F31-42CB-A75B-0E1898EBEE4C}" dt="2023-11-06T04:57:28.955" v="0"/>
        <pc:sldMkLst>
          <pc:docMk/>
          <pc:sldMk cId="0" sldId="450"/>
        </pc:sldMkLst>
        <pc:spChg chg="mod">
          <ac:chgData name="Zailan Arabee Abdul Salam" userId="5bc04053-34d1-46af-a9d4-ff754460ad4b" providerId="ADAL" clId="{C5E37630-7F31-42CB-A75B-0E1898EBEE4C}" dt="2023-11-06T04:57:28.955" v="0"/>
          <ac:spMkLst>
            <pc:docMk/>
            <pc:sldMk cId="0" sldId="450"/>
            <ac:spMk id="64514" creationId="{4E1B6765-10B9-4827-9059-3B39E4DB50FA}"/>
          </ac:spMkLst>
        </pc:spChg>
      </pc:sldChg>
      <pc:sldMasterChg chg="delSldLayout">
        <pc:chgData name="Zailan Arabee Abdul Salam" userId="5bc04053-34d1-46af-a9d4-ff754460ad4b" providerId="ADAL" clId="{C5E37630-7F31-42CB-A75B-0E1898EBEE4C}" dt="2023-11-06T04:57:45.892" v="3" actId="47"/>
        <pc:sldMasterMkLst>
          <pc:docMk/>
          <pc:sldMasterMk cId="0" sldId="2147483651"/>
        </pc:sldMasterMkLst>
        <pc:sldLayoutChg chg="del">
          <pc:chgData name="Zailan Arabee Abdul Salam" userId="5bc04053-34d1-46af-a9d4-ff754460ad4b" providerId="ADAL" clId="{C5E37630-7F31-42CB-A75B-0E1898EBEE4C}" dt="2023-11-06T04:57:45.892" v="3" actId="47"/>
          <pc:sldLayoutMkLst>
            <pc:docMk/>
            <pc:sldMasterMk cId="0" sldId="2147483651"/>
            <pc:sldLayoutMk cId="1623527397" sldId="2147483767"/>
          </pc:sldLayoutMkLst>
        </pc:sldLayoutChg>
      </pc:sldMasterChg>
    </pc:docChg>
  </pc:docChgLst>
  <pc:docChgLst>
    <pc:chgData name="Zailan Arabee Abdul Salam" userId="5bc04053-34d1-46af-a9d4-ff754460ad4b" providerId="ADAL" clId="{A2B7F123-4DA0-45CE-B8C2-521D45FDE29C}"/>
    <pc:docChg chg="addSld delSld modSld modSection">
      <pc:chgData name="Zailan Arabee Abdul Salam" userId="5bc04053-34d1-46af-a9d4-ff754460ad4b" providerId="ADAL" clId="{A2B7F123-4DA0-45CE-B8C2-521D45FDE29C}" dt="2023-10-30T03:26:18.778" v="2" actId="47"/>
      <pc:docMkLst>
        <pc:docMk/>
      </pc:docMkLst>
      <pc:sldChg chg="del">
        <pc:chgData name="Zailan Arabee Abdul Salam" userId="5bc04053-34d1-46af-a9d4-ff754460ad4b" providerId="ADAL" clId="{A2B7F123-4DA0-45CE-B8C2-521D45FDE29C}" dt="2023-10-30T03:26:18.778" v="2" actId="47"/>
        <pc:sldMkLst>
          <pc:docMk/>
          <pc:sldMk cId="0" sldId="257"/>
        </pc:sldMkLst>
      </pc:sldChg>
      <pc:sldChg chg="add">
        <pc:chgData name="Zailan Arabee Abdul Salam" userId="5bc04053-34d1-46af-a9d4-ff754460ad4b" providerId="ADAL" clId="{A2B7F123-4DA0-45CE-B8C2-521D45FDE29C}" dt="2023-10-30T03:26:06.324" v="0"/>
        <pc:sldMkLst>
          <pc:docMk/>
          <pc:sldMk cId="0" sldId="260"/>
        </pc:sldMkLst>
      </pc:sldChg>
      <pc:sldChg chg="add">
        <pc:chgData name="Zailan Arabee Abdul Salam" userId="5bc04053-34d1-46af-a9d4-ff754460ad4b" providerId="ADAL" clId="{A2B7F123-4DA0-45CE-B8C2-521D45FDE29C}" dt="2023-10-30T03:26:06.324" v="0"/>
        <pc:sldMkLst>
          <pc:docMk/>
          <pc:sldMk cId="0" sldId="261"/>
        </pc:sldMkLst>
      </pc:sldChg>
      <pc:sldChg chg="add">
        <pc:chgData name="Zailan Arabee Abdul Salam" userId="5bc04053-34d1-46af-a9d4-ff754460ad4b" providerId="ADAL" clId="{A2B7F123-4DA0-45CE-B8C2-521D45FDE29C}" dt="2023-10-30T03:26:06.324" v="0"/>
        <pc:sldMkLst>
          <pc:docMk/>
          <pc:sldMk cId="4027869332" sldId="271"/>
        </pc:sldMkLst>
      </pc:sldChg>
      <pc:sldChg chg="add">
        <pc:chgData name="Zailan Arabee Abdul Salam" userId="5bc04053-34d1-46af-a9d4-ff754460ad4b" providerId="ADAL" clId="{A2B7F123-4DA0-45CE-B8C2-521D45FDE29C}" dt="2023-10-30T03:26:06.324" v="0"/>
        <pc:sldMkLst>
          <pc:docMk/>
          <pc:sldMk cId="0" sldId="275"/>
        </pc:sldMkLst>
      </pc:sldChg>
      <pc:sldChg chg="add">
        <pc:chgData name="Zailan Arabee Abdul Salam" userId="5bc04053-34d1-46af-a9d4-ff754460ad4b" providerId="ADAL" clId="{A2B7F123-4DA0-45CE-B8C2-521D45FDE29C}" dt="2023-10-30T03:26:06.324" v="0"/>
        <pc:sldMkLst>
          <pc:docMk/>
          <pc:sldMk cId="0" sldId="277"/>
        </pc:sldMkLst>
      </pc:sldChg>
      <pc:sldChg chg="add">
        <pc:chgData name="Zailan Arabee Abdul Salam" userId="5bc04053-34d1-46af-a9d4-ff754460ad4b" providerId="ADAL" clId="{A2B7F123-4DA0-45CE-B8C2-521D45FDE29C}" dt="2023-10-30T03:26:06.324" v="0"/>
        <pc:sldMkLst>
          <pc:docMk/>
          <pc:sldMk cId="3225035349" sldId="280"/>
        </pc:sldMkLst>
      </pc:sldChg>
      <pc:sldChg chg="add">
        <pc:chgData name="Zailan Arabee Abdul Salam" userId="5bc04053-34d1-46af-a9d4-ff754460ad4b" providerId="ADAL" clId="{A2B7F123-4DA0-45CE-B8C2-521D45FDE29C}" dt="2023-10-30T03:26:06.324" v="0"/>
        <pc:sldMkLst>
          <pc:docMk/>
          <pc:sldMk cId="2979819931" sldId="281"/>
        </pc:sldMkLst>
      </pc:sldChg>
      <pc:sldChg chg="add">
        <pc:chgData name="Zailan Arabee Abdul Salam" userId="5bc04053-34d1-46af-a9d4-ff754460ad4b" providerId="ADAL" clId="{A2B7F123-4DA0-45CE-B8C2-521D45FDE29C}" dt="2023-10-30T03:26:06.324" v="0"/>
        <pc:sldMkLst>
          <pc:docMk/>
          <pc:sldMk cId="2994277211" sldId="284"/>
        </pc:sldMkLst>
      </pc:sldChg>
      <pc:sldChg chg="add">
        <pc:chgData name="Zailan Arabee Abdul Salam" userId="5bc04053-34d1-46af-a9d4-ff754460ad4b" providerId="ADAL" clId="{A2B7F123-4DA0-45CE-B8C2-521D45FDE29C}" dt="2023-10-30T03:26:06.324" v="0"/>
        <pc:sldMkLst>
          <pc:docMk/>
          <pc:sldMk cId="894897432" sldId="285"/>
        </pc:sldMkLst>
      </pc:sldChg>
      <pc:sldChg chg="add">
        <pc:chgData name="Zailan Arabee Abdul Salam" userId="5bc04053-34d1-46af-a9d4-ff754460ad4b" providerId="ADAL" clId="{A2B7F123-4DA0-45CE-B8C2-521D45FDE29C}" dt="2023-10-30T03:26:06.324" v="0"/>
        <pc:sldMkLst>
          <pc:docMk/>
          <pc:sldMk cId="2083618775" sldId="286"/>
        </pc:sldMkLst>
      </pc:sldChg>
      <pc:sldChg chg="add">
        <pc:chgData name="Zailan Arabee Abdul Salam" userId="5bc04053-34d1-46af-a9d4-ff754460ad4b" providerId="ADAL" clId="{A2B7F123-4DA0-45CE-B8C2-521D45FDE29C}" dt="2023-10-30T03:26:06.324" v="0"/>
        <pc:sldMkLst>
          <pc:docMk/>
          <pc:sldMk cId="3831505793" sldId="287"/>
        </pc:sldMkLst>
      </pc:sldChg>
      <pc:sldChg chg="add">
        <pc:chgData name="Zailan Arabee Abdul Salam" userId="5bc04053-34d1-46af-a9d4-ff754460ad4b" providerId="ADAL" clId="{A2B7F123-4DA0-45CE-B8C2-521D45FDE29C}" dt="2023-10-30T03:26:06.324" v="0"/>
        <pc:sldMkLst>
          <pc:docMk/>
          <pc:sldMk cId="0" sldId="288"/>
        </pc:sldMkLst>
      </pc:sldChg>
      <pc:sldChg chg="add">
        <pc:chgData name="Zailan Arabee Abdul Salam" userId="5bc04053-34d1-46af-a9d4-ff754460ad4b" providerId="ADAL" clId="{A2B7F123-4DA0-45CE-B8C2-521D45FDE29C}" dt="2023-10-30T03:26:06.324" v="0"/>
        <pc:sldMkLst>
          <pc:docMk/>
          <pc:sldMk cId="1147883940" sldId="289"/>
        </pc:sldMkLst>
      </pc:sldChg>
      <pc:sldChg chg="add">
        <pc:chgData name="Zailan Arabee Abdul Salam" userId="5bc04053-34d1-46af-a9d4-ff754460ad4b" providerId="ADAL" clId="{A2B7F123-4DA0-45CE-B8C2-521D45FDE29C}" dt="2023-10-30T03:26:06.324" v="0"/>
        <pc:sldMkLst>
          <pc:docMk/>
          <pc:sldMk cId="1929223683" sldId="290"/>
        </pc:sldMkLst>
      </pc:sldChg>
      <pc:sldChg chg="add">
        <pc:chgData name="Zailan Arabee Abdul Salam" userId="5bc04053-34d1-46af-a9d4-ff754460ad4b" providerId="ADAL" clId="{A2B7F123-4DA0-45CE-B8C2-521D45FDE29C}" dt="2023-10-30T03:26:06.324" v="0"/>
        <pc:sldMkLst>
          <pc:docMk/>
          <pc:sldMk cId="14364869" sldId="294"/>
        </pc:sldMkLst>
      </pc:sldChg>
      <pc:sldChg chg="add">
        <pc:chgData name="Zailan Arabee Abdul Salam" userId="5bc04053-34d1-46af-a9d4-ff754460ad4b" providerId="ADAL" clId="{A2B7F123-4DA0-45CE-B8C2-521D45FDE29C}" dt="2023-10-30T03:26:06.324" v="0"/>
        <pc:sldMkLst>
          <pc:docMk/>
          <pc:sldMk cId="393804965" sldId="295"/>
        </pc:sldMkLst>
      </pc:sldChg>
      <pc:sldChg chg="add">
        <pc:chgData name="Zailan Arabee Abdul Salam" userId="5bc04053-34d1-46af-a9d4-ff754460ad4b" providerId="ADAL" clId="{A2B7F123-4DA0-45CE-B8C2-521D45FDE29C}" dt="2023-10-30T03:26:06.324" v="0"/>
        <pc:sldMkLst>
          <pc:docMk/>
          <pc:sldMk cId="4053078876" sldId="296"/>
        </pc:sldMkLst>
      </pc:sldChg>
      <pc:sldChg chg="add">
        <pc:chgData name="Zailan Arabee Abdul Salam" userId="5bc04053-34d1-46af-a9d4-ff754460ad4b" providerId="ADAL" clId="{A2B7F123-4DA0-45CE-B8C2-521D45FDE29C}" dt="2023-10-30T03:26:06.324" v="0"/>
        <pc:sldMkLst>
          <pc:docMk/>
          <pc:sldMk cId="3067589673" sldId="297"/>
        </pc:sldMkLst>
      </pc:sldChg>
      <pc:sldChg chg="del">
        <pc:chgData name="Zailan Arabee Abdul Salam" userId="5bc04053-34d1-46af-a9d4-ff754460ad4b" providerId="ADAL" clId="{A2B7F123-4DA0-45CE-B8C2-521D45FDE29C}" dt="2023-10-30T03:26:09.451" v="1" actId="47"/>
        <pc:sldMkLst>
          <pc:docMk/>
          <pc:sldMk cId="0" sldId="310"/>
        </pc:sldMkLst>
      </pc:sldChg>
      <pc:sldChg chg="add">
        <pc:chgData name="Zailan Arabee Abdul Salam" userId="5bc04053-34d1-46af-a9d4-ff754460ad4b" providerId="ADAL" clId="{A2B7F123-4DA0-45CE-B8C2-521D45FDE29C}" dt="2023-10-30T03:26:06.324" v="0"/>
        <pc:sldMkLst>
          <pc:docMk/>
          <pc:sldMk cId="0" sldId="311"/>
        </pc:sldMkLst>
      </pc:sldChg>
      <pc:sldChg chg="add">
        <pc:chgData name="Zailan Arabee Abdul Salam" userId="5bc04053-34d1-46af-a9d4-ff754460ad4b" providerId="ADAL" clId="{A2B7F123-4DA0-45CE-B8C2-521D45FDE29C}" dt="2023-10-30T03:26:06.324" v="0"/>
        <pc:sldMkLst>
          <pc:docMk/>
          <pc:sldMk cId="0" sldId="312"/>
        </pc:sldMkLst>
      </pc:sldChg>
      <pc:sldChg chg="del">
        <pc:chgData name="Zailan Arabee Abdul Salam" userId="5bc04053-34d1-46af-a9d4-ff754460ad4b" providerId="ADAL" clId="{A2B7F123-4DA0-45CE-B8C2-521D45FDE29C}" dt="2023-10-30T03:26:18.778" v="2" actId="47"/>
        <pc:sldMkLst>
          <pc:docMk/>
          <pc:sldMk cId="0" sldId="313"/>
        </pc:sldMkLst>
      </pc:sldChg>
      <pc:sldChg chg="del">
        <pc:chgData name="Zailan Arabee Abdul Salam" userId="5bc04053-34d1-46af-a9d4-ff754460ad4b" providerId="ADAL" clId="{A2B7F123-4DA0-45CE-B8C2-521D45FDE29C}" dt="2023-10-30T03:26:18.778" v="2" actId="47"/>
        <pc:sldMkLst>
          <pc:docMk/>
          <pc:sldMk cId="0" sldId="314"/>
        </pc:sldMkLst>
      </pc:sldChg>
      <pc:sldChg chg="add">
        <pc:chgData name="Zailan Arabee Abdul Salam" userId="5bc04053-34d1-46af-a9d4-ff754460ad4b" providerId="ADAL" clId="{A2B7F123-4DA0-45CE-B8C2-521D45FDE29C}" dt="2023-10-30T03:26:06.324" v="0"/>
        <pc:sldMkLst>
          <pc:docMk/>
          <pc:sldMk cId="0" sldId="315"/>
        </pc:sldMkLst>
      </pc:sldChg>
      <pc:sldChg chg="del">
        <pc:chgData name="Zailan Arabee Abdul Salam" userId="5bc04053-34d1-46af-a9d4-ff754460ad4b" providerId="ADAL" clId="{A2B7F123-4DA0-45CE-B8C2-521D45FDE29C}" dt="2023-10-30T03:26:18.778" v="2" actId="47"/>
        <pc:sldMkLst>
          <pc:docMk/>
          <pc:sldMk cId="0" sldId="316"/>
        </pc:sldMkLst>
      </pc:sldChg>
      <pc:sldChg chg="del">
        <pc:chgData name="Zailan Arabee Abdul Salam" userId="5bc04053-34d1-46af-a9d4-ff754460ad4b" providerId="ADAL" clId="{A2B7F123-4DA0-45CE-B8C2-521D45FDE29C}" dt="2023-10-30T03:26:18.778" v="2" actId="47"/>
        <pc:sldMkLst>
          <pc:docMk/>
          <pc:sldMk cId="0" sldId="317"/>
        </pc:sldMkLst>
      </pc:sldChg>
      <pc:sldChg chg="add">
        <pc:chgData name="Zailan Arabee Abdul Salam" userId="5bc04053-34d1-46af-a9d4-ff754460ad4b" providerId="ADAL" clId="{A2B7F123-4DA0-45CE-B8C2-521D45FDE29C}" dt="2023-10-30T03:26:06.324" v="0"/>
        <pc:sldMkLst>
          <pc:docMk/>
          <pc:sldMk cId="2528312682" sldId="323"/>
        </pc:sldMkLst>
      </pc:sldChg>
      <pc:sldChg chg="del">
        <pc:chgData name="Zailan Arabee Abdul Salam" userId="5bc04053-34d1-46af-a9d4-ff754460ad4b" providerId="ADAL" clId="{A2B7F123-4DA0-45CE-B8C2-521D45FDE29C}" dt="2023-10-30T03:26:18.778" v="2" actId="47"/>
        <pc:sldMkLst>
          <pc:docMk/>
          <pc:sldMk cId="2847682019" sldId="327"/>
        </pc:sldMkLst>
      </pc:sldChg>
      <pc:sldChg chg="del">
        <pc:chgData name="Zailan Arabee Abdul Salam" userId="5bc04053-34d1-46af-a9d4-ff754460ad4b" providerId="ADAL" clId="{A2B7F123-4DA0-45CE-B8C2-521D45FDE29C}" dt="2023-10-30T03:26:18.778" v="2" actId="47"/>
        <pc:sldMkLst>
          <pc:docMk/>
          <pc:sldMk cId="0" sldId="328"/>
        </pc:sldMkLst>
      </pc:sldChg>
      <pc:sldChg chg="add modNotes">
        <pc:chgData name="Zailan Arabee Abdul Salam" userId="5bc04053-34d1-46af-a9d4-ff754460ad4b" providerId="ADAL" clId="{A2B7F123-4DA0-45CE-B8C2-521D45FDE29C}" dt="2023-10-30T03:26:06.324" v="0"/>
        <pc:sldMkLst>
          <pc:docMk/>
          <pc:sldMk cId="764497266" sldId="332"/>
        </pc:sldMkLst>
      </pc:sldChg>
      <pc:sldChg chg="del">
        <pc:chgData name="Zailan Arabee Abdul Salam" userId="5bc04053-34d1-46af-a9d4-ff754460ad4b" providerId="ADAL" clId="{A2B7F123-4DA0-45CE-B8C2-521D45FDE29C}" dt="2023-10-30T03:26:18.778" v="2" actId="47"/>
        <pc:sldMkLst>
          <pc:docMk/>
          <pc:sldMk cId="0" sldId="335"/>
        </pc:sldMkLst>
      </pc:sldChg>
      <pc:sldChg chg="del">
        <pc:chgData name="Zailan Arabee Abdul Salam" userId="5bc04053-34d1-46af-a9d4-ff754460ad4b" providerId="ADAL" clId="{A2B7F123-4DA0-45CE-B8C2-521D45FDE29C}" dt="2023-10-30T03:26:18.778" v="2" actId="47"/>
        <pc:sldMkLst>
          <pc:docMk/>
          <pc:sldMk cId="0" sldId="336"/>
        </pc:sldMkLst>
      </pc:sldChg>
      <pc:sldChg chg="del">
        <pc:chgData name="Zailan Arabee Abdul Salam" userId="5bc04053-34d1-46af-a9d4-ff754460ad4b" providerId="ADAL" clId="{A2B7F123-4DA0-45CE-B8C2-521D45FDE29C}" dt="2023-10-30T03:26:18.778" v="2" actId="47"/>
        <pc:sldMkLst>
          <pc:docMk/>
          <pc:sldMk cId="0" sldId="337"/>
        </pc:sldMkLst>
      </pc:sldChg>
      <pc:sldChg chg="del">
        <pc:chgData name="Zailan Arabee Abdul Salam" userId="5bc04053-34d1-46af-a9d4-ff754460ad4b" providerId="ADAL" clId="{A2B7F123-4DA0-45CE-B8C2-521D45FDE29C}" dt="2023-10-30T03:26:18.778" v="2" actId="47"/>
        <pc:sldMkLst>
          <pc:docMk/>
          <pc:sldMk cId="0" sldId="338"/>
        </pc:sldMkLst>
      </pc:sldChg>
      <pc:sldChg chg="del">
        <pc:chgData name="Zailan Arabee Abdul Salam" userId="5bc04053-34d1-46af-a9d4-ff754460ad4b" providerId="ADAL" clId="{A2B7F123-4DA0-45CE-B8C2-521D45FDE29C}" dt="2023-10-30T03:26:18.778" v="2" actId="47"/>
        <pc:sldMkLst>
          <pc:docMk/>
          <pc:sldMk cId="0" sldId="339"/>
        </pc:sldMkLst>
      </pc:sldChg>
      <pc:sldChg chg="del">
        <pc:chgData name="Zailan Arabee Abdul Salam" userId="5bc04053-34d1-46af-a9d4-ff754460ad4b" providerId="ADAL" clId="{A2B7F123-4DA0-45CE-B8C2-521D45FDE29C}" dt="2023-10-30T03:26:18.778" v="2" actId="47"/>
        <pc:sldMkLst>
          <pc:docMk/>
          <pc:sldMk cId="0" sldId="341"/>
        </pc:sldMkLst>
      </pc:sldChg>
      <pc:sldChg chg="del">
        <pc:chgData name="Zailan Arabee Abdul Salam" userId="5bc04053-34d1-46af-a9d4-ff754460ad4b" providerId="ADAL" clId="{A2B7F123-4DA0-45CE-B8C2-521D45FDE29C}" dt="2023-10-30T03:26:18.778" v="2" actId="47"/>
        <pc:sldMkLst>
          <pc:docMk/>
          <pc:sldMk cId="0" sldId="342"/>
        </pc:sldMkLst>
      </pc:sldChg>
      <pc:sldChg chg="del">
        <pc:chgData name="Zailan Arabee Abdul Salam" userId="5bc04053-34d1-46af-a9d4-ff754460ad4b" providerId="ADAL" clId="{A2B7F123-4DA0-45CE-B8C2-521D45FDE29C}" dt="2023-10-30T03:26:18.778" v="2" actId="47"/>
        <pc:sldMkLst>
          <pc:docMk/>
          <pc:sldMk cId="0" sldId="344"/>
        </pc:sldMkLst>
      </pc:sldChg>
      <pc:sldChg chg="del">
        <pc:chgData name="Zailan Arabee Abdul Salam" userId="5bc04053-34d1-46af-a9d4-ff754460ad4b" providerId="ADAL" clId="{A2B7F123-4DA0-45CE-B8C2-521D45FDE29C}" dt="2023-10-30T03:26:18.778" v="2" actId="47"/>
        <pc:sldMkLst>
          <pc:docMk/>
          <pc:sldMk cId="0" sldId="345"/>
        </pc:sldMkLst>
      </pc:sldChg>
      <pc:sldChg chg="del">
        <pc:chgData name="Zailan Arabee Abdul Salam" userId="5bc04053-34d1-46af-a9d4-ff754460ad4b" providerId="ADAL" clId="{A2B7F123-4DA0-45CE-B8C2-521D45FDE29C}" dt="2023-10-30T03:26:18.778" v="2" actId="47"/>
        <pc:sldMkLst>
          <pc:docMk/>
          <pc:sldMk cId="0" sldId="346"/>
        </pc:sldMkLst>
      </pc:sldChg>
      <pc:sldChg chg="add">
        <pc:chgData name="Zailan Arabee Abdul Salam" userId="5bc04053-34d1-46af-a9d4-ff754460ad4b" providerId="ADAL" clId="{A2B7F123-4DA0-45CE-B8C2-521D45FDE29C}" dt="2023-10-30T03:26:06.324" v="0"/>
        <pc:sldMkLst>
          <pc:docMk/>
          <pc:sldMk cId="2763272302" sldId="348"/>
        </pc:sldMkLst>
      </pc:sldChg>
      <pc:sldChg chg="del">
        <pc:chgData name="Zailan Arabee Abdul Salam" userId="5bc04053-34d1-46af-a9d4-ff754460ad4b" providerId="ADAL" clId="{A2B7F123-4DA0-45CE-B8C2-521D45FDE29C}" dt="2023-10-30T03:26:18.778" v="2" actId="47"/>
        <pc:sldMkLst>
          <pc:docMk/>
          <pc:sldMk cId="0" sldId="453"/>
        </pc:sldMkLst>
      </pc:sldChg>
      <pc:sldChg chg="del">
        <pc:chgData name="Zailan Arabee Abdul Salam" userId="5bc04053-34d1-46af-a9d4-ff754460ad4b" providerId="ADAL" clId="{A2B7F123-4DA0-45CE-B8C2-521D45FDE29C}" dt="2023-10-30T03:26:18.778" v="2" actId="47"/>
        <pc:sldMkLst>
          <pc:docMk/>
          <pc:sldMk cId="0" sldId="454"/>
        </pc:sldMkLst>
      </pc:sldChg>
      <pc:sldChg chg="del">
        <pc:chgData name="Zailan Arabee Abdul Salam" userId="5bc04053-34d1-46af-a9d4-ff754460ad4b" providerId="ADAL" clId="{A2B7F123-4DA0-45CE-B8C2-521D45FDE29C}" dt="2023-10-30T03:26:18.778" v="2" actId="47"/>
        <pc:sldMkLst>
          <pc:docMk/>
          <pc:sldMk cId="0" sldId="455"/>
        </pc:sldMkLst>
      </pc:sldChg>
      <pc:sldChg chg="del">
        <pc:chgData name="Zailan Arabee Abdul Salam" userId="5bc04053-34d1-46af-a9d4-ff754460ad4b" providerId="ADAL" clId="{A2B7F123-4DA0-45CE-B8C2-521D45FDE29C}" dt="2023-10-30T03:26:18.778" v="2" actId="47"/>
        <pc:sldMkLst>
          <pc:docMk/>
          <pc:sldMk cId="0" sldId="456"/>
        </pc:sldMkLst>
      </pc:sldChg>
      <pc:sldChg chg="del">
        <pc:chgData name="Zailan Arabee Abdul Salam" userId="5bc04053-34d1-46af-a9d4-ff754460ad4b" providerId="ADAL" clId="{A2B7F123-4DA0-45CE-B8C2-521D45FDE29C}" dt="2023-10-30T03:26:18.778" v="2" actId="47"/>
        <pc:sldMkLst>
          <pc:docMk/>
          <pc:sldMk cId="0" sldId="457"/>
        </pc:sldMkLst>
      </pc:sldChg>
      <pc:sldChg chg="del">
        <pc:chgData name="Zailan Arabee Abdul Salam" userId="5bc04053-34d1-46af-a9d4-ff754460ad4b" providerId="ADAL" clId="{A2B7F123-4DA0-45CE-B8C2-521D45FDE29C}" dt="2023-10-30T03:26:18.778" v="2" actId="47"/>
        <pc:sldMkLst>
          <pc:docMk/>
          <pc:sldMk cId="0" sldId="458"/>
        </pc:sldMkLst>
      </pc:sldChg>
      <pc:sldChg chg="del">
        <pc:chgData name="Zailan Arabee Abdul Salam" userId="5bc04053-34d1-46af-a9d4-ff754460ad4b" providerId="ADAL" clId="{A2B7F123-4DA0-45CE-B8C2-521D45FDE29C}" dt="2023-10-30T03:26:18.778" v="2" actId="47"/>
        <pc:sldMkLst>
          <pc:docMk/>
          <pc:sldMk cId="0" sldId="459"/>
        </pc:sldMkLst>
      </pc:sldChg>
      <pc:sldChg chg="del">
        <pc:chgData name="Zailan Arabee Abdul Salam" userId="5bc04053-34d1-46af-a9d4-ff754460ad4b" providerId="ADAL" clId="{A2B7F123-4DA0-45CE-B8C2-521D45FDE29C}" dt="2023-10-30T03:26:18.778" v="2" actId="47"/>
        <pc:sldMkLst>
          <pc:docMk/>
          <pc:sldMk cId="0" sldId="460"/>
        </pc:sldMkLst>
      </pc:sldChg>
      <pc:sldChg chg="del">
        <pc:chgData name="Zailan Arabee Abdul Salam" userId="5bc04053-34d1-46af-a9d4-ff754460ad4b" providerId="ADAL" clId="{A2B7F123-4DA0-45CE-B8C2-521D45FDE29C}" dt="2023-10-30T03:26:18.778" v="2" actId="47"/>
        <pc:sldMkLst>
          <pc:docMk/>
          <pc:sldMk cId="0" sldId="461"/>
        </pc:sldMkLst>
      </pc:sldChg>
      <pc:sldChg chg="del">
        <pc:chgData name="Zailan Arabee Abdul Salam" userId="5bc04053-34d1-46af-a9d4-ff754460ad4b" providerId="ADAL" clId="{A2B7F123-4DA0-45CE-B8C2-521D45FDE29C}" dt="2023-10-30T03:26:18.778" v="2" actId="47"/>
        <pc:sldMkLst>
          <pc:docMk/>
          <pc:sldMk cId="0" sldId="462"/>
        </pc:sldMkLst>
      </pc:sldChg>
      <pc:sldChg chg="del">
        <pc:chgData name="Zailan Arabee Abdul Salam" userId="5bc04053-34d1-46af-a9d4-ff754460ad4b" providerId="ADAL" clId="{A2B7F123-4DA0-45CE-B8C2-521D45FDE29C}" dt="2023-10-30T03:26:18.778" v="2" actId="47"/>
        <pc:sldMkLst>
          <pc:docMk/>
          <pc:sldMk cId="0" sldId="463"/>
        </pc:sldMkLst>
      </pc:sldChg>
      <pc:sldChg chg="del">
        <pc:chgData name="Zailan Arabee Abdul Salam" userId="5bc04053-34d1-46af-a9d4-ff754460ad4b" providerId="ADAL" clId="{A2B7F123-4DA0-45CE-B8C2-521D45FDE29C}" dt="2023-10-30T03:26:18.778" v="2" actId="47"/>
        <pc:sldMkLst>
          <pc:docMk/>
          <pc:sldMk cId="0" sldId="464"/>
        </pc:sldMkLst>
      </pc:sldChg>
      <pc:sldChg chg="del">
        <pc:chgData name="Zailan Arabee Abdul Salam" userId="5bc04053-34d1-46af-a9d4-ff754460ad4b" providerId="ADAL" clId="{A2B7F123-4DA0-45CE-B8C2-521D45FDE29C}" dt="2023-10-30T03:26:18.778" v="2" actId="47"/>
        <pc:sldMkLst>
          <pc:docMk/>
          <pc:sldMk cId="1184319698" sldId="465"/>
        </pc:sldMkLst>
      </pc:sldChg>
      <pc:sldChg chg="del">
        <pc:chgData name="Zailan Arabee Abdul Salam" userId="5bc04053-34d1-46af-a9d4-ff754460ad4b" providerId="ADAL" clId="{A2B7F123-4DA0-45CE-B8C2-521D45FDE29C}" dt="2023-10-30T03:26:18.778" v="2" actId="47"/>
        <pc:sldMkLst>
          <pc:docMk/>
          <pc:sldMk cId="3912884228" sldId="466"/>
        </pc:sldMkLst>
      </pc:sldChg>
      <pc:sldChg chg="del">
        <pc:chgData name="Zailan Arabee Abdul Salam" userId="5bc04053-34d1-46af-a9d4-ff754460ad4b" providerId="ADAL" clId="{A2B7F123-4DA0-45CE-B8C2-521D45FDE29C}" dt="2023-10-30T03:26:18.778" v="2" actId="47"/>
        <pc:sldMkLst>
          <pc:docMk/>
          <pc:sldMk cId="0" sldId="467"/>
        </pc:sldMkLst>
      </pc:sldChg>
      <pc:sldChg chg="del">
        <pc:chgData name="Zailan Arabee Abdul Salam" userId="5bc04053-34d1-46af-a9d4-ff754460ad4b" providerId="ADAL" clId="{A2B7F123-4DA0-45CE-B8C2-521D45FDE29C}" dt="2023-10-30T03:26:18.778" v="2" actId="47"/>
        <pc:sldMkLst>
          <pc:docMk/>
          <pc:sldMk cId="0" sldId="468"/>
        </pc:sldMkLst>
      </pc:sldChg>
      <pc:sldChg chg="del">
        <pc:chgData name="Zailan Arabee Abdul Salam" userId="5bc04053-34d1-46af-a9d4-ff754460ad4b" providerId="ADAL" clId="{A2B7F123-4DA0-45CE-B8C2-521D45FDE29C}" dt="2023-10-30T03:26:18.778" v="2" actId="47"/>
        <pc:sldMkLst>
          <pc:docMk/>
          <pc:sldMk cId="0" sldId="469"/>
        </pc:sldMkLst>
      </pc:sldChg>
      <pc:sldChg chg="del">
        <pc:chgData name="Zailan Arabee Abdul Salam" userId="5bc04053-34d1-46af-a9d4-ff754460ad4b" providerId="ADAL" clId="{A2B7F123-4DA0-45CE-B8C2-521D45FDE29C}" dt="2023-10-30T03:26:18.778" v="2" actId="47"/>
        <pc:sldMkLst>
          <pc:docMk/>
          <pc:sldMk cId="0" sldId="470"/>
        </pc:sldMkLst>
      </pc:sldChg>
      <pc:sldChg chg="del">
        <pc:chgData name="Zailan Arabee Abdul Salam" userId="5bc04053-34d1-46af-a9d4-ff754460ad4b" providerId="ADAL" clId="{A2B7F123-4DA0-45CE-B8C2-521D45FDE29C}" dt="2023-10-30T03:26:18.778" v="2" actId="47"/>
        <pc:sldMkLst>
          <pc:docMk/>
          <pc:sldMk cId="0" sldId="471"/>
        </pc:sldMkLst>
      </pc:sldChg>
      <pc:sldChg chg="del">
        <pc:chgData name="Zailan Arabee Abdul Salam" userId="5bc04053-34d1-46af-a9d4-ff754460ad4b" providerId="ADAL" clId="{A2B7F123-4DA0-45CE-B8C2-521D45FDE29C}" dt="2023-10-30T03:26:18.778" v="2" actId="47"/>
        <pc:sldMkLst>
          <pc:docMk/>
          <pc:sldMk cId="0" sldId="472"/>
        </pc:sldMkLst>
      </pc:sldChg>
      <pc:sldChg chg="del">
        <pc:chgData name="Zailan Arabee Abdul Salam" userId="5bc04053-34d1-46af-a9d4-ff754460ad4b" providerId="ADAL" clId="{A2B7F123-4DA0-45CE-B8C2-521D45FDE29C}" dt="2023-10-30T03:26:18.778" v="2" actId="47"/>
        <pc:sldMkLst>
          <pc:docMk/>
          <pc:sldMk cId="0" sldId="473"/>
        </pc:sldMkLst>
      </pc:sldChg>
      <pc:sldChg chg="del">
        <pc:chgData name="Zailan Arabee Abdul Salam" userId="5bc04053-34d1-46af-a9d4-ff754460ad4b" providerId="ADAL" clId="{A2B7F123-4DA0-45CE-B8C2-521D45FDE29C}" dt="2023-10-30T03:26:18.778" v="2" actId="47"/>
        <pc:sldMkLst>
          <pc:docMk/>
          <pc:sldMk cId="0" sldId="474"/>
        </pc:sldMkLst>
      </pc:sldChg>
      <pc:sldChg chg="del">
        <pc:chgData name="Zailan Arabee Abdul Salam" userId="5bc04053-34d1-46af-a9d4-ff754460ad4b" providerId="ADAL" clId="{A2B7F123-4DA0-45CE-B8C2-521D45FDE29C}" dt="2023-10-30T03:26:18.778" v="2" actId="47"/>
        <pc:sldMkLst>
          <pc:docMk/>
          <pc:sldMk cId="0" sldId="475"/>
        </pc:sldMkLst>
      </pc:sldChg>
      <pc:sldChg chg="del">
        <pc:chgData name="Zailan Arabee Abdul Salam" userId="5bc04053-34d1-46af-a9d4-ff754460ad4b" providerId="ADAL" clId="{A2B7F123-4DA0-45CE-B8C2-521D45FDE29C}" dt="2023-10-30T03:26:18.778" v="2" actId="47"/>
        <pc:sldMkLst>
          <pc:docMk/>
          <pc:sldMk cId="0" sldId="476"/>
        </pc:sldMkLst>
      </pc:sldChg>
      <pc:sldChg chg="del">
        <pc:chgData name="Zailan Arabee Abdul Salam" userId="5bc04053-34d1-46af-a9d4-ff754460ad4b" providerId="ADAL" clId="{A2B7F123-4DA0-45CE-B8C2-521D45FDE29C}" dt="2023-10-30T03:26:18.778" v="2" actId="47"/>
        <pc:sldMkLst>
          <pc:docMk/>
          <pc:sldMk cId="0" sldId="477"/>
        </pc:sldMkLst>
      </pc:sldChg>
      <pc:sldChg chg="del">
        <pc:chgData name="Zailan Arabee Abdul Salam" userId="5bc04053-34d1-46af-a9d4-ff754460ad4b" providerId="ADAL" clId="{A2B7F123-4DA0-45CE-B8C2-521D45FDE29C}" dt="2023-10-30T03:26:18.778" v="2" actId="47"/>
        <pc:sldMkLst>
          <pc:docMk/>
          <pc:sldMk cId="0" sldId="478"/>
        </pc:sldMkLst>
      </pc:sldChg>
      <pc:sldChg chg="del">
        <pc:chgData name="Zailan Arabee Abdul Salam" userId="5bc04053-34d1-46af-a9d4-ff754460ad4b" providerId="ADAL" clId="{A2B7F123-4DA0-45CE-B8C2-521D45FDE29C}" dt="2023-10-30T03:26:18.778" v="2" actId="47"/>
        <pc:sldMkLst>
          <pc:docMk/>
          <pc:sldMk cId="0" sldId="480"/>
        </pc:sldMkLst>
      </pc:sldChg>
      <pc:sldChg chg="del">
        <pc:chgData name="Zailan Arabee Abdul Salam" userId="5bc04053-34d1-46af-a9d4-ff754460ad4b" providerId="ADAL" clId="{A2B7F123-4DA0-45CE-B8C2-521D45FDE29C}" dt="2023-10-30T03:26:18.778" v="2" actId="47"/>
        <pc:sldMkLst>
          <pc:docMk/>
          <pc:sldMk cId="0" sldId="481"/>
        </pc:sldMkLst>
      </pc:sldChg>
      <pc:sldChg chg="del">
        <pc:chgData name="Zailan Arabee Abdul Salam" userId="5bc04053-34d1-46af-a9d4-ff754460ad4b" providerId="ADAL" clId="{A2B7F123-4DA0-45CE-B8C2-521D45FDE29C}" dt="2023-10-30T03:26:18.778" v="2" actId="47"/>
        <pc:sldMkLst>
          <pc:docMk/>
          <pc:sldMk cId="0" sldId="482"/>
        </pc:sldMkLst>
      </pc:sldChg>
      <pc:sldChg chg="del">
        <pc:chgData name="Zailan Arabee Abdul Salam" userId="5bc04053-34d1-46af-a9d4-ff754460ad4b" providerId="ADAL" clId="{A2B7F123-4DA0-45CE-B8C2-521D45FDE29C}" dt="2023-10-30T03:26:18.778" v="2" actId="47"/>
        <pc:sldMkLst>
          <pc:docMk/>
          <pc:sldMk cId="3564082965" sldId="485"/>
        </pc:sldMkLst>
      </pc:sldChg>
      <pc:sldChg chg="del">
        <pc:chgData name="Zailan Arabee Abdul Salam" userId="5bc04053-34d1-46af-a9d4-ff754460ad4b" providerId="ADAL" clId="{A2B7F123-4DA0-45CE-B8C2-521D45FDE29C}" dt="2023-10-30T03:26:18.778" v="2" actId="47"/>
        <pc:sldMkLst>
          <pc:docMk/>
          <pc:sldMk cId="3254383725" sldId="486"/>
        </pc:sldMkLst>
      </pc:sldChg>
      <pc:sldChg chg="del">
        <pc:chgData name="Zailan Arabee Abdul Salam" userId="5bc04053-34d1-46af-a9d4-ff754460ad4b" providerId="ADAL" clId="{A2B7F123-4DA0-45CE-B8C2-521D45FDE29C}" dt="2023-10-30T03:26:18.778" v="2" actId="47"/>
        <pc:sldMkLst>
          <pc:docMk/>
          <pc:sldMk cId="1414928201" sldId="487"/>
        </pc:sldMkLst>
      </pc:sldChg>
      <pc:sldChg chg="del">
        <pc:chgData name="Zailan Arabee Abdul Salam" userId="5bc04053-34d1-46af-a9d4-ff754460ad4b" providerId="ADAL" clId="{A2B7F123-4DA0-45CE-B8C2-521D45FDE29C}" dt="2023-10-30T03:26:18.778" v="2" actId="47"/>
        <pc:sldMkLst>
          <pc:docMk/>
          <pc:sldMk cId="1439302342" sldId="488"/>
        </pc:sldMkLst>
      </pc:sldChg>
      <pc:sldChg chg="del">
        <pc:chgData name="Zailan Arabee Abdul Salam" userId="5bc04053-34d1-46af-a9d4-ff754460ad4b" providerId="ADAL" clId="{A2B7F123-4DA0-45CE-B8C2-521D45FDE29C}" dt="2023-10-30T03:26:18.778" v="2" actId="47"/>
        <pc:sldMkLst>
          <pc:docMk/>
          <pc:sldMk cId="3734300543" sldId="489"/>
        </pc:sldMkLst>
      </pc:sldChg>
      <pc:sldChg chg="del">
        <pc:chgData name="Zailan Arabee Abdul Salam" userId="5bc04053-34d1-46af-a9d4-ff754460ad4b" providerId="ADAL" clId="{A2B7F123-4DA0-45CE-B8C2-521D45FDE29C}" dt="2023-10-30T03:26:18.778" v="2" actId="47"/>
        <pc:sldMkLst>
          <pc:docMk/>
          <pc:sldMk cId="1332866878" sldId="490"/>
        </pc:sldMkLst>
      </pc:sldChg>
      <pc:sldChg chg="del">
        <pc:chgData name="Zailan Arabee Abdul Salam" userId="5bc04053-34d1-46af-a9d4-ff754460ad4b" providerId="ADAL" clId="{A2B7F123-4DA0-45CE-B8C2-521D45FDE29C}" dt="2023-10-30T03:26:18.778" v="2" actId="47"/>
        <pc:sldMkLst>
          <pc:docMk/>
          <pc:sldMk cId="51422715" sldId="491"/>
        </pc:sldMkLst>
      </pc:sldChg>
      <pc:sldChg chg="add">
        <pc:chgData name="Zailan Arabee Abdul Salam" userId="5bc04053-34d1-46af-a9d4-ff754460ad4b" providerId="ADAL" clId="{A2B7F123-4DA0-45CE-B8C2-521D45FDE29C}" dt="2023-10-30T03:26:06.324" v="0"/>
        <pc:sldMkLst>
          <pc:docMk/>
          <pc:sldMk cId="3231145266" sldId="492"/>
        </pc:sldMkLst>
      </pc:sldChg>
      <pc:sldChg chg="add">
        <pc:chgData name="Zailan Arabee Abdul Salam" userId="5bc04053-34d1-46af-a9d4-ff754460ad4b" providerId="ADAL" clId="{A2B7F123-4DA0-45CE-B8C2-521D45FDE29C}" dt="2023-10-30T03:26:06.324" v="0"/>
        <pc:sldMkLst>
          <pc:docMk/>
          <pc:sldMk cId="3142129247" sldId="493"/>
        </pc:sldMkLst>
      </pc:sldChg>
      <pc:sldChg chg="add">
        <pc:chgData name="Zailan Arabee Abdul Salam" userId="5bc04053-34d1-46af-a9d4-ff754460ad4b" providerId="ADAL" clId="{A2B7F123-4DA0-45CE-B8C2-521D45FDE29C}" dt="2023-10-30T03:26:06.324" v="0"/>
        <pc:sldMkLst>
          <pc:docMk/>
          <pc:sldMk cId="1780427012" sldId="494"/>
        </pc:sldMkLst>
      </pc:sldChg>
      <pc:sldChg chg="add">
        <pc:chgData name="Zailan Arabee Abdul Salam" userId="5bc04053-34d1-46af-a9d4-ff754460ad4b" providerId="ADAL" clId="{A2B7F123-4DA0-45CE-B8C2-521D45FDE29C}" dt="2023-10-30T03:26:06.324" v="0"/>
        <pc:sldMkLst>
          <pc:docMk/>
          <pc:sldMk cId="3959013417" sldId="495"/>
        </pc:sldMkLst>
      </pc:sldChg>
      <pc:sldChg chg="add">
        <pc:chgData name="Zailan Arabee Abdul Salam" userId="5bc04053-34d1-46af-a9d4-ff754460ad4b" providerId="ADAL" clId="{A2B7F123-4DA0-45CE-B8C2-521D45FDE29C}" dt="2023-10-30T03:26:06.324" v="0"/>
        <pc:sldMkLst>
          <pc:docMk/>
          <pc:sldMk cId="2071056352" sldId="496"/>
        </pc:sldMkLst>
      </pc:sldChg>
      <pc:sldChg chg="add">
        <pc:chgData name="Zailan Arabee Abdul Salam" userId="5bc04053-34d1-46af-a9d4-ff754460ad4b" providerId="ADAL" clId="{A2B7F123-4DA0-45CE-B8C2-521D45FDE29C}" dt="2023-10-30T03:26:06.324" v="0"/>
        <pc:sldMkLst>
          <pc:docMk/>
          <pc:sldMk cId="1399879192" sldId="497"/>
        </pc:sldMkLst>
      </pc:sldChg>
      <pc:sldChg chg="del">
        <pc:chgData name="Zailan Arabee Abdul Salam" userId="5bc04053-34d1-46af-a9d4-ff754460ad4b" providerId="ADAL" clId="{A2B7F123-4DA0-45CE-B8C2-521D45FDE29C}" dt="2023-10-30T03:26:18.778" v="2" actId="47"/>
        <pc:sldMkLst>
          <pc:docMk/>
          <pc:sldMk cId="1500488050" sldId="498"/>
        </pc:sldMkLst>
      </pc:sldChg>
      <pc:sldChg chg="del">
        <pc:chgData name="Zailan Arabee Abdul Salam" userId="5bc04053-34d1-46af-a9d4-ff754460ad4b" providerId="ADAL" clId="{A2B7F123-4DA0-45CE-B8C2-521D45FDE29C}" dt="2023-10-30T03:26:18.778" v="2" actId="47"/>
        <pc:sldMkLst>
          <pc:docMk/>
          <pc:sldMk cId="2885538886" sldId="499"/>
        </pc:sldMkLst>
      </pc:sldChg>
      <pc:sldChg chg="del">
        <pc:chgData name="Zailan Arabee Abdul Salam" userId="5bc04053-34d1-46af-a9d4-ff754460ad4b" providerId="ADAL" clId="{A2B7F123-4DA0-45CE-B8C2-521D45FDE29C}" dt="2023-10-30T03:26:18.778" v="2" actId="47"/>
        <pc:sldMkLst>
          <pc:docMk/>
          <pc:sldMk cId="4062332636" sldId="500"/>
        </pc:sldMkLst>
      </pc:sldChg>
      <pc:sldChg chg="del">
        <pc:chgData name="Zailan Arabee Abdul Salam" userId="5bc04053-34d1-46af-a9d4-ff754460ad4b" providerId="ADAL" clId="{A2B7F123-4DA0-45CE-B8C2-521D45FDE29C}" dt="2023-10-30T03:26:18.778" v="2" actId="47"/>
        <pc:sldMkLst>
          <pc:docMk/>
          <pc:sldMk cId="3145781160" sldId="501"/>
        </pc:sldMkLst>
      </pc:sldChg>
      <pc:sldChg chg="del">
        <pc:chgData name="Zailan Arabee Abdul Salam" userId="5bc04053-34d1-46af-a9d4-ff754460ad4b" providerId="ADAL" clId="{A2B7F123-4DA0-45CE-B8C2-521D45FDE29C}" dt="2023-10-30T03:26:18.778" v="2" actId="47"/>
        <pc:sldMkLst>
          <pc:docMk/>
          <pc:sldMk cId="3824347951" sldId="502"/>
        </pc:sldMkLst>
      </pc:sldChg>
      <pc:sldChg chg="del">
        <pc:chgData name="Zailan Arabee Abdul Salam" userId="5bc04053-34d1-46af-a9d4-ff754460ad4b" providerId="ADAL" clId="{A2B7F123-4DA0-45CE-B8C2-521D45FDE29C}" dt="2023-10-30T03:26:18.778" v="2" actId="47"/>
        <pc:sldMkLst>
          <pc:docMk/>
          <pc:sldMk cId="3333830559" sldId="503"/>
        </pc:sldMkLst>
      </pc:sldChg>
      <pc:sldChg chg="del">
        <pc:chgData name="Zailan Arabee Abdul Salam" userId="5bc04053-34d1-46af-a9d4-ff754460ad4b" providerId="ADAL" clId="{A2B7F123-4DA0-45CE-B8C2-521D45FDE29C}" dt="2023-10-30T03:26:18.778" v="2" actId="47"/>
        <pc:sldMkLst>
          <pc:docMk/>
          <pc:sldMk cId="4126277076" sldId="504"/>
        </pc:sldMkLst>
      </pc:sldChg>
      <pc:sldChg chg="del">
        <pc:chgData name="Zailan Arabee Abdul Salam" userId="5bc04053-34d1-46af-a9d4-ff754460ad4b" providerId="ADAL" clId="{A2B7F123-4DA0-45CE-B8C2-521D45FDE29C}" dt="2023-10-30T03:26:18.778" v="2" actId="47"/>
        <pc:sldMkLst>
          <pc:docMk/>
          <pc:sldMk cId="235118991" sldId="505"/>
        </pc:sldMkLst>
      </pc:sldChg>
      <pc:sldChg chg="del">
        <pc:chgData name="Zailan Arabee Abdul Salam" userId="5bc04053-34d1-46af-a9d4-ff754460ad4b" providerId="ADAL" clId="{A2B7F123-4DA0-45CE-B8C2-521D45FDE29C}" dt="2023-10-30T03:26:18.778" v="2" actId="47"/>
        <pc:sldMkLst>
          <pc:docMk/>
          <pc:sldMk cId="4223502574" sldId="506"/>
        </pc:sldMkLst>
      </pc:sldChg>
      <pc:sldChg chg="del">
        <pc:chgData name="Zailan Arabee Abdul Salam" userId="5bc04053-34d1-46af-a9d4-ff754460ad4b" providerId="ADAL" clId="{A2B7F123-4DA0-45CE-B8C2-521D45FDE29C}" dt="2023-10-30T03:26:18.778" v="2" actId="47"/>
        <pc:sldMkLst>
          <pc:docMk/>
          <pc:sldMk cId="2370038255" sldId="507"/>
        </pc:sldMkLst>
      </pc:sldChg>
      <pc:sldChg chg="del">
        <pc:chgData name="Zailan Arabee Abdul Salam" userId="5bc04053-34d1-46af-a9d4-ff754460ad4b" providerId="ADAL" clId="{A2B7F123-4DA0-45CE-B8C2-521D45FDE29C}" dt="2023-10-30T03:26:18.778" v="2" actId="47"/>
        <pc:sldMkLst>
          <pc:docMk/>
          <pc:sldMk cId="1998009960" sldId="508"/>
        </pc:sldMkLst>
      </pc:sldChg>
      <pc:sldChg chg="del">
        <pc:chgData name="Zailan Arabee Abdul Salam" userId="5bc04053-34d1-46af-a9d4-ff754460ad4b" providerId="ADAL" clId="{A2B7F123-4DA0-45CE-B8C2-521D45FDE29C}" dt="2023-10-30T03:26:18.778" v="2" actId="47"/>
        <pc:sldMkLst>
          <pc:docMk/>
          <pc:sldMk cId="1140105713" sldId="509"/>
        </pc:sldMkLst>
      </pc:sldChg>
      <pc:sldChg chg="del">
        <pc:chgData name="Zailan Arabee Abdul Salam" userId="5bc04053-34d1-46af-a9d4-ff754460ad4b" providerId="ADAL" clId="{A2B7F123-4DA0-45CE-B8C2-521D45FDE29C}" dt="2023-10-30T03:26:18.778" v="2" actId="47"/>
        <pc:sldMkLst>
          <pc:docMk/>
          <pc:sldMk cId="3367596249" sldId="510"/>
        </pc:sldMkLst>
      </pc:sldChg>
      <pc:sldChg chg="del">
        <pc:chgData name="Zailan Arabee Abdul Salam" userId="5bc04053-34d1-46af-a9d4-ff754460ad4b" providerId="ADAL" clId="{A2B7F123-4DA0-45CE-B8C2-521D45FDE29C}" dt="2023-10-30T03:26:18.778" v="2" actId="47"/>
        <pc:sldMkLst>
          <pc:docMk/>
          <pc:sldMk cId="1715310179" sldId="512"/>
        </pc:sldMkLst>
      </pc:sldChg>
      <pc:sldChg chg="del">
        <pc:chgData name="Zailan Arabee Abdul Salam" userId="5bc04053-34d1-46af-a9d4-ff754460ad4b" providerId="ADAL" clId="{A2B7F123-4DA0-45CE-B8C2-521D45FDE29C}" dt="2023-10-30T03:26:18.778" v="2" actId="47"/>
        <pc:sldMkLst>
          <pc:docMk/>
          <pc:sldMk cId="2439912198" sldId="513"/>
        </pc:sldMkLst>
      </pc:sldChg>
      <pc:sldChg chg="del">
        <pc:chgData name="Zailan Arabee Abdul Salam" userId="5bc04053-34d1-46af-a9d4-ff754460ad4b" providerId="ADAL" clId="{A2B7F123-4DA0-45CE-B8C2-521D45FDE29C}" dt="2023-10-30T03:26:18.778" v="2" actId="47"/>
        <pc:sldMkLst>
          <pc:docMk/>
          <pc:sldMk cId="2911786166" sldId="514"/>
        </pc:sldMkLst>
      </pc:sldChg>
      <pc:sldChg chg="add">
        <pc:chgData name="Zailan Arabee Abdul Salam" userId="5bc04053-34d1-46af-a9d4-ff754460ad4b" providerId="ADAL" clId="{A2B7F123-4DA0-45CE-B8C2-521D45FDE29C}" dt="2023-10-30T03:26:06.324" v="0"/>
        <pc:sldMkLst>
          <pc:docMk/>
          <pc:sldMk cId="2660146254" sldId="531"/>
        </pc:sldMkLst>
      </pc:sldChg>
      <pc:sldChg chg="add">
        <pc:chgData name="Zailan Arabee Abdul Salam" userId="5bc04053-34d1-46af-a9d4-ff754460ad4b" providerId="ADAL" clId="{A2B7F123-4DA0-45CE-B8C2-521D45FDE29C}" dt="2023-10-30T03:26:06.324" v="0"/>
        <pc:sldMkLst>
          <pc:docMk/>
          <pc:sldMk cId="1056397220" sldId="532"/>
        </pc:sldMkLst>
      </pc:sldChg>
      <pc:sldChg chg="add">
        <pc:chgData name="Zailan Arabee Abdul Salam" userId="5bc04053-34d1-46af-a9d4-ff754460ad4b" providerId="ADAL" clId="{A2B7F123-4DA0-45CE-B8C2-521D45FDE29C}" dt="2023-10-30T03:26:06.324" v="0"/>
        <pc:sldMkLst>
          <pc:docMk/>
          <pc:sldMk cId="2738791202" sldId="533"/>
        </pc:sldMkLst>
      </pc:sldChg>
      <pc:sldChg chg="add">
        <pc:chgData name="Zailan Arabee Abdul Salam" userId="5bc04053-34d1-46af-a9d4-ff754460ad4b" providerId="ADAL" clId="{A2B7F123-4DA0-45CE-B8C2-521D45FDE29C}" dt="2023-10-30T03:26:06.324" v="0"/>
        <pc:sldMkLst>
          <pc:docMk/>
          <pc:sldMk cId="3145607291" sldId="534"/>
        </pc:sldMkLst>
      </pc:sldChg>
      <pc:sldChg chg="add">
        <pc:chgData name="Zailan Arabee Abdul Salam" userId="5bc04053-34d1-46af-a9d4-ff754460ad4b" providerId="ADAL" clId="{A2B7F123-4DA0-45CE-B8C2-521D45FDE29C}" dt="2023-10-30T03:26:06.324" v="0"/>
        <pc:sldMkLst>
          <pc:docMk/>
          <pc:sldMk cId="0" sldId="569"/>
        </pc:sldMkLst>
      </pc:sldChg>
      <pc:sldChg chg="add">
        <pc:chgData name="Zailan Arabee Abdul Salam" userId="5bc04053-34d1-46af-a9d4-ff754460ad4b" providerId="ADAL" clId="{A2B7F123-4DA0-45CE-B8C2-521D45FDE29C}" dt="2023-10-30T03:26:06.324" v="0"/>
        <pc:sldMkLst>
          <pc:docMk/>
          <pc:sldMk cId="0" sldId="577"/>
        </pc:sldMkLst>
      </pc:sldChg>
      <pc:sldChg chg="add">
        <pc:chgData name="Zailan Arabee Abdul Salam" userId="5bc04053-34d1-46af-a9d4-ff754460ad4b" providerId="ADAL" clId="{A2B7F123-4DA0-45CE-B8C2-521D45FDE29C}" dt="2023-10-30T03:26:06.324" v="0"/>
        <pc:sldMkLst>
          <pc:docMk/>
          <pc:sldMk cId="0" sldId="578"/>
        </pc:sldMkLst>
      </pc:sldChg>
      <pc:sldChg chg="add">
        <pc:chgData name="Zailan Arabee Abdul Salam" userId="5bc04053-34d1-46af-a9d4-ff754460ad4b" providerId="ADAL" clId="{A2B7F123-4DA0-45CE-B8C2-521D45FDE29C}" dt="2023-10-30T03:26:06.324" v="0"/>
        <pc:sldMkLst>
          <pc:docMk/>
          <pc:sldMk cId="0" sldId="579"/>
        </pc:sldMkLst>
      </pc:sldChg>
      <pc:sldChg chg="add">
        <pc:chgData name="Zailan Arabee Abdul Salam" userId="5bc04053-34d1-46af-a9d4-ff754460ad4b" providerId="ADAL" clId="{A2B7F123-4DA0-45CE-B8C2-521D45FDE29C}" dt="2023-10-30T03:26:06.324" v="0"/>
        <pc:sldMkLst>
          <pc:docMk/>
          <pc:sldMk cId="0" sldId="580"/>
        </pc:sldMkLst>
      </pc:sldChg>
      <pc:sldChg chg="add">
        <pc:chgData name="Zailan Arabee Abdul Salam" userId="5bc04053-34d1-46af-a9d4-ff754460ad4b" providerId="ADAL" clId="{A2B7F123-4DA0-45CE-B8C2-521D45FDE29C}" dt="2023-10-30T03:26:06.324" v="0"/>
        <pc:sldMkLst>
          <pc:docMk/>
          <pc:sldMk cId="1257055625" sldId="1200"/>
        </pc:sldMkLst>
      </pc:sldChg>
      <pc:sldChg chg="add">
        <pc:chgData name="Zailan Arabee Abdul Salam" userId="5bc04053-34d1-46af-a9d4-ff754460ad4b" providerId="ADAL" clId="{A2B7F123-4DA0-45CE-B8C2-521D45FDE29C}" dt="2023-10-30T03:26:06.324" v="0"/>
        <pc:sldMkLst>
          <pc:docMk/>
          <pc:sldMk cId="1620312096" sldId="1201"/>
        </pc:sldMkLst>
      </pc:sldChg>
      <pc:sldChg chg="add">
        <pc:chgData name="Zailan Arabee Abdul Salam" userId="5bc04053-34d1-46af-a9d4-ff754460ad4b" providerId="ADAL" clId="{A2B7F123-4DA0-45CE-B8C2-521D45FDE29C}" dt="2023-10-30T03:26:06.324" v="0"/>
        <pc:sldMkLst>
          <pc:docMk/>
          <pc:sldMk cId="942685393" sldId="1202"/>
        </pc:sldMkLst>
      </pc:sldChg>
      <pc:sldChg chg="add">
        <pc:chgData name="Zailan Arabee Abdul Salam" userId="5bc04053-34d1-46af-a9d4-ff754460ad4b" providerId="ADAL" clId="{A2B7F123-4DA0-45CE-B8C2-521D45FDE29C}" dt="2023-10-30T03:26:06.324" v="0"/>
        <pc:sldMkLst>
          <pc:docMk/>
          <pc:sldMk cId="88058532" sldId="1211"/>
        </pc:sldMkLst>
      </pc:sldChg>
      <pc:sldChg chg="add">
        <pc:chgData name="Zailan Arabee Abdul Salam" userId="5bc04053-34d1-46af-a9d4-ff754460ad4b" providerId="ADAL" clId="{A2B7F123-4DA0-45CE-B8C2-521D45FDE29C}" dt="2023-10-30T03:26:06.324" v="0"/>
        <pc:sldMkLst>
          <pc:docMk/>
          <pc:sldMk cId="2240314709" sldId="1212"/>
        </pc:sldMkLst>
      </pc:sldChg>
      <pc:sldChg chg="add">
        <pc:chgData name="Zailan Arabee Abdul Salam" userId="5bc04053-34d1-46af-a9d4-ff754460ad4b" providerId="ADAL" clId="{A2B7F123-4DA0-45CE-B8C2-521D45FDE29C}" dt="2023-10-30T03:26:06.324" v="0"/>
        <pc:sldMkLst>
          <pc:docMk/>
          <pc:sldMk cId="4226352155" sldId="1213"/>
        </pc:sldMkLst>
      </pc:sldChg>
      <pc:sldChg chg="add">
        <pc:chgData name="Zailan Arabee Abdul Salam" userId="5bc04053-34d1-46af-a9d4-ff754460ad4b" providerId="ADAL" clId="{A2B7F123-4DA0-45CE-B8C2-521D45FDE29C}" dt="2023-10-30T03:26:06.324" v="0"/>
        <pc:sldMkLst>
          <pc:docMk/>
          <pc:sldMk cId="451448939" sldId="1214"/>
        </pc:sldMkLst>
      </pc:sldChg>
      <pc:sldChg chg="add">
        <pc:chgData name="Zailan Arabee Abdul Salam" userId="5bc04053-34d1-46af-a9d4-ff754460ad4b" providerId="ADAL" clId="{A2B7F123-4DA0-45CE-B8C2-521D45FDE29C}" dt="2023-10-30T03:26:06.324" v="0"/>
        <pc:sldMkLst>
          <pc:docMk/>
          <pc:sldMk cId="157944733" sldId="1215"/>
        </pc:sldMkLst>
      </pc:sldChg>
      <pc:sldChg chg="add">
        <pc:chgData name="Zailan Arabee Abdul Salam" userId="5bc04053-34d1-46af-a9d4-ff754460ad4b" providerId="ADAL" clId="{A2B7F123-4DA0-45CE-B8C2-521D45FDE29C}" dt="2023-10-30T03:26:06.324" v="0"/>
        <pc:sldMkLst>
          <pc:docMk/>
          <pc:sldMk cId="1339351395" sldId="1216"/>
        </pc:sldMkLst>
      </pc:sldChg>
      <pc:sldChg chg="add">
        <pc:chgData name="Zailan Arabee Abdul Salam" userId="5bc04053-34d1-46af-a9d4-ff754460ad4b" providerId="ADAL" clId="{A2B7F123-4DA0-45CE-B8C2-521D45FDE29C}" dt="2023-10-30T03:26:06.324" v="0"/>
        <pc:sldMkLst>
          <pc:docMk/>
          <pc:sldMk cId="1222543335" sldId="1217"/>
        </pc:sldMkLst>
      </pc:sldChg>
      <pc:sldChg chg="add">
        <pc:chgData name="Zailan Arabee Abdul Salam" userId="5bc04053-34d1-46af-a9d4-ff754460ad4b" providerId="ADAL" clId="{A2B7F123-4DA0-45CE-B8C2-521D45FDE29C}" dt="2023-10-30T03:26:06.324" v="0"/>
        <pc:sldMkLst>
          <pc:docMk/>
          <pc:sldMk cId="2574055479" sldId="1219"/>
        </pc:sldMkLst>
      </pc:sldChg>
      <pc:sldChg chg="add">
        <pc:chgData name="Zailan Arabee Abdul Salam" userId="5bc04053-34d1-46af-a9d4-ff754460ad4b" providerId="ADAL" clId="{A2B7F123-4DA0-45CE-B8C2-521D45FDE29C}" dt="2023-10-30T03:26:06.324" v="0"/>
        <pc:sldMkLst>
          <pc:docMk/>
          <pc:sldMk cId="2543552459" sldId="1220"/>
        </pc:sldMkLst>
      </pc:sldChg>
      <pc:sldChg chg="add">
        <pc:chgData name="Zailan Arabee Abdul Salam" userId="5bc04053-34d1-46af-a9d4-ff754460ad4b" providerId="ADAL" clId="{A2B7F123-4DA0-45CE-B8C2-521D45FDE29C}" dt="2023-10-30T03:26:06.324" v="0"/>
        <pc:sldMkLst>
          <pc:docMk/>
          <pc:sldMk cId="158344780" sldId="1221"/>
        </pc:sldMkLst>
      </pc:sldChg>
      <pc:sldChg chg="add">
        <pc:chgData name="Zailan Arabee Abdul Salam" userId="5bc04053-34d1-46af-a9d4-ff754460ad4b" providerId="ADAL" clId="{A2B7F123-4DA0-45CE-B8C2-521D45FDE29C}" dt="2023-10-30T03:26:06.324" v="0"/>
        <pc:sldMkLst>
          <pc:docMk/>
          <pc:sldMk cId="3293834506" sldId="1222"/>
        </pc:sldMkLst>
      </pc:sldChg>
      <pc:sldChg chg="add">
        <pc:chgData name="Zailan Arabee Abdul Salam" userId="5bc04053-34d1-46af-a9d4-ff754460ad4b" providerId="ADAL" clId="{A2B7F123-4DA0-45CE-B8C2-521D45FDE29C}" dt="2023-10-30T03:26:06.324" v="0"/>
        <pc:sldMkLst>
          <pc:docMk/>
          <pc:sldMk cId="1777901036" sldId="1223"/>
        </pc:sldMkLst>
      </pc:sldChg>
      <pc:sldChg chg="add">
        <pc:chgData name="Zailan Arabee Abdul Salam" userId="5bc04053-34d1-46af-a9d4-ff754460ad4b" providerId="ADAL" clId="{A2B7F123-4DA0-45CE-B8C2-521D45FDE29C}" dt="2023-10-30T03:26:06.324" v="0"/>
        <pc:sldMkLst>
          <pc:docMk/>
          <pc:sldMk cId="764643366" sldId="1224"/>
        </pc:sldMkLst>
      </pc:sldChg>
      <pc:sldChg chg="add">
        <pc:chgData name="Zailan Arabee Abdul Salam" userId="5bc04053-34d1-46af-a9d4-ff754460ad4b" providerId="ADAL" clId="{A2B7F123-4DA0-45CE-B8C2-521D45FDE29C}" dt="2023-10-30T03:26:06.324" v="0"/>
        <pc:sldMkLst>
          <pc:docMk/>
          <pc:sldMk cId="2367724023" sldId="1225"/>
        </pc:sldMkLst>
      </pc:sldChg>
      <pc:sldChg chg="add">
        <pc:chgData name="Zailan Arabee Abdul Salam" userId="5bc04053-34d1-46af-a9d4-ff754460ad4b" providerId="ADAL" clId="{A2B7F123-4DA0-45CE-B8C2-521D45FDE29C}" dt="2023-10-30T03:26:06.324" v="0"/>
        <pc:sldMkLst>
          <pc:docMk/>
          <pc:sldMk cId="936123331" sldId="1226"/>
        </pc:sldMkLst>
      </pc:sldChg>
      <pc:sldChg chg="add">
        <pc:chgData name="Zailan Arabee Abdul Salam" userId="5bc04053-34d1-46af-a9d4-ff754460ad4b" providerId="ADAL" clId="{A2B7F123-4DA0-45CE-B8C2-521D45FDE29C}" dt="2023-10-30T03:26:06.324" v="0"/>
        <pc:sldMkLst>
          <pc:docMk/>
          <pc:sldMk cId="1600039276" sldId="1227"/>
        </pc:sldMkLst>
      </pc:sldChg>
      <pc:sldChg chg="add">
        <pc:chgData name="Zailan Arabee Abdul Salam" userId="5bc04053-34d1-46af-a9d4-ff754460ad4b" providerId="ADAL" clId="{A2B7F123-4DA0-45CE-B8C2-521D45FDE29C}" dt="2023-10-30T03:26:06.324" v="0"/>
        <pc:sldMkLst>
          <pc:docMk/>
          <pc:sldMk cId="4158129888" sldId="1229"/>
        </pc:sldMkLst>
      </pc:sldChg>
      <pc:sldChg chg="add">
        <pc:chgData name="Zailan Arabee Abdul Salam" userId="5bc04053-34d1-46af-a9d4-ff754460ad4b" providerId="ADAL" clId="{A2B7F123-4DA0-45CE-B8C2-521D45FDE29C}" dt="2023-10-30T03:26:06.324" v="0"/>
        <pc:sldMkLst>
          <pc:docMk/>
          <pc:sldMk cId="1283043137" sldId="1230"/>
        </pc:sldMkLst>
      </pc:sldChg>
      <pc:sldChg chg="add">
        <pc:chgData name="Zailan Arabee Abdul Salam" userId="5bc04053-34d1-46af-a9d4-ff754460ad4b" providerId="ADAL" clId="{A2B7F123-4DA0-45CE-B8C2-521D45FDE29C}" dt="2023-10-30T03:26:06.324" v="0"/>
        <pc:sldMkLst>
          <pc:docMk/>
          <pc:sldMk cId="3745391551" sldId="1231"/>
        </pc:sldMkLst>
      </pc:sldChg>
      <pc:sldChg chg="add">
        <pc:chgData name="Zailan Arabee Abdul Salam" userId="5bc04053-34d1-46af-a9d4-ff754460ad4b" providerId="ADAL" clId="{A2B7F123-4DA0-45CE-B8C2-521D45FDE29C}" dt="2023-10-30T03:26:06.324" v="0"/>
        <pc:sldMkLst>
          <pc:docMk/>
          <pc:sldMk cId="536754208" sldId="1232"/>
        </pc:sldMkLst>
      </pc:sldChg>
      <pc:sldChg chg="add">
        <pc:chgData name="Zailan Arabee Abdul Salam" userId="5bc04053-34d1-46af-a9d4-ff754460ad4b" providerId="ADAL" clId="{A2B7F123-4DA0-45CE-B8C2-521D45FDE29C}" dt="2023-10-30T03:26:06.324" v="0"/>
        <pc:sldMkLst>
          <pc:docMk/>
          <pc:sldMk cId="2081593252" sldId="1234"/>
        </pc:sldMkLst>
      </pc:sldChg>
      <pc:sldChg chg="add">
        <pc:chgData name="Zailan Arabee Abdul Salam" userId="5bc04053-34d1-46af-a9d4-ff754460ad4b" providerId="ADAL" clId="{A2B7F123-4DA0-45CE-B8C2-521D45FDE29C}" dt="2023-10-30T03:26:06.324" v="0"/>
        <pc:sldMkLst>
          <pc:docMk/>
          <pc:sldMk cId="474274139" sldId="1235"/>
        </pc:sldMkLst>
      </pc:sldChg>
      <pc:sldChg chg="add">
        <pc:chgData name="Zailan Arabee Abdul Salam" userId="5bc04053-34d1-46af-a9d4-ff754460ad4b" providerId="ADAL" clId="{A2B7F123-4DA0-45CE-B8C2-521D45FDE29C}" dt="2023-10-30T03:26:06.324" v="0"/>
        <pc:sldMkLst>
          <pc:docMk/>
          <pc:sldMk cId="2560256601" sldId="1238"/>
        </pc:sldMkLst>
      </pc:sldChg>
      <pc:sldChg chg="del">
        <pc:chgData name="Zailan Arabee Abdul Salam" userId="5bc04053-34d1-46af-a9d4-ff754460ad4b" providerId="ADAL" clId="{A2B7F123-4DA0-45CE-B8C2-521D45FDE29C}" dt="2023-10-30T03:26:18.778" v="2" actId="47"/>
        <pc:sldMkLst>
          <pc:docMk/>
          <pc:sldMk cId="2066858650" sldId="1891"/>
        </pc:sldMkLst>
      </pc:sldChg>
      <pc:sldChg chg="del">
        <pc:chgData name="Zailan Arabee Abdul Salam" userId="5bc04053-34d1-46af-a9d4-ff754460ad4b" providerId="ADAL" clId="{A2B7F123-4DA0-45CE-B8C2-521D45FDE29C}" dt="2023-10-30T03:26:18.778" v="2" actId="47"/>
        <pc:sldMkLst>
          <pc:docMk/>
          <pc:sldMk cId="2774009567" sldId="1892"/>
        </pc:sldMkLst>
      </pc:sldChg>
      <pc:sldChg chg="del">
        <pc:chgData name="Zailan Arabee Abdul Salam" userId="5bc04053-34d1-46af-a9d4-ff754460ad4b" providerId="ADAL" clId="{A2B7F123-4DA0-45CE-B8C2-521D45FDE29C}" dt="2023-10-30T03:26:18.778" v="2" actId="47"/>
        <pc:sldMkLst>
          <pc:docMk/>
          <pc:sldMk cId="3477102949" sldId="1893"/>
        </pc:sldMkLst>
      </pc:sldChg>
      <pc:sldChg chg="del">
        <pc:chgData name="Zailan Arabee Abdul Salam" userId="5bc04053-34d1-46af-a9d4-ff754460ad4b" providerId="ADAL" clId="{A2B7F123-4DA0-45CE-B8C2-521D45FDE29C}" dt="2023-10-30T03:26:18.778" v="2" actId="47"/>
        <pc:sldMkLst>
          <pc:docMk/>
          <pc:sldMk cId="1208853802" sldId="1898"/>
        </pc:sldMkLst>
      </pc:sldChg>
      <pc:sldChg chg="del">
        <pc:chgData name="Zailan Arabee Abdul Salam" userId="5bc04053-34d1-46af-a9d4-ff754460ad4b" providerId="ADAL" clId="{A2B7F123-4DA0-45CE-B8C2-521D45FDE29C}" dt="2023-10-30T03:26:18.778" v="2" actId="47"/>
        <pc:sldMkLst>
          <pc:docMk/>
          <pc:sldMk cId="2426269947" sldId="1899"/>
        </pc:sldMkLst>
      </pc:sldChg>
      <pc:sldChg chg="del">
        <pc:chgData name="Zailan Arabee Abdul Salam" userId="5bc04053-34d1-46af-a9d4-ff754460ad4b" providerId="ADAL" clId="{A2B7F123-4DA0-45CE-B8C2-521D45FDE29C}" dt="2023-10-30T03:26:18.778" v="2" actId="47"/>
        <pc:sldMkLst>
          <pc:docMk/>
          <pc:sldMk cId="2377559160" sldId="1901"/>
        </pc:sldMkLst>
      </pc:sldChg>
      <pc:sldChg chg="del">
        <pc:chgData name="Zailan Arabee Abdul Salam" userId="5bc04053-34d1-46af-a9d4-ff754460ad4b" providerId="ADAL" clId="{A2B7F123-4DA0-45CE-B8C2-521D45FDE29C}" dt="2023-10-30T03:26:18.778" v="2" actId="47"/>
        <pc:sldMkLst>
          <pc:docMk/>
          <pc:sldMk cId="1302651925" sldId="1902"/>
        </pc:sldMkLst>
      </pc:sldChg>
      <pc:sldChg chg="del">
        <pc:chgData name="Zailan Arabee Abdul Salam" userId="5bc04053-34d1-46af-a9d4-ff754460ad4b" providerId="ADAL" clId="{A2B7F123-4DA0-45CE-B8C2-521D45FDE29C}" dt="2023-10-30T03:26:18.778" v="2" actId="47"/>
        <pc:sldMkLst>
          <pc:docMk/>
          <pc:sldMk cId="1917068273" sldId="1903"/>
        </pc:sldMkLst>
      </pc:sldChg>
      <pc:sldChg chg="del">
        <pc:chgData name="Zailan Arabee Abdul Salam" userId="5bc04053-34d1-46af-a9d4-ff754460ad4b" providerId="ADAL" clId="{A2B7F123-4DA0-45CE-B8C2-521D45FDE29C}" dt="2023-10-30T03:26:18.778" v="2" actId="47"/>
        <pc:sldMkLst>
          <pc:docMk/>
          <pc:sldMk cId="3895380168" sldId="1905"/>
        </pc:sldMkLst>
      </pc:sldChg>
      <pc:sldChg chg="del">
        <pc:chgData name="Zailan Arabee Abdul Salam" userId="5bc04053-34d1-46af-a9d4-ff754460ad4b" providerId="ADAL" clId="{A2B7F123-4DA0-45CE-B8C2-521D45FDE29C}" dt="2023-10-30T03:26:18.778" v="2" actId="47"/>
        <pc:sldMkLst>
          <pc:docMk/>
          <pc:sldMk cId="4255597957" sldId="1908"/>
        </pc:sldMkLst>
      </pc:sldChg>
      <pc:sldChg chg="del">
        <pc:chgData name="Zailan Arabee Abdul Salam" userId="5bc04053-34d1-46af-a9d4-ff754460ad4b" providerId="ADAL" clId="{A2B7F123-4DA0-45CE-B8C2-521D45FDE29C}" dt="2023-10-30T03:26:18.778" v="2" actId="47"/>
        <pc:sldMkLst>
          <pc:docMk/>
          <pc:sldMk cId="3773843950" sldId="1910"/>
        </pc:sldMkLst>
      </pc:sldChg>
      <pc:sldChg chg="del">
        <pc:chgData name="Zailan Arabee Abdul Salam" userId="5bc04053-34d1-46af-a9d4-ff754460ad4b" providerId="ADAL" clId="{A2B7F123-4DA0-45CE-B8C2-521D45FDE29C}" dt="2023-10-30T03:26:18.778" v="2" actId="47"/>
        <pc:sldMkLst>
          <pc:docMk/>
          <pc:sldMk cId="4230886124" sldId="1911"/>
        </pc:sldMkLst>
      </pc:sldChg>
      <pc:sldChg chg="del">
        <pc:chgData name="Zailan Arabee Abdul Salam" userId="5bc04053-34d1-46af-a9d4-ff754460ad4b" providerId="ADAL" clId="{A2B7F123-4DA0-45CE-B8C2-521D45FDE29C}" dt="2023-10-30T03:26:18.778" v="2" actId="47"/>
        <pc:sldMkLst>
          <pc:docMk/>
          <pc:sldMk cId="4072523526" sldId="1913"/>
        </pc:sldMkLst>
      </pc:sldChg>
      <pc:sldChg chg="del">
        <pc:chgData name="Zailan Arabee Abdul Salam" userId="5bc04053-34d1-46af-a9d4-ff754460ad4b" providerId="ADAL" clId="{A2B7F123-4DA0-45CE-B8C2-521D45FDE29C}" dt="2023-10-30T03:26:18.778" v="2" actId="47"/>
        <pc:sldMkLst>
          <pc:docMk/>
          <pc:sldMk cId="851357154" sldId="1914"/>
        </pc:sldMkLst>
      </pc:sldChg>
      <pc:sldChg chg="del">
        <pc:chgData name="Zailan Arabee Abdul Salam" userId="5bc04053-34d1-46af-a9d4-ff754460ad4b" providerId="ADAL" clId="{A2B7F123-4DA0-45CE-B8C2-521D45FDE29C}" dt="2023-10-30T03:26:18.778" v="2" actId="47"/>
        <pc:sldMkLst>
          <pc:docMk/>
          <pc:sldMk cId="298809152" sldId="1915"/>
        </pc:sldMkLst>
      </pc:sldChg>
      <pc:sldChg chg="del">
        <pc:chgData name="Zailan Arabee Abdul Salam" userId="5bc04053-34d1-46af-a9d4-ff754460ad4b" providerId="ADAL" clId="{A2B7F123-4DA0-45CE-B8C2-521D45FDE29C}" dt="2023-10-30T03:26:18.778" v="2" actId="47"/>
        <pc:sldMkLst>
          <pc:docMk/>
          <pc:sldMk cId="0" sldId="1916"/>
        </pc:sldMkLst>
      </pc:sldChg>
      <pc:sldChg chg="del">
        <pc:chgData name="Zailan Arabee Abdul Salam" userId="5bc04053-34d1-46af-a9d4-ff754460ad4b" providerId="ADAL" clId="{A2B7F123-4DA0-45CE-B8C2-521D45FDE29C}" dt="2023-10-30T03:26:18.778" v="2" actId="47"/>
        <pc:sldMkLst>
          <pc:docMk/>
          <pc:sldMk cId="0" sldId="1917"/>
        </pc:sldMkLst>
      </pc:sldChg>
      <pc:sldChg chg="del">
        <pc:chgData name="Zailan Arabee Abdul Salam" userId="5bc04053-34d1-46af-a9d4-ff754460ad4b" providerId="ADAL" clId="{A2B7F123-4DA0-45CE-B8C2-521D45FDE29C}" dt="2023-10-30T03:26:18.778" v="2" actId="47"/>
        <pc:sldMkLst>
          <pc:docMk/>
          <pc:sldMk cId="0" sldId="1918"/>
        </pc:sldMkLst>
      </pc:sldChg>
      <pc:sldChg chg="del">
        <pc:chgData name="Zailan Arabee Abdul Salam" userId="5bc04053-34d1-46af-a9d4-ff754460ad4b" providerId="ADAL" clId="{A2B7F123-4DA0-45CE-B8C2-521D45FDE29C}" dt="2023-10-30T03:26:18.778" v="2" actId="47"/>
        <pc:sldMkLst>
          <pc:docMk/>
          <pc:sldMk cId="3106057987" sldId="1919"/>
        </pc:sldMkLst>
      </pc:sldChg>
      <pc:sldChg chg="del">
        <pc:chgData name="Zailan Arabee Abdul Salam" userId="5bc04053-34d1-46af-a9d4-ff754460ad4b" providerId="ADAL" clId="{A2B7F123-4DA0-45CE-B8C2-521D45FDE29C}" dt="2023-10-30T03:26:18.778" v="2" actId="47"/>
        <pc:sldMkLst>
          <pc:docMk/>
          <pc:sldMk cId="0" sldId="1920"/>
        </pc:sldMkLst>
      </pc:sldChg>
      <pc:sldChg chg="del">
        <pc:chgData name="Zailan Arabee Abdul Salam" userId="5bc04053-34d1-46af-a9d4-ff754460ad4b" providerId="ADAL" clId="{A2B7F123-4DA0-45CE-B8C2-521D45FDE29C}" dt="2023-10-30T03:26:18.778" v="2" actId="47"/>
        <pc:sldMkLst>
          <pc:docMk/>
          <pc:sldMk cId="0" sldId="1921"/>
        </pc:sldMkLst>
      </pc:sldChg>
      <pc:sldChg chg="del">
        <pc:chgData name="Zailan Arabee Abdul Salam" userId="5bc04053-34d1-46af-a9d4-ff754460ad4b" providerId="ADAL" clId="{A2B7F123-4DA0-45CE-B8C2-521D45FDE29C}" dt="2023-10-30T03:26:18.778" v="2" actId="47"/>
        <pc:sldMkLst>
          <pc:docMk/>
          <pc:sldMk cId="0" sldId="1922"/>
        </pc:sldMkLst>
      </pc:sldChg>
      <pc:sldChg chg="del">
        <pc:chgData name="Zailan Arabee Abdul Salam" userId="5bc04053-34d1-46af-a9d4-ff754460ad4b" providerId="ADAL" clId="{A2B7F123-4DA0-45CE-B8C2-521D45FDE29C}" dt="2023-10-30T03:26:18.778" v="2" actId="47"/>
        <pc:sldMkLst>
          <pc:docMk/>
          <pc:sldMk cId="0" sldId="1923"/>
        </pc:sldMkLst>
      </pc:sldChg>
      <pc:sldChg chg="del">
        <pc:chgData name="Zailan Arabee Abdul Salam" userId="5bc04053-34d1-46af-a9d4-ff754460ad4b" providerId="ADAL" clId="{A2B7F123-4DA0-45CE-B8C2-521D45FDE29C}" dt="2023-10-30T03:26:18.778" v="2" actId="47"/>
        <pc:sldMkLst>
          <pc:docMk/>
          <pc:sldMk cId="0" sldId="1924"/>
        </pc:sldMkLst>
      </pc:sldChg>
      <pc:sldChg chg="del">
        <pc:chgData name="Zailan Arabee Abdul Salam" userId="5bc04053-34d1-46af-a9d4-ff754460ad4b" providerId="ADAL" clId="{A2B7F123-4DA0-45CE-B8C2-521D45FDE29C}" dt="2023-10-30T03:26:18.778" v="2" actId="47"/>
        <pc:sldMkLst>
          <pc:docMk/>
          <pc:sldMk cId="0" sldId="1925"/>
        </pc:sldMkLst>
      </pc:sldChg>
      <pc:sldChg chg="del">
        <pc:chgData name="Zailan Arabee Abdul Salam" userId="5bc04053-34d1-46af-a9d4-ff754460ad4b" providerId="ADAL" clId="{A2B7F123-4DA0-45CE-B8C2-521D45FDE29C}" dt="2023-10-30T03:26:18.778" v="2" actId="47"/>
        <pc:sldMkLst>
          <pc:docMk/>
          <pc:sldMk cId="0" sldId="1926"/>
        </pc:sldMkLst>
      </pc:sldChg>
      <pc:sldChg chg="del">
        <pc:chgData name="Zailan Arabee Abdul Salam" userId="5bc04053-34d1-46af-a9d4-ff754460ad4b" providerId="ADAL" clId="{A2B7F123-4DA0-45CE-B8C2-521D45FDE29C}" dt="2023-10-30T03:26:18.778" v="2" actId="47"/>
        <pc:sldMkLst>
          <pc:docMk/>
          <pc:sldMk cId="0" sldId="1927"/>
        </pc:sldMkLst>
      </pc:sldChg>
      <pc:sldChg chg="del">
        <pc:chgData name="Zailan Arabee Abdul Salam" userId="5bc04053-34d1-46af-a9d4-ff754460ad4b" providerId="ADAL" clId="{A2B7F123-4DA0-45CE-B8C2-521D45FDE29C}" dt="2023-10-30T03:26:18.778" v="2" actId="47"/>
        <pc:sldMkLst>
          <pc:docMk/>
          <pc:sldMk cId="0" sldId="1928"/>
        </pc:sldMkLst>
      </pc:sldChg>
      <pc:sldChg chg="del">
        <pc:chgData name="Zailan Arabee Abdul Salam" userId="5bc04053-34d1-46af-a9d4-ff754460ad4b" providerId="ADAL" clId="{A2B7F123-4DA0-45CE-B8C2-521D45FDE29C}" dt="2023-10-30T03:26:18.778" v="2" actId="47"/>
        <pc:sldMkLst>
          <pc:docMk/>
          <pc:sldMk cId="0" sldId="1929"/>
        </pc:sldMkLst>
      </pc:sldChg>
      <pc:sldChg chg="del">
        <pc:chgData name="Zailan Arabee Abdul Salam" userId="5bc04053-34d1-46af-a9d4-ff754460ad4b" providerId="ADAL" clId="{A2B7F123-4DA0-45CE-B8C2-521D45FDE29C}" dt="2023-10-30T03:26:18.778" v="2" actId="47"/>
        <pc:sldMkLst>
          <pc:docMk/>
          <pc:sldMk cId="0" sldId="1930"/>
        </pc:sldMkLst>
      </pc:sldChg>
      <pc:sldChg chg="del">
        <pc:chgData name="Zailan Arabee Abdul Salam" userId="5bc04053-34d1-46af-a9d4-ff754460ad4b" providerId="ADAL" clId="{A2B7F123-4DA0-45CE-B8C2-521D45FDE29C}" dt="2023-10-30T03:26:18.778" v="2" actId="47"/>
        <pc:sldMkLst>
          <pc:docMk/>
          <pc:sldMk cId="0" sldId="1931"/>
        </pc:sldMkLst>
      </pc:sldChg>
      <pc:sldChg chg="del">
        <pc:chgData name="Zailan Arabee Abdul Salam" userId="5bc04053-34d1-46af-a9d4-ff754460ad4b" providerId="ADAL" clId="{A2B7F123-4DA0-45CE-B8C2-521D45FDE29C}" dt="2023-10-30T03:26:18.778" v="2" actId="47"/>
        <pc:sldMkLst>
          <pc:docMk/>
          <pc:sldMk cId="0" sldId="1932"/>
        </pc:sldMkLst>
      </pc:sldChg>
      <pc:sldChg chg="del">
        <pc:chgData name="Zailan Arabee Abdul Salam" userId="5bc04053-34d1-46af-a9d4-ff754460ad4b" providerId="ADAL" clId="{A2B7F123-4DA0-45CE-B8C2-521D45FDE29C}" dt="2023-10-30T03:26:18.778" v="2" actId="47"/>
        <pc:sldMkLst>
          <pc:docMk/>
          <pc:sldMk cId="0" sldId="1933"/>
        </pc:sldMkLst>
      </pc:sldChg>
      <pc:sldChg chg="del">
        <pc:chgData name="Zailan Arabee Abdul Salam" userId="5bc04053-34d1-46af-a9d4-ff754460ad4b" providerId="ADAL" clId="{A2B7F123-4DA0-45CE-B8C2-521D45FDE29C}" dt="2023-10-30T03:26:18.778" v="2" actId="47"/>
        <pc:sldMkLst>
          <pc:docMk/>
          <pc:sldMk cId="0" sldId="1934"/>
        </pc:sldMkLst>
      </pc:sldChg>
      <pc:sldChg chg="add">
        <pc:chgData name="Zailan Arabee Abdul Salam" userId="5bc04053-34d1-46af-a9d4-ff754460ad4b" providerId="ADAL" clId="{A2B7F123-4DA0-45CE-B8C2-521D45FDE29C}" dt="2023-10-30T03:26:06.324" v="0"/>
        <pc:sldMkLst>
          <pc:docMk/>
          <pc:sldMk cId="0" sldId="1935"/>
        </pc:sldMkLst>
      </pc:sldChg>
      <pc:sldChg chg="add">
        <pc:chgData name="Zailan Arabee Abdul Salam" userId="5bc04053-34d1-46af-a9d4-ff754460ad4b" providerId="ADAL" clId="{A2B7F123-4DA0-45CE-B8C2-521D45FDE29C}" dt="2023-10-30T03:26:06.324" v="0"/>
        <pc:sldMkLst>
          <pc:docMk/>
          <pc:sldMk cId="0" sldId="1936"/>
        </pc:sldMkLst>
      </pc:sldChg>
      <pc:sldChg chg="add">
        <pc:chgData name="Zailan Arabee Abdul Salam" userId="5bc04053-34d1-46af-a9d4-ff754460ad4b" providerId="ADAL" clId="{A2B7F123-4DA0-45CE-B8C2-521D45FDE29C}" dt="2023-10-30T03:26:06.324" v="0"/>
        <pc:sldMkLst>
          <pc:docMk/>
          <pc:sldMk cId="2421019088" sldId="1937"/>
        </pc:sldMkLst>
      </pc:sldChg>
      <pc:sldChg chg="add">
        <pc:chgData name="Zailan Arabee Abdul Salam" userId="5bc04053-34d1-46af-a9d4-ff754460ad4b" providerId="ADAL" clId="{A2B7F123-4DA0-45CE-B8C2-521D45FDE29C}" dt="2023-10-30T03:26:06.324" v="0"/>
        <pc:sldMkLst>
          <pc:docMk/>
          <pc:sldMk cId="0" sldId="1938"/>
        </pc:sldMkLst>
      </pc:sldChg>
      <pc:sldChg chg="add">
        <pc:chgData name="Zailan Arabee Abdul Salam" userId="5bc04053-34d1-46af-a9d4-ff754460ad4b" providerId="ADAL" clId="{A2B7F123-4DA0-45CE-B8C2-521D45FDE29C}" dt="2023-10-30T03:26:06.324" v="0"/>
        <pc:sldMkLst>
          <pc:docMk/>
          <pc:sldMk cId="2513217203" sldId="1939"/>
        </pc:sldMkLst>
      </pc:sldChg>
      <pc:sldChg chg="add">
        <pc:chgData name="Zailan Arabee Abdul Salam" userId="5bc04053-34d1-46af-a9d4-ff754460ad4b" providerId="ADAL" clId="{A2B7F123-4DA0-45CE-B8C2-521D45FDE29C}" dt="2023-10-30T03:26:06.324" v="0"/>
        <pc:sldMkLst>
          <pc:docMk/>
          <pc:sldMk cId="1636985544" sldId="1940"/>
        </pc:sldMkLst>
      </pc:sldChg>
      <pc:sldChg chg="add">
        <pc:chgData name="Zailan Arabee Abdul Salam" userId="5bc04053-34d1-46af-a9d4-ff754460ad4b" providerId="ADAL" clId="{A2B7F123-4DA0-45CE-B8C2-521D45FDE29C}" dt="2023-10-30T03:26:06.324" v="0"/>
        <pc:sldMkLst>
          <pc:docMk/>
          <pc:sldMk cId="713316994" sldId="1941"/>
        </pc:sldMkLst>
      </pc:sldChg>
      <pc:sldChg chg="add">
        <pc:chgData name="Zailan Arabee Abdul Salam" userId="5bc04053-34d1-46af-a9d4-ff754460ad4b" providerId="ADAL" clId="{A2B7F123-4DA0-45CE-B8C2-521D45FDE29C}" dt="2023-10-30T03:26:06.324" v="0"/>
        <pc:sldMkLst>
          <pc:docMk/>
          <pc:sldMk cId="1845779338" sldId="1942"/>
        </pc:sldMkLst>
      </pc:sldChg>
      <pc:sldChg chg="add">
        <pc:chgData name="Zailan Arabee Abdul Salam" userId="5bc04053-34d1-46af-a9d4-ff754460ad4b" providerId="ADAL" clId="{A2B7F123-4DA0-45CE-B8C2-521D45FDE29C}" dt="2023-10-30T03:26:06.324" v="0"/>
        <pc:sldMkLst>
          <pc:docMk/>
          <pc:sldMk cId="1233749879" sldId="1943"/>
        </pc:sldMkLst>
      </pc:sldChg>
      <pc:sldChg chg="add">
        <pc:chgData name="Zailan Arabee Abdul Salam" userId="5bc04053-34d1-46af-a9d4-ff754460ad4b" providerId="ADAL" clId="{A2B7F123-4DA0-45CE-B8C2-521D45FDE29C}" dt="2023-10-30T03:26:06.324" v="0"/>
        <pc:sldMkLst>
          <pc:docMk/>
          <pc:sldMk cId="2196535212" sldId="1944"/>
        </pc:sldMkLst>
      </pc:sldChg>
      <pc:sldChg chg="add">
        <pc:chgData name="Zailan Arabee Abdul Salam" userId="5bc04053-34d1-46af-a9d4-ff754460ad4b" providerId="ADAL" clId="{A2B7F123-4DA0-45CE-B8C2-521D45FDE29C}" dt="2023-10-30T03:26:06.324" v="0"/>
        <pc:sldMkLst>
          <pc:docMk/>
          <pc:sldMk cId="2672633410" sldId="1945"/>
        </pc:sldMkLst>
      </pc:sldChg>
      <pc:sldChg chg="add">
        <pc:chgData name="Zailan Arabee Abdul Salam" userId="5bc04053-34d1-46af-a9d4-ff754460ad4b" providerId="ADAL" clId="{A2B7F123-4DA0-45CE-B8C2-521D45FDE29C}" dt="2023-10-30T03:26:06.324" v="0"/>
        <pc:sldMkLst>
          <pc:docMk/>
          <pc:sldMk cId="3874458156" sldId="1946"/>
        </pc:sldMkLst>
      </pc:sldChg>
      <pc:sldChg chg="add">
        <pc:chgData name="Zailan Arabee Abdul Salam" userId="5bc04053-34d1-46af-a9d4-ff754460ad4b" providerId="ADAL" clId="{A2B7F123-4DA0-45CE-B8C2-521D45FDE29C}" dt="2023-10-30T03:26:06.324" v="0"/>
        <pc:sldMkLst>
          <pc:docMk/>
          <pc:sldMk cId="0" sldId="1947"/>
        </pc:sldMkLst>
      </pc:sldChg>
      <pc:sldMasterChg chg="delSldLayout">
        <pc:chgData name="Zailan Arabee Abdul Salam" userId="5bc04053-34d1-46af-a9d4-ff754460ad4b" providerId="ADAL" clId="{A2B7F123-4DA0-45CE-B8C2-521D45FDE29C}" dt="2023-10-30T03:26:18.778" v="2" actId="47"/>
        <pc:sldMasterMkLst>
          <pc:docMk/>
          <pc:sldMasterMk cId="0" sldId="2147483651"/>
        </pc:sldMasterMkLst>
        <pc:sldLayoutChg chg="del">
          <pc:chgData name="Zailan Arabee Abdul Salam" userId="5bc04053-34d1-46af-a9d4-ff754460ad4b" providerId="ADAL" clId="{A2B7F123-4DA0-45CE-B8C2-521D45FDE29C}" dt="2023-10-30T03:26:18.778" v="2" actId="47"/>
          <pc:sldLayoutMkLst>
            <pc:docMk/>
            <pc:sldMasterMk cId="0" sldId="2147483651"/>
            <pc:sldLayoutMk cId="1406587582" sldId="2147483759"/>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48887668" sldId="2147483760"/>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853447008" sldId="2147483761"/>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781432196" sldId="2147483762"/>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19796192" sldId="2147483763"/>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353331877" sldId="2147483764"/>
          </pc:sldLayoutMkLst>
        </pc:sldLayoutChg>
      </pc:sldMasterChg>
    </pc:docChg>
  </pc:docChgLst>
  <pc:docChgLst>
    <pc:chgData name="Zailan Arabee Abdul Salam" userId="5bc04053-34d1-46af-a9d4-ff754460ad4b" providerId="ADAL" clId="{15765617-B2B5-4B1C-9860-B69577C533DF}"/>
    <pc:docChg chg="addSld delSld modSld modSection">
      <pc:chgData name="Zailan Arabee Abdul Salam" userId="5bc04053-34d1-46af-a9d4-ff754460ad4b" providerId="ADAL" clId="{15765617-B2B5-4B1C-9860-B69577C533DF}" dt="2023-10-30T03:27:37.020" v="2" actId="47"/>
      <pc:docMkLst>
        <pc:docMk/>
      </pc:docMkLst>
      <pc:sldChg chg="del">
        <pc:chgData name="Zailan Arabee Abdul Salam" userId="5bc04053-34d1-46af-a9d4-ff754460ad4b" providerId="ADAL" clId="{15765617-B2B5-4B1C-9860-B69577C533DF}" dt="2023-10-30T03:27:37.020" v="2" actId="47"/>
        <pc:sldMkLst>
          <pc:docMk/>
          <pc:sldMk cId="0" sldId="260"/>
        </pc:sldMkLst>
      </pc:sldChg>
      <pc:sldChg chg="del">
        <pc:chgData name="Zailan Arabee Abdul Salam" userId="5bc04053-34d1-46af-a9d4-ff754460ad4b" providerId="ADAL" clId="{15765617-B2B5-4B1C-9860-B69577C533DF}" dt="2023-10-30T03:27:37.020" v="2" actId="47"/>
        <pc:sldMkLst>
          <pc:docMk/>
          <pc:sldMk cId="0" sldId="261"/>
        </pc:sldMkLst>
      </pc:sldChg>
      <pc:sldChg chg="del">
        <pc:chgData name="Zailan Arabee Abdul Salam" userId="5bc04053-34d1-46af-a9d4-ff754460ad4b" providerId="ADAL" clId="{15765617-B2B5-4B1C-9860-B69577C533DF}" dt="2023-10-30T03:27:37.020" v="2" actId="47"/>
        <pc:sldMkLst>
          <pc:docMk/>
          <pc:sldMk cId="4027869332" sldId="271"/>
        </pc:sldMkLst>
      </pc:sldChg>
      <pc:sldChg chg="del">
        <pc:chgData name="Zailan Arabee Abdul Salam" userId="5bc04053-34d1-46af-a9d4-ff754460ad4b" providerId="ADAL" clId="{15765617-B2B5-4B1C-9860-B69577C533DF}" dt="2023-10-30T03:27:37.020" v="2" actId="47"/>
        <pc:sldMkLst>
          <pc:docMk/>
          <pc:sldMk cId="0" sldId="275"/>
        </pc:sldMkLst>
      </pc:sldChg>
      <pc:sldChg chg="del">
        <pc:chgData name="Zailan Arabee Abdul Salam" userId="5bc04053-34d1-46af-a9d4-ff754460ad4b" providerId="ADAL" clId="{15765617-B2B5-4B1C-9860-B69577C533DF}" dt="2023-10-30T03:27:37.020" v="2" actId="47"/>
        <pc:sldMkLst>
          <pc:docMk/>
          <pc:sldMk cId="0" sldId="277"/>
        </pc:sldMkLst>
      </pc:sldChg>
      <pc:sldChg chg="del">
        <pc:chgData name="Zailan Arabee Abdul Salam" userId="5bc04053-34d1-46af-a9d4-ff754460ad4b" providerId="ADAL" clId="{15765617-B2B5-4B1C-9860-B69577C533DF}" dt="2023-10-30T03:27:37.020" v="2" actId="47"/>
        <pc:sldMkLst>
          <pc:docMk/>
          <pc:sldMk cId="3225035349" sldId="280"/>
        </pc:sldMkLst>
      </pc:sldChg>
      <pc:sldChg chg="del">
        <pc:chgData name="Zailan Arabee Abdul Salam" userId="5bc04053-34d1-46af-a9d4-ff754460ad4b" providerId="ADAL" clId="{15765617-B2B5-4B1C-9860-B69577C533DF}" dt="2023-10-30T03:27:37.020" v="2" actId="47"/>
        <pc:sldMkLst>
          <pc:docMk/>
          <pc:sldMk cId="2979819931" sldId="281"/>
        </pc:sldMkLst>
      </pc:sldChg>
      <pc:sldChg chg="del">
        <pc:chgData name="Zailan Arabee Abdul Salam" userId="5bc04053-34d1-46af-a9d4-ff754460ad4b" providerId="ADAL" clId="{15765617-B2B5-4B1C-9860-B69577C533DF}" dt="2023-10-30T03:27:37.020" v="2" actId="47"/>
        <pc:sldMkLst>
          <pc:docMk/>
          <pc:sldMk cId="2994277211" sldId="284"/>
        </pc:sldMkLst>
      </pc:sldChg>
      <pc:sldChg chg="del">
        <pc:chgData name="Zailan Arabee Abdul Salam" userId="5bc04053-34d1-46af-a9d4-ff754460ad4b" providerId="ADAL" clId="{15765617-B2B5-4B1C-9860-B69577C533DF}" dt="2023-10-30T03:27:37.020" v="2" actId="47"/>
        <pc:sldMkLst>
          <pc:docMk/>
          <pc:sldMk cId="894897432" sldId="285"/>
        </pc:sldMkLst>
      </pc:sldChg>
      <pc:sldChg chg="del">
        <pc:chgData name="Zailan Arabee Abdul Salam" userId="5bc04053-34d1-46af-a9d4-ff754460ad4b" providerId="ADAL" clId="{15765617-B2B5-4B1C-9860-B69577C533DF}" dt="2023-10-30T03:27:37.020" v="2" actId="47"/>
        <pc:sldMkLst>
          <pc:docMk/>
          <pc:sldMk cId="2083618775" sldId="286"/>
        </pc:sldMkLst>
      </pc:sldChg>
      <pc:sldChg chg="del">
        <pc:chgData name="Zailan Arabee Abdul Salam" userId="5bc04053-34d1-46af-a9d4-ff754460ad4b" providerId="ADAL" clId="{15765617-B2B5-4B1C-9860-B69577C533DF}" dt="2023-10-30T03:27:37.020" v="2" actId="47"/>
        <pc:sldMkLst>
          <pc:docMk/>
          <pc:sldMk cId="3831505793" sldId="287"/>
        </pc:sldMkLst>
      </pc:sldChg>
      <pc:sldChg chg="del">
        <pc:chgData name="Zailan Arabee Abdul Salam" userId="5bc04053-34d1-46af-a9d4-ff754460ad4b" providerId="ADAL" clId="{15765617-B2B5-4B1C-9860-B69577C533DF}" dt="2023-10-30T03:27:37.020" v="2" actId="47"/>
        <pc:sldMkLst>
          <pc:docMk/>
          <pc:sldMk cId="0" sldId="288"/>
        </pc:sldMkLst>
      </pc:sldChg>
      <pc:sldChg chg="del">
        <pc:chgData name="Zailan Arabee Abdul Salam" userId="5bc04053-34d1-46af-a9d4-ff754460ad4b" providerId="ADAL" clId="{15765617-B2B5-4B1C-9860-B69577C533DF}" dt="2023-10-30T03:27:37.020" v="2" actId="47"/>
        <pc:sldMkLst>
          <pc:docMk/>
          <pc:sldMk cId="1147883940" sldId="289"/>
        </pc:sldMkLst>
      </pc:sldChg>
      <pc:sldChg chg="del">
        <pc:chgData name="Zailan Arabee Abdul Salam" userId="5bc04053-34d1-46af-a9d4-ff754460ad4b" providerId="ADAL" clId="{15765617-B2B5-4B1C-9860-B69577C533DF}" dt="2023-10-30T03:27:37.020" v="2" actId="47"/>
        <pc:sldMkLst>
          <pc:docMk/>
          <pc:sldMk cId="1929223683" sldId="290"/>
        </pc:sldMkLst>
      </pc:sldChg>
      <pc:sldChg chg="del">
        <pc:chgData name="Zailan Arabee Abdul Salam" userId="5bc04053-34d1-46af-a9d4-ff754460ad4b" providerId="ADAL" clId="{15765617-B2B5-4B1C-9860-B69577C533DF}" dt="2023-10-30T03:27:37.020" v="2" actId="47"/>
        <pc:sldMkLst>
          <pc:docMk/>
          <pc:sldMk cId="14364869" sldId="294"/>
        </pc:sldMkLst>
      </pc:sldChg>
      <pc:sldChg chg="del">
        <pc:chgData name="Zailan Arabee Abdul Salam" userId="5bc04053-34d1-46af-a9d4-ff754460ad4b" providerId="ADAL" clId="{15765617-B2B5-4B1C-9860-B69577C533DF}" dt="2023-10-30T03:27:37.020" v="2" actId="47"/>
        <pc:sldMkLst>
          <pc:docMk/>
          <pc:sldMk cId="393804965" sldId="295"/>
        </pc:sldMkLst>
      </pc:sldChg>
      <pc:sldChg chg="del">
        <pc:chgData name="Zailan Arabee Abdul Salam" userId="5bc04053-34d1-46af-a9d4-ff754460ad4b" providerId="ADAL" clId="{15765617-B2B5-4B1C-9860-B69577C533DF}" dt="2023-10-30T03:27:37.020" v="2" actId="47"/>
        <pc:sldMkLst>
          <pc:docMk/>
          <pc:sldMk cId="4053078876" sldId="296"/>
        </pc:sldMkLst>
      </pc:sldChg>
      <pc:sldChg chg="del">
        <pc:chgData name="Zailan Arabee Abdul Salam" userId="5bc04053-34d1-46af-a9d4-ff754460ad4b" providerId="ADAL" clId="{15765617-B2B5-4B1C-9860-B69577C533DF}" dt="2023-10-30T03:27:37.020" v="2" actId="47"/>
        <pc:sldMkLst>
          <pc:docMk/>
          <pc:sldMk cId="3067589673" sldId="297"/>
        </pc:sldMkLst>
      </pc:sldChg>
      <pc:sldChg chg="del">
        <pc:chgData name="Zailan Arabee Abdul Salam" userId="5bc04053-34d1-46af-a9d4-ff754460ad4b" providerId="ADAL" clId="{15765617-B2B5-4B1C-9860-B69577C533DF}" dt="2023-10-30T03:27:37.020" v="2" actId="47"/>
        <pc:sldMkLst>
          <pc:docMk/>
          <pc:sldMk cId="0" sldId="311"/>
        </pc:sldMkLst>
      </pc:sldChg>
      <pc:sldChg chg="del">
        <pc:chgData name="Zailan Arabee Abdul Salam" userId="5bc04053-34d1-46af-a9d4-ff754460ad4b" providerId="ADAL" clId="{15765617-B2B5-4B1C-9860-B69577C533DF}" dt="2023-10-30T03:27:37.020" v="2" actId="47"/>
        <pc:sldMkLst>
          <pc:docMk/>
          <pc:sldMk cId="0" sldId="312"/>
        </pc:sldMkLst>
      </pc:sldChg>
      <pc:sldChg chg="del">
        <pc:chgData name="Zailan Arabee Abdul Salam" userId="5bc04053-34d1-46af-a9d4-ff754460ad4b" providerId="ADAL" clId="{15765617-B2B5-4B1C-9860-B69577C533DF}" dt="2023-10-30T03:27:37.020" v="2" actId="47"/>
        <pc:sldMkLst>
          <pc:docMk/>
          <pc:sldMk cId="0" sldId="315"/>
        </pc:sldMkLst>
      </pc:sldChg>
      <pc:sldChg chg="del">
        <pc:chgData name="Zailan Arabee Abdul Salam" userId="5bc04053-34d1-46af-a9d4-ff754460ad4b" providerId="ADAL" clId="{15765617-B2B5-4B1C-9860-B69577C533DF}" dt="2023-10-30T03:27:37.020" v="2" actId="47"/>
        <pc:sldMkLst>
          <pc:docMk/>
          <pc:sldMk cId="2528312682" sldId="323"/>
        </pc:sldMkLst>
      </pc:sldChg>
      <pc:sldChg chg="del">
        <pc:chgData name="Zailan Arabee Abdul Salam" userId="5bc04053-34d1-46af-a9d4-ff754460ad4b" providerId="ADAL" clId="{15765617-B2B5-4B1C-9860-B69577C533DF}" dt="2023-10-30T03:27:37.020" v="2" actId="47"/>
        <pc:sldMkLst>
          <pc:docMk/>
          <pc:sldMk cId="764497266" sldId="332"/>
        </pc:sldMkLst>
      </pc:sldChg>
      <pc:sldChg chg="del">
        <pc:chgData name="Zailan Arabee Abdul Salam" userId="5bc04053-34d1-46af-a9d4-ff754460ad4b" providerId="ADAL" clId="{15765617-B2B5-4B1C-9860-B69577C533DF}" dt="2023-10-30T03:27:37.020" v="2" actId="47"/>
        <pc:sldMkLst>
          <pc:docMk/>
          <pc:sldMk cId="2763272302" sldId="348"/>
        </pc:sldMkLst>
      </pc:sldChg>
      <pc:sldChg chg="add">
        <pc:chgData name="Zailan Arabee Abdul Salam" userId="5bc04053-34d1-46af-a9d4-ff754460ad4b" providerId="ADAL" clId="{15765617-B2B5-4B1C-9860-B69577C533DF}" dt="2023-10-30T03:27:24.188" v="0"/>
        <pc:sldMkLst>
          <pc:docMk/>
          <pc:sldMk cId="0" sldId="405"/>
        </pc:sldMkLst>
      </pc:sldChg>
      <pc:sldChg chg="add">
        <pc:chgData name="Zailan Arabee Abdul Salam" userId="5bc04053-34d1-46af-a9d4-ff754460ad4b" providerId="ADAL" clId="{15765617-B2B5-4B1C-9860-B69577C533DF}" dt="2023-10-30T03:27:24.188" v="0"/>
        <pc:sldMkLst>
          <pc:docMk/>
          <pc:sldMk cId="0" sldId="406"/>
        </pc:sldMkLst>
      </pc:sldChg>
      <pc:sldChg chg="add">
        <pc:chgData name="Zailan Arabee Abdul Salam" userId="5bc04053-34d1-46af-a9d4-ff754460ad4b" providerId="ADAL" clId="{15765617-B2B5-4B1C-9860-B69577C533DF}" dt="2023-10-30T03:27:24.188" v="0"/>
        <pc:sldMkLst>
          <pc:docMk/>
          <pc:sldMk cId="0" sldId="407"/>
        </pc:sldMkLst>
      </pc:sldChg>
      <pc:sldChg chg="add">
        <pc:chgData name="Zailan Arabee Abdul Salam" userId="5bc04053-34d1-46af-a9d4-ff754460ad4b" providerId="ADAL" clId="{15765617-B2B5-4B1C-9860-B69577C533DF}" dt="2023-10-30T03:27:24.188" v="0"/>
        <pc:sldMkLst>
          <pc:docMk/>
          <pc:sldMk cId="0" sldId="408"/>
        </pc:sldMkLst>
      </pc:sldChg>
      <pc:sldChg chg="add">
        <pc:chgData name="Zailan Arabee Abdul Salam" userId="5bc04053-34d1-46af-a9d4-ff754460ad4b" providerId="ADAL" clId="{15765617-B2B5-4B1C-9860-B69577C533DF}" dt="2023-10-30T03:27:24.188" v="0"/>
        <pc:sldMkLst>
          <pc:docMk/>
          <pc:sldMk cId="0" sldId="409"/>
        </pc:sldMkLst>
      </pc:sldChg>
      <pc:sldChg chg="add">
        <pc:chgData name="Zailan Arabee Abdul Salam" userId="5bc04053-34d1-46af-a9d4-ff754460ad4b" providerId="ADAL" clId="{15765617-B2B5-4B1C-9860-B69577C533DF}" dt="2023-10-30T03:27:24.188" v="0"/>
        <pc:sldMkLst>
          <pc:docMk/>
          <pc:sldMk cId="0" sldId="410"/>
        </pc:sldMkLst>
      </pc:sldChg>
      <pc:sldChg chg="add">
        <pc:chgData name="Zailan Arabee Abdul Salam" userId="5bc04053-34d1-46af-a9d4-ff754460ad4b" providerId="ADAL" clId="{15765617-B2B5-4B1C-9860-B69577C533DF}" dt="2023-10-30T03:27:24.188" v="0"/>
        <pc:sldMkLst>
          <pc:docMk/>
          <pc:sldMk cId="0" sldId="411"/>
        </pc:sldMkLst>
      </pc:sldChg>
      <pc:sldChg chg="add">
        <pc:chgData name="Zailan Arabee Abdul Salam" userId="5bc04053-34d1-46af-a9d4-ff754460ad4b" providerId="ADAL" clId="{15765617-B2B5-4B1C-9860-B69577C533DF}" dt="2023-10-30T03:27:24.188" v="0"/>
        <pc:sldMkLst>
          <pc:docMk/>
          <pc:sldMk cId="0" sldId="412"/>
        </pc:sldMkLst>
      </pc:sldChg>
      <pc:sldChg chg="add">
        <pc:chgData name="Zailan Arabee Abdul Salam" userId="5bc04053-34d1-46af-a9d4-ff754460ad4b" providerId="ADAL" clId="{15765617-B2B5-4B1C-9860-B69577C533DF}" dt="2023-10-30T03:27:24.188" v="0"/>
        <pc:sldMkLst>
          <pc:docMk/>
          <pc:sldMk cId="0" sldId="413"/>
        </pc:sldMkLst>
      </pc:sldChg>
      <pc:sldChg chg="add">
        <pc:chgData name="Zailan Arabee Abdul Salam" userId="5bc04053-34d1-46af-a9d4-ff754460ad4b" providerId="ADAL" clId="{15765617-B2B5-4B1C-9860-B69577C533DF}" dt="2023-10-30T03:27:24.188" v="0"/>
        <pc:sldMkLst>
          <pc:docMk/>
          <pc:sldMk cId="0" sldId="414"/>
        </pc:sldMkLst>
      </pc:sldChg>
      <pc:sldChg chg="add">
        <pc:chgData name="Zailan Arabee Abdul Salam" userId="5bc04053-34d1-46af-a9d4-ff754460ad4b" providerId="ADAL" clId="{15765617-B2B5-4B1C-9860-B69577C533DF}" dt="2023-10-30T03:27:24.188" v="0"/>
        <pc:sldMkLst>
          <pc:docMk/>
          <pc:sldMk cId="0" sldId="415"/>
        </pc:sldMkLst>
      </pc:sldChg>
      <pc:sldChg chg="add">
        <pc:chgData name="Zailan Arabee Abdul Salam" userId="5bc04053-34d1-46af-a9d4-ff754460ad4b" providerId="ADAL" clId="{15765617-B2B5-4B1C-9860-B69577C533DF}" dt="2023-10-30T03:27:24.188" v="0"/>
        <pc:sldMkLst>
          <pc:docMk/>
          <pc:sldMk cId="0" sldId="416"/>
        </pc:sldMkLst>
      </pc:sldChg>
      <pc:sldChg chg="add">
        <pc:chgData name="Zailan Arabee Abdul Salam" userId="5bc04053-34d1-46af-a9d4-ff754460ad4b" providerId="ADAL" clId="{15765617-B2B5-4B1C-9860-B69577C533DF}" dt="2023-10-30T03:27:24.188" v="0"/>
        <pc:sldMkLst>
          <pc:docMk/>
          <pc:sldMk cId="0" sldId="417"/>
        </pc:sldMkLst>
      </pc:sldChg>
      <pc:sldChg chg="add">
        <pc:chgData name="Zailan Arabee Abdul Salam" userId="5bc04053-34d1-46af-a9d4-ff754460ad4b" providerId="ADAL" clId="{15765617-B2B5-4B1C-9860-B69577C533DF}" dt="2023-10-30T03:27:24.188" v="0"/>
        <pc:sldMkLst>
          <pc:docMk/>
          <pc:sldMk cId="0" sldId="418"/>
        </pc:sldMkLst>
      </pc:sldChg>
      <pc:sldChg chg="add">
        <pc:chgData name="Zailan Arabee Abdul Salam" userId="5bc04053-34d1-46af-a9d4-ff754460ad4b" providerId="ADAL" clId="{15765617-B2B5-4B1C-9860-B69577C533DF}" dt="2023-10-30T03:27:24.188" v="0"/>
        <pc:sldMkLst>
          <pc:docMk/>
          <pc:sldMk cId="0" sldId="419"/>
        </pc:sldMkLst>
      </pc:sldChg>
      <pc:sldChg chg="add">
        <pc:chgData name="Zailan Arabee Abdul Salam" userId="5bc04053-34d1-46af-a9d4-ff754460ad4b" providerId="ADAL" clId="{15765617-B2B5-4B1C-9860-B69577C533DF}" dt="2023-10-30T03:27:24.188" v="0"/>
        <pc:sldMkLst>
          <pc:docMk/>
          <pc:sldMk cId="0" sldId="420"/>
        </pc:sldMkLst>
      </pc:sldChg>
      <pc:sldChg chg="add">
        <pc:chgData name="Zailan Arabee Abdul Salam" userId="5bc04053-34d1-46af-a9d4-ff754460ad4b" providerId="ADAL" clId="{15765617-B2B5-4B1C-9860-B69577C533DF}" dt="2023-10-30T03:27:24.188" v="0"/>
        <pc:sldMkLst>
          <pc:docMk/>
          <pc:sldMk cId="0" sldId="421"/>
        </pc:sldMkLst>
      </pc:sldChg>
      <pc:sldChg chg="add">
        <pc:chgData name="Zailan Arabee Abdul Salam" userId="5bc04053-34d1-46af-a9d4-ff754460ad4b" providerId="ADAL" clId="{15765617-B2B5-4B1C-9860-B69577C533DF}" dt="2023-10-30T03:27:24.188" v="0"/>
        <pc:sldMkLst>
          <pc:docMk/>
          <pc:sldMk cId="0" sldId="422"/>
        </pc:sldMkLst>
      </pc:sldChg>
      <pc:sldChg chg="add">
        <pc:chgData name="Zailan Arabee Abdul Salam" userId="5bc04053-34d1-46af-a9d4-ff754460ad4b" providerId="ADAL" clId="{15765617-B2B5-4B1C-9860-B69577C533DF}" dt="2023-10-30T03:27:24.188" v="0"/>
        <pc:sldMkLst>
          <pc:docMk/>
          <pc:sldMk cId="0" sldId="423"/>
        </pc:sldMkLst>
      </pc:sldChg>
      <pc:sldChg chg="add">
        <pc:chgData name="Zailan Arabee Abdul Salam" userId="5bc04053-34d1-46af-a9d4-ff754460ad4b" providerId="ADAL" clId="{15765617-B2B5-4B1C-9860-B69577C533DF}" dt="2023-10-30T03:27:24.188" v="0"/>
        <pc:sldMkLst>
          <pc:docMk/>
          <pc:sldMk cId="0" sldId="424"/>
        </pc:sldMkLst>
      </pc:sldChg>
      <pc:sldChg chg="add">
        <pc:chgData name="Zailan Arabee Abdul Salam" userId="5bc04053-34d1-46af-a9d4-ff754460ad4b" providerId="ADAL" clId="{15765617-B2B5-4B1C-9860-B69577C533DF}" dt="2023-10-30T03:27:24.188" v="0"/>
        <pc:sldMkLst>
          <pc:docMk/>
          <pc:sldMk cId="0" sldId="425"/>
        </pc:sldMkLst>
      </pc:sldChg>
      <pc:sldChg chg="add">
        <pc:chgData name="Zailan Arabee Abdul Salam" userId="5bc04053-34d1-46af-a9d4-ff754460ad4b" providerId="ADAL" clId="{15765617-B2B5-4B1C-9860-B69577C533DF}" dt="2023-10-30T03:27:24.188" v="0"/>
        <pc:sldMkLst>
          <pc:docMk/>
          <pc:sldMk cId="0" sldId="427"/>
        </pc:sldMkLst>
      </pc:sldChg>
      <pc:sldChg chg="add">
        <pc:chgData name="Zailan Arabee Abdul Salam" userId="5bc04053-34d1-46af-a9d4-ff754460ad4b" providerId="ADAL" clId="{15765617-B2B5-4B1C-9860-B69577C533DF}" dt="2023-10-30T03:27:24.188" v="0"/>
        <pc:sldMkLst>
          <pc:docMk/>
          <pc:sldMk cId="0" sldId="428"/>
        </pc:sldMkLst>
      </pc:sldChg>
      <pc:sldChg chg="add">
        <pc:chgData name="Zailan Arabee Abdul Salam" userId="5bc04053-34d1-46af-a9d4-ff754460ad4b" providerId="ADAL" clId="{15765617-B2B5-4B1C-9860-B69577C533DF}" dt="2023-10-30T03:27:24.188" v="0"/>
        <pc:sldMkLst>
          <pc:docMk/>
          <pc:sldMk cId="0" sldId="429"/>
        </pc:sldMkLst>
      </pc:sldChg>
      <pc:sldChg chg="add">
        <pc:chgData name="Zailan Arabee Abdul Salam" userId="5bc04053-34d1-46af-a9d4-ff754460ad4b" providerId="ADAL" clId="{15765617-B2B5-4B1C-9860-B69577C533DF}" dt="2023-10-30T03:27:24.188" v="0"/>
        <pc:sldMkLst>
          <pc:docMk/>
          <pc:sldMk cId="0" sldId="431"/>
        </pc:sldMkLst>
      </pc:sldChg>
      <pc:sldChg chg="del">
        <pc:chgData name="Zailan Arabee Abdul Salam" userId="5bc04053-34d1-46af-a9d4-ff754460ad4b" providerId="ADAL" clId="{15765617-B2B5-4B1C-9860-B69577C533DF}" dt="2023-10-30T03:27:37.020" v="2" actId="47"/>
        <pc:sldMkLst>
          <pc:docMk/>
          <pc:sldMk cId="3231145266" sldId="492"/>
        </pc:sldMkLst>
      </pc:sldChg>
      <pc:sldChg chg="del">
        <pc:chgData name="Zailan Arabee Abdul Salam" userId="5bc04053-34d1-46af-a9d4-ff754460ad4b" providerId="ADAL" clId="{15765617-B2B5-4B1C-9860-B69577C533DF}" dt="2023-10-30T03:27:37.020" v="2" actId="47"/>
        <pc:sldMkLst>
          <pc:docMk/>
          <pc:sldMk cId="3142129247" sldId="493"/>
        </pc:sldMkLst>
      </pc:sldChg>
      <pc:sldChg chg="del">
        <pc:chgData name="Zailan Arabee Abdul Salam" userId="5bc04053-34d1-46af-a9d4-ff754460ad4b" providerId="ADAL" clId="{15765617-B2B5-4B1C-9860-B69577C533DF}" dt="2023-10-30T03:27:37.020" v="2" actId="47"/>
        <pc:sldMkLst>
          <pc:docMk/>
          <pc:sldMk cId="1780427012" sldId="494"/>
        </pc:sldMkLst>
      </pc:sldChg>
      <pc:sldChg chg="del">
        <pc:chgData name="Zailan Arabee Abdul Salam" userId="5bc04053-34d1-46af-a9d4-ff754460ad4b" providerId="ADAL" clId="{15765617-B2B5-4B1C-9860-B69577C533DF}" dt="2023-10-30T03:27:37.020" v="2" actId="47"/>
        <pc:sldMkLst>
          <pc:docMk/>
          <pc:sldMk cId="3959013417" sldId="495"/>
        </pc:sldMkLst>
      </pc:sldChg>
      <pc:sldChg chg="del">
        <pc:chgData name="Zailan Arabee Abdul Salam" userId="5bc04053-34d1-46af-a9d4-ff754460ad4b" providerId="ADAL" clId="{15765617-B2B5-4B1C-9860-B69577C533DF}" dt="2023-10-30T03:27:37.020" v="2" actId="47"/>
        <pc:sldMkLst>
          <pc:docMk/>
          <pc:sldMk cId="2071056352" sldId="496"/>
        </pc:sldMkLst>
      </pc:sldChg>
      <pc:sldChg chg="del">
        <pc:chgData name="Zailan Arabee Abdul Salam" userId="5bc04053-34d1-46af-a9d4-ff754460ad4b" providerId="ADAL" clId="{15765617-B2B5-4B1C-9860-B69577C533DF}" dt="2023-10-30T03:27:37.020" v="2" actId="47"/>
        <pc:sldMkLst>
          <pc:docMk/>
          <pc:sldMk cId="1399879192" sldId="497"/>
        </pc:sldMkLst>
      </pc:sldChg>
      <pc:sldChg chg="del">
        <pc:chgData name="Zailan Arabee Abdul Salam" userId="5bc04053-34d1-46af-a9d4-ff754460ad4b" providerId="ADAL" clId="{15765617-B2B5-4B1C-9860-B69577C533DF}" dt="2023-10-30T03:27:37.020" v="2" actId="47"/>
        <pc:sldMkLst>
          <pc:docMk/>
          <pc:sldMk cId="2660146254" sldId="531"/>
        </pc:sldMkLst>
      </pc:sldChg>
      <pc:sldChg chg="del">
        <pc:chgData name="Zailan Arabee Abdul Salam" userId="5bc04053-34d1-46af-a9d4-ff754460ad4b" providerId="ADAL" clId="{15765617-B2B5-4B1C-9860-B69577C533DF}" dt="2023-10-30T03:27:37.020" v="2" actId="47"/>
        <pc:sldMkLst>
          <pc:docMk/>
          <pc:sldMk cId="1056397220" sldId="532"/>
        </pc:sldMkLst>
      </pc:sldChg>
      <pc:sldChg chg="del">
        <pc:chgData name="Zailan Arabee Abdul Salam" userId="5bc04053-34d1-46af-a9d4-ff754460ad4b" providerId="ADAL" clId="{15765617-B2B5-4B1C-9860-B69577C533DF}" dt="2023-10-30T03:27:37.020" v="2" actId="47"/>
        <pc:sldMkLst>
          <pc:docMk/>
          <pc:sldMk cId="2738791202" sldId="533"/>
        </pc:sldMkLst>
      </pc:sldChg>
      <pc:sldChg chg="del">
        <pc:chgData name="Zailan Arabee Abdul Salam" userId="5bc04053-34d1-46af-a9d4-ff754460ad4b" providerId="ADAL" clId="{15765617-B2B5-4B1C-9860-B69577C533DF}" dt="2023-10-30T03:27:37.020" v="2" actId="47"/>
        <pc:sldMkLst>
          <pc:docMk/>
          <pc:sldMk cId="3145607291" sldId="534"/>
        </pc:sldMkLst>
      </pc:sldChg>
      <pc:sldChg chg="del">
        <pc:chgData name="Zailan Arabee Abdul Salam" userId="5bc04053-34d1-46af-a9d4-ff754460ad4b" providerId="ADAL" clId="{15765617-B2B5-4B1C-9860-B69577C533DF}" dt="2023-10-30T03:27:37.020" v="2" actId="47"/>
        <pc:sldMkLst>
          <pc:docMk/>
          <pc:sldMk cId="0" sldId="569"/>
        </pc:sldMkLst>
      </pc:sldChg>
      <pc:sldChg chg="del">
        <pc:chgData name="Zailan Arabee Abdul Salam" userId="5bc04053-34d1-46af-a9d4-ff754460ad4b" providerId="ADAL" clId="{15765617-B2B5-4B1C-9860-B69577C533DF}" dt="2023-10-30T03:27:37.020" v="2" actId="47"/>
        <pc:sldMkLst>
          <pc:docMk/>
          <pc:sldMk cId="0" sldId="577"/>
        </pc:sldMkLst>
      </pc:sldChg>
      <pc:sldChg chg="del">
        <pc:chgData name="Zailan Arabee Abdul Salam" userId="5bc04053-34d1-46af-a9d4-ff754460ad4b" providerId="ADAL" clId="{15765617-B2B5-4B1C-9860-B69577C533DF}" dt="2023-10-30T03:27:37.020" v="2" actId="47"/>
        <pc:sldMkLst>
          <pc:docMk/>
          <pc:sldMk cId="0" sldId="578"/>
        </pc:sldMkLst>
      </pc:sldChg>
      <pc:sldChg chg="del">
        <pc:chgData name="Zailan Arabee Abdul Salam" userId="5bc04053-34d1-46af-a9d4-ff754460ad4b" providerId="ADAL" clId="{15765617-B2B5-4B1C-9860-B69577C533DF}" dt="2023-10-30T03:27:37.020" v="2" actId="47"/>
        <pc:sldMkLst>
          <pc:docMk/>
          <pc:sldMk cId="0" sldId="579"/>
        </pc:sldMkLst>
      </pc:sldChg>
      <pc:sldChg chg="del">
        <pc:chgData name="Zailan Arabee Abdul Salam" userId="5bc04053-34d1-46af-a9d4-ff754460ad4b" providerId="ADAL" clId="{15765617-B2B5-4B1C-9860-B69577C533DF}" dt="2023-10-30T03:27:37.020" v="2" actId="47"/>
        <pc:sldMkLst>
          <pc:docMk/>
          <pc:sldMk cId="0" sldId="580"/>
        </pc:sldMkLst>
      </pc:sldChg>
      <pc:sldChg chg="del">
        <pc:chgData name="Zailan Arabee Abdul Salam" userId="5bc04053-34d1-46af-a9d4-ff754460ad4b" providerId="ADAL" clId="{15765617-B2B5-4B1C-9860-B69577C533DF}" dt="2023-10-30T03:27:37.020" v="2" actId="47"/>
        <pc:sldMkLst>
          <pc:docMk/>
          <pc:sldMk cId="1257055625" sldId="1200"/>
        </pc:sldMkLst>
      </pc:sldChg>
      <pc:sldChg chg="del">
        <pc:chgData name="Zailan Arabee Abdul Salam" userId="5bc04053-34d1-46af-a9d4-ff754460ad4b" providerId="ADAL" clId="{15765617-B2B5-4B1C-9860-B69577C533DF}" dt="2023-10-30T03:27:37.020" v="2" actId="47"/>
        <pc:sldMkLst>
          <pc:docMk/>
          <pc:sldMk cId="1620312096" sldId="1201"/>
        </pc:sldMkLst>
      </pc:sldChg>
      <pc:sldChg chg="del">
        <pc:chgData name="Zailan Arabee Abdul Salam" userId="5bc04053-34d1-46af-a9d4-ff754460ad4b" providerId="ADAL" clId="{15765617-B2B5-4B1C-9860-B69577C533DF}" dt="2023-10-30T03:27:37.020" v="2" actId="47"/>
        <pc:sldMkLst>
          <pc:docMk/>
          <pc:sldMk cId="942685393" sldId="1202"/>
        </pc:sldMkLst>
      </pc:sldChg>
      <pc:sldChg chg="del">
        <pc:chgData name="Zailan Arabee Abdul Salam" userId="5bc04053-34d1-46af-a9d4-ff754460ad4b" providerId="ADAL" clId="{15765617-B2B5-4B1C-9860-B69577C533DF}" dt="2023-10-30T03:27:37.020" v="2" actId="47"/>
        <pc:sldMkLst>
          <pc:docMk/>
          <pc:sldMk cId="88058532" sldId="1211"/>
        </pc:sldMkLst>
      </pc:sldChg>
      <pc:sldChg chg="del">
        <pc:chgData name="Zailan Arabee Abdul Salam" userId="5bc04053-34d1-46af-a9d4-ff754460ad4b" providerId="ADAL" clId="{15765617-B2B5-4B1C-9860-B69577C533DF}" dt="2023-10-30T03:27:37.020" v="2" actId="47"/>
        <pc:sldMkLst>
          <pc:docMk/>
          <pc:sldMk cId="2240314709" sldId="1212"/>
        </pc:sldMkLst>
      </pc:sldChg>
      <pc:sldChg chg="del">
        <pc:chgData name="Zailan Arabee Abdul Salam" userId="5bc04053-34d1-46af-a9d4-ff754460ad4b" providerId="ADAL" clId="{15765617-B2B5-4B1C-9860-B69577C533DF}" dt="2023-10-30T03:27:37.020" v="2" actId="47"/>
        <pc:sldMkLst>
          <pc:docMk/>
          <pc:sldMk cId="4226352155" sldId="1213"/>
        </pc:sldMkLst>
      </pc:sldChg>
      <pc:sldChg chg="del">
        <pc:chgData name="Zailan Arabee Abdul Salam" userId="5bc04053-34d1-46af-a9d4-ff754460ad4b" providerId="ADAL" clId="{15765617-B2B5-4B1C-9860-B69577C533DF}" dt="2023-10-30T03:27:37.020" v="2" actId="47"/>
        <pc:sldMkLst>
          <pc:docMk/>
          <pc:sldMk cId="451448939" sldId="1214"/>
        </pc:sldMkLst>
      </pc:sldChg>
      <pc:sldChg chg="del">
        <pc:chgData name="Zailan Arabee Abdul Salam" userId="5bc04053-34d1-46af-a9d4-ff754460ad4b" providerId="ADAL" clId="{15765617-B2B5-4B1C-9860-B69577C533DF}" dt="2023-10-30T03:27:37.020" v="2" actId="47"/>
        <pc:sldMkLst>
          <pc:docMk/>
          <pc:sldMk cId="157944733" sldId="1215"/>
        </pc:sldMkLst>
      </pc:sldChg>
      <pc:sldChg chg="del">
        <pc:chgData name="Zailan Arabee Abdul Salam" userId="5bc04053-34d1-46af-a9d4-ff754460ad4b" providerId="ADAL" clId="{15765617-B2B5-4B1C-9860-B69577C533DF}" dt="2023-10-30T03:27:37.020" v="2" actId="47"/>
        <pc:sldMkLst>
          <pc:docMk/>
          <pc:sldMk cId="1339351395" sldId="1216"/>
        </pc:sldMkLst>
      </pc:sldChg>
      <pc:sldChg chg="del">
        <pc:chgData name="Zailan Arabee Abdul Salam" userId="5bc04053-34d1-46af-a9d4-ff754460ad4b" providerId="ADAL" clId="{15765617-B2B5-4B1C-9860-B69577C533DF}" dt="2023-10-30T03:27:37.020" v="2" actId="47"/>
        <pc:sldMkLst>
          <pc:docMk/>
          <pc:sldMk cId="1222543335" sldId="1217"/>
        </pc:sldMkLst>
      </pc:sldChg>
      <pc:sldChg chg="del">
        <pc:chgData name="Zailan Arabee Abdul Salam" userId="5bc04053-34d1-46af-a9d4-ff754460ad4b" providerId="ADAL" clId="{15765617-B2B5-4B1C-9860-B69577C533DF}" dt="2023-10-30T03:27:37.020" v="2" actId="47"/>
        <pc:sldMkLst>
          <pc:docMk/>
          <pc:sldMk cId="2574055479" sldId="1219"/>
        </pc:sldMkLst>
      </pc:sldChg>
      <pc:sldChg chg="del">
        <pc:chgData name="Zailan Arabee Abdul Salam" userId="5bc04053-34d1-46af-a9d4-ff754460ad4b" providerId="ADAL" clId="{15765617-B2B5-4B1C-9860-B69577C533DF}" dt="2023-10-30T03:27:37.020" v="2" actId="47"/>
        <pc:sldMkLst>
          <pc:docMk/>
          <pc:sldMk cId="2543552459" sldId="1220"/>
        </pc:sldMkLst>
      </pc:sldChg>
      <pc:sldChg chg="del">
        <pc:chgData name="Zailan Arabee Abdul Salam" userId="5bc04053-34d1-46af-a9d4-ff754460ad4b" providerId="ADAL" clId="{15765617-B2B5-4B1C-9860-B69577C533DF}" dt="2023-10-30T03:27:37.020" v="2" actId="47"/>
        <pc:sldMkLst>
          <pc:docMk/>
          <pc:sldMk cId="158344780" sldId="1221"/>
        </pc:sldMkLst>
      </pc:sldChg>
      <pc:sldChg chg="del">
        <pc:chgData name="Zailan Arabee Abdul Salam" userId="5bc04053-34d1-46af-a9d4-ff754460ad4b" providerId="ADAL" clId="{15765617-B2B5-4B1C-9860-B69577C533DF}" dt="2023-10-30T03:27:37.020" v="2" actId="47"/>
        <pc:sldMkLst>
          <pc:docMk/>
          <pc:sldMk cId="3293834506" sldId="1222"/>
        </pc:sldMkLst>
      </pc:sldChg>
      <pc:sldChg chg="del">
        <pc:chgData name="Zailan Arabee Abdul Salam" userId="5bc04053-34d1-46af-a9d4-ff754460ad4b" providerId="ADAL" clId="{15765617-B2B5-4B1C-9860-B69577C533DF}" dt="2023-10-30T03:27:37.020" v="2" actId="47"/>
        <pc:sldMkLst>
          <pc:docMk/>
          <pc:sldMk cId="1777901036" sldId="1223"/>
        </pc:sldMkLst>
      </pc:sldChg>
      <pc:sldChg chg="del">
        <pc:chgData name="Zailan Arabee Abdul Salam" userId="5bc04053-34d1-46af-a9d4-ff754460ad4b" providerId="ADAL" clId="{15765617-B2B5-4B1C-9860-B69577C533DF}" dt="2023-10-30T03:27:37.020" v="2" actId="47"/>
        <pc:sldMkLst>
          <pc:docMk/>
          <pc:sldMk cId="764643366" sldId="1224"/>
        </pc:sldMkLst>
      </pc:sldChg>
      <pc:sldChg chg="del">
        <pc:chgData name="Zailan Arabee Abdul Salam" userId="5bc04053-34d1-46af-a9d4-ff754460ad4b" providerId="ADAL" clId="{15765617-B2B5-4B1C-9860-B69577C533DF}" dt="2023-10-30T03:27:37.020" v="2" actId="47"/>
        <pc:sldMkLst>
          <pc:docMk/>
          <pc:sldMk cId="2367724023" sldId="1225"/>
        </pc:sldMkLst>
      </pc:sldChg>
      <pc:sldChg chg="del">
        <pc:chgData name="Zailan Arabee Abdul Salam" userId="5bc04053-34d1-46af-a9d4-ff754460ad4b" providerId="ADAL" clId="{15765617-B2B5-4B1C-9860-B69577C533DF}" dt="2023-10-30T03:27:37.020" v="2" actId="47"/>
        <pc:sldMkLst>
          <pc:docMk/>
          <pc:sldMk cId="936123331" sldId="1226"/>
        </pc:sldMkLst>
      </pc:sldChg>
      <pc:sldChg chg="del">
        <pc:chgData name="Zailan Arabee Abdul Salam" userId="5bc04053-34d1-46af-a9d4-ff754460ad4b" providerId="ADAL" clId="{15765617-B2B5-4B1C-9860-B69577C533DF}" dt="2023-10-30T03:27:37.020" v="2" actId="47"/>
        <pc:sldMkLst>
          <pc:docMk/>
          <pc:sldMk cId="1600039276" sldId="1227"/>
        </pc:sldMkLst>
      </pc:sldChg>
      <pc:sldChg chg="del">
        <pc:chgData name="Zailan Arabee Abdul Salam" userId="5bc04053-34d1-46af-a9d4-ff754460ad4b" providerId="ADAL" clId="{15765617-B2B5-4B1C-9860-B69577C533DF}" dt="2023-10-30T03:27:37.020" v="2" actId="47"/>
        <pc:sldMkLst>
          <pc:docMk/>
          <pc:sldMk cId="4158129888" sldId="1229"/>
        </pc:sldMkLst>
      </pc:sldChg>
      <pc:sldChg chg="del">
        <pc:chgData name="Zailan Arabee Abdul Salam" userId="5bc04053-34d1-46af-a9d4-ff754460ad4b" providerId="ADAL" clId="{15765617-B2B5-4B1C-9860-B69577C533DF}" dt="2023-10-30T03:27:37.020" v="2" actId="47"/>
        <pc:sldMkLst>
          <pc:docMk/>
          <pc:sldMk cId="1283043137" sldId="1230"/>
        </pc:sldMkLst>
      </pc:sldChg>
      <pc:sldChg chg="del">
        <pc:chgData name="Zailan Arabee Abdul Salam" userId="5bc04053-34d1-46af-a9d4-ff754460ad4b" providerId="ADAL" clId="{15765617-B2B5-4B1C-9860-B69577C533DF}" dt="2023-10-30T03:27:37.020" v="2" actId="47"/>
        <pc:sldMkLst>
          <pc:docMk/>
          <pc:sldMk cId="3745391551" sldId="1231"/>
        </pc:sldMkLst>
      </pc:sldChg>
      <pc:sldChg chg="del">
        <pc:chgData name="Zailan Arabee Abdul Salam" userId="5bc04053-34d1-46af-a9d4-ff754460ad4b" providerId="ADAL" clId="{15765617-B2B5-4B1C-9860-B69577C533DF}" dt="2023-10-30T03:27:37.020" v="2" actId="47"/>
        <pc:sldMkLst>
          <pc:docMk/>
          <pc:sldMk cId="536754208" sldId="1232"/>
        </pc:sldMkLst>
      </pc:sldChg>
      <pc:sldChg chg="del">
        <pc:chgData name="Zailan Arabee Abdul Salam" userId="5bc04053-34d1-46af-a9d4-ff754460ad4b" providerId="ADAL" clId="{15765617-B2B5-4B1C-9860-B69577C533DF}" dt="2023-10-30T03:27:37.020" v="2" actId="47"/>
        <pc:sldMkLst>
          <pc:docMk/>
          <pc:sldMk cId="2081593252" sldId="1234"/>
        </pc:sldMkLst>
      </pc:sldChg>
      <pc:sldChg chg="del">
        <pc:chgData name="Zailan Arabee Abdul Salam" userId="5bc04053-34d1-46af-a9d4-ff754460ad4b" providerId="ADAL" clId="{15765617-B2B5-4B1C-9860-B69577C533DF}" dt="2023-10-30T03:27:37.020" v="2" actId="47"/>
        <pc:sldMkLst>
          <pc:docMk/>
          <pc:sldMk cId="474274139" sldId="1235"/>
        </pc:sldMkLst>
      </pc:sldChg>
      <pc:sldChg chg="del">
        <pc:chgData name="Zailan Arabee Abdul Salam" userId="5bc04053-34d1-46af-a9d4-ff754460ad4b" providerId="ADAL" clId="{15765617-B2B5-4B1C-9860-B69577C533DF}" dt="2023-10-30T03:27:37.020" v="2" actId="47"/>
        <pc:sldMkLst>
          <pc:docMk/>
          <pc:sldMk cId="2560256601" sldId="1238"/>
        </pc:sldMkLst>
      </pc:sldChg>
      <pc:sldChg chg="del">
        <pc:chgData name="Zailan Arabee Abdul Salam" userId="5bc04053-34d1-46af-a9d4-ff754460ad4b" providerId="ADAL" clId="{15765617-B2B5-4B1C-9860-B69577C533DF}" dt="2023-10-30T03:27:26.827" v="1" actId="47"/>
        <pc:sldMkLst>
          <pc:docMk/>
          <pc:sldMk cId="0" sldId="1935"/>
        </pc:sldMkLst>
      </pc:sldChg>
      <pc:sldChg chg="del">
        <pc:chgData name="Zailan Arabee Abdul Salam" userId="5bc04053-34d1-46af-a9d4-ff754460ad4b" providerId="ADAL" clId="{15765617-B2B5-4B1C-9860-B69577C533DF}" dt="2023-10-30T03:27:37.020" v="2" actId="47"/>
        <pc:sldMkLst>
          <pc:docMk/>
          <pc:sldMk cId="0" sldId="1936"/>
        </pc:sldMkLst>
      </pc:sldChg>
      <pc:sldChg chg="del">
        <pc:chgData name="Zailan Arabee Abdul Salam" userId="5bc04053-34d1-46af-a9d4-ff754460ad4b" providerId="ADAL" clId="{15765617-B2B5-4B1C-9860-B69577C533DF}" dt="2023-10-30T03:27:37.020" v="2" actId="47"/>
        <pc:sldMkLst>
          <pc:docMk/>
          <pc:sldMk cId="2421019088" sldId="1937"/>
        </pc:sldMkLst>
      </pc:sldChg>
      <pc:sldChg chg="del">
        <pc:chgData name="Zailan Arabee Abdul Salam" userId="5bc04053-34d1-46af-a9d4-ff754460ad4b" providerId="ADAL" clId="{15765617-B2B5-4B1C-9860-B69577C533DF}" dt="2023-10-30T03:27:37.020" v="2" actId="47"/>
        <pc:sldMkLst>
          <pc:docMk/>
          <pc:sldMk cId="0" sldId="1938"/>
        </pc:sldMkLst>
      </pc:sldChg>
      <pc:sldChg chg="del">
        <pc:chgData name="Zailan Arabee Abdul Salam" userId="5bc04053-34d1-46af-a9d4-ff754460ad4b" providerId="ADAL" clId="{15765617-B2B5-4B1C-9860-B69577C533DF}" dt="2023-10-30T03:27:37.020" v="2" actId="47"/>
        <pc:sldMkLst>
          <pc:docMk/>
          <pc:sldMk cId="2513217203" sldId="1939"/>
        </pc:sldMkLst>
      </pc:sldChg>
      <pc:sldChg chg="del">
        <pc:chgData name="Zailan Arabee Abdul Salam" userId="5bc04053-34d1-46af-a9d4-ff754460ad4b" providerId="ADAL" clId="{15765617-B2B5-4B1C-9860-B69577C533DF}" dt="2023-10-30T03:27:37.020" v="2" actId="47"/>
        <pc:sldMkLst>
          <pc:docMk/>
          <pc:sldMk cId="1636985544" sldId="1940"/>
        </pc:sldMkLst>
      </pc:sldChg>
      <pc:sldChg chg="del">
        <pc:chgData name="Zailan Arabee Abdul Salam" userId="5bc04053-34d1-46af-a9d4-ff754460ad4b" providerId="ADAL" clId="{15765617-B2B5-4B1C-9860-B69577C533DF}" dt="2023-10-30T03:27:37.020" v="2" actId="47"/>
        <pc:sldMkLst>
          <pc:docMk/>
          <pc:sldMk cId="713316994" sldId="1941"/>
        </pc:sldMkLst>
      </pc:sldChg>
      <pc:sldChg chg="del">
        <pc:chgData name="Zailan Arabee Abdul Salam" userId="5bc04053-34d1-46af-a9d4-ff754460ad4b" providerId="ADAL" clId="{15765617-B2B5-4B1C-9860-B69577C533DF}" dt="2023-10-30T03:27:37.020" v="2" actId="47"/>
        <pc:sldMkLst>
          <pc:docMk/>
          <pc:sldMk cId="1845779338" sldId="1942"/>
        </pc:sldMkLst>
      </pc:sldChg>
      <pc:sldChg chg="del">
        <pc:chgData name="Zailan Arabee Abdul Salam" userId="5bc04053-34d1-46af-a9d4-ff754460ad4b" providerId="ADAL" clId="{15765617-B2B5-4B1C-9860-B69577C533DF}" dt="2023-10-30T03:27:37.020" v="2" actId="47"/>
        <pc:sldMkLst>
          <pc:docMk/>
          <pc:sldMk cId="1233749879" sldId="1943"/>
        </pc:sldMkLst>
      </pc:sldChg>
      <pc:sldChg chg="del">
        <pc:chgData name="Zailan Arabee Abdul Salam" userId="5bc04053-34d1-46af-a9d4-ff754460ad4b" providerId="ADAL" clId="{15765617-B2B5-4B1C-9860-B69577C533DF}" dt="2023-10-30T03:27:37.020" v="2" actId="47"/>
        <pc:sldMkLst>
          <pc:docMk/>
          <pc:sldMk cId="2196535212" sldId="1944"/>
        </pc:sldMkLst>
      </pc:sldChg>
      <pc:sldChg chg="del">
        <pc:chgData name="Zailan Arabee Abdul Salam" userId="5bc04053-34d1-46af-a9d4-ff754460ad4b" providerId="ADAL" clId="{15765617-B2B5-4B1C-9860-B69577C533DF}" dt="2023-10-30T03:27:37.020" v="2" actId="47"/>
        <pc:sldMkLst>
          <pc:docMk/>
          <pc:sldMk cId="2672633410" sldId="1945"/>
        </pc:sldMkLst>
      </pc:sldChg>
      <pc:sldChg chg="del">
        <pc:chgData name="Zailan Arabee Abdul Salam" userId="5bc04053-34d1-46af-a9d4-ff754460ad4b" providerId="ADAL" clId="{15765617-B2B5-4B1C-9860-B69577C533DF}" dt="2023-10-30T03:27:37.020" v="2" actId="47"/>
        <pc:sldMkLst>
          <pc:docMk/>
          <pc:sldMk cId="3874458156" sldId="1946"/>
        </pc:sldMkLst>
      </pc:sldChg>
      <pc:sldChg chg="del">
        <pc:chgData name="Zailan Arabee Abdul Salam" userId="5bc04053-34d1-46af-a9d4-ff754460ad4b" providerId="ADAL" clId="{15765617-B2B5-4B1C-9860-B69577C533DF}" dt="2023-10-30T03:27:37.020" v="2" actId="47"/>
        <pc:sldMkLst>
          <pc:docMk/>
          <pc:sldMk cId="0" sldId="1947"/>
        </pc:sldMkLst>
      </pc:sldChg>
      <pc:sldMasterChg chg="delSldLayout">
        <pc:chgData name="Zailan Arabee Abdul Salam" userId="5bc04053-34d1-46af-a9d4-ff754460ad4b" providerId="ADAL" clId="{15765617-B2B5-4B1C-9860-B69577C533DF}" dt="2023-10-30T03:27:37.020" v="2" actId="47"/>
        <pc:sldMasterMkLst>
          <pc:docMk/>
          <pc:sldMasterMk cId="0" sldId="2147483651"/>
        </pc:sldMasterMkLst>
        <pc:sldLayoutChg chg="del">
          <pc:chgData name="Zailan Arabee Abdul Salam" userId="5bc04053-34d1-46af-a9d4-ff754460ad4b" providerId="ADAL" clId="{15765617-B2B5-4B1C-9860-B69577C533DF}" dt="2023-10-30T03:27:37.020" v="2" actId="47"/>
          <pc:sldLayoutMkLst>
            <pc:docMk/>
            <pc:sldMasterMk cId="0" sldId="2147483651"/>
            <pc:sldLayoutMk cId="3394914884" sldId="2147483765"/>
          </pc:sldLayoutMkLst>
        </pc:sldLayoutChg>
        <pc:sldLayoutChg chg="del">
          <pc:chgData name="Zailan Arabee Abdul Salam" userId="5bc04053-34d1-46af-a9d4-ff754460ad4b" providerId="ADAL" clId="{15765617-B2B5-4B1C-9860-B69577C533DF}" dt="2023-10-30T03:27:37.020" v="2" actId="47"/>
          <pc:sldLayoutMkLst>
            <pc:docMk/>
            <pc:sldMasterMk cId="0" sldId="2147483651"/>
            <pc:sldLayoutMk cId="3057104794" sldId="2147483766"/>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304675-D20B-4ACC-8777-FF1908E4D890}"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53FF2F5-CFF3-4812-BDF9-189E2A970892}">
      <dgm:prSet/>
      <dgm:spPr/>
      <dgm:t>
        <a:bodyPr/>
        <a:lstStyle/>
        <a:p>
          <a:r>
            <a:rPr lang="en-US" b="1" dirty="0"/>
            <a:t>Modify the Thread in week 2 to create 4 threads. Using thread priority, give thread 4 the highest priority. Adjust the program to make Thread 4 exit first before any other threads start.</a:t>
          </a:r>
          <a:endParaRPr lang="en-US" dirty="0"/>
        </a:p>
      </dgm:t>
    </dgm:pt>
    <dgm:pt modelId="{DD5125AC-0CDD-4C16-9A04-4653AB50BB6D}" type="parTrans" cxnId="{B69CA955-3D91-444A-8673-D8A816C2962A}">
      <dgm:prSet/>
      <dgm:spPr/>
      <dgm:t>
        <a:bodyPr/>
        <a:lstStyle/>
        <a:p>
          <a:endParaRPr lang="en-US"/>
        </a:p>
      </dgm:t>
    </dgm:pt>
    <dgm:pt modelId="{12FFF04E-2E7A-4E3A-AFFD-741CE8D94A84}" type="sibTrans" cxnId="{B69CA955-3D91-444A-8673-D8A816C2962A}">
      <dgm:prSet/>
      <dgm:spPr/>
      <dgm:t>
        <a:bodyPr/>
        <a:lstStyle/>
        <a:p>
          <a:endParaRPr lang="en-US"/>
        </a:p>
      </dgm:t>
    </dgm:pt>
    <dgm:pt modelId="{081A4E46-951C-4219-A966-91BD91E13100}">
      <dgm:prSet/>
      <dgm:spPr/>
      <dgm:t>
        <a:bodyPr/>
        <a:lstStyle/>
        <a:p>
          <a:r>
            <a:rPr lang="en-US" b="1"/>
            <a:t>Week 2 – RunnableThread  </a:t>
          </a:r>
          <a:r>
            <a:rPr lang="en-US" b="1" u="sng"/>
            <a:t>OR</a:t>
          </a:r>
          <a:r>
            <a:rPr lang="en-US" b="1"/>
            <a:t> ThreadExtend</a:t>
          </a:r>
          <a:endParaRPr lang="en-US"/>
        </a:p>
      </dgm:t>
    </dgm:pt>
    <dgm:pt modelId="{5E31CC22-ADAB-4116-B461-D831E1BFFE54}" type="parTrans" cxnId="{7493601F-85D9-4A04-8AB5-F2A8595C0F7F}">
      <dgm:prSet/>
      <dgm:spPr/>
      <dgm:t>
        <a:bodyPr/>
        <a:lstStyle/>
        <a:p>
          <a:endParaRPr lang="en-US"/>
        </a:p>
      </dgm:t>
    </dgm:pt>
    <dgm:pt modelId="{08D5033F-006D-4B84-BCBC-63C7D5A9C340}" type="sibTrans" cxnId="{7493601F-85D9-4A04-8AB5-F2A8595C0F7F}">
      <dgm:prSet/>
      <dgm:spPr/>
      <dgm:t>
        <a:bodyPr/>
        <a:lstStyle/>
        <a:p>
          <a:endParaRPr lang="en-US"/>
        </a:p>
      </dgm:t>
    </dgm:pt>
    <dgm:pt modelId="{52ACCA12-E3CB-4D31-9D17-C1C864676BAF}" type="pres">
      <dgm:prSet presAssocID="{DC304675-D20B-4ACC-8777-FF1908E4D890}" presName="root" presStyleCnt="0">
        <dgm:presLayoutVars>
          <dgm:dir/>
          <dgm:resizeHandles val="exact"/>
        </dgm:presLayoutVars>
      </dgm:prSet>
      <dgm:spPr/>
    </dgm:pt>
    <dgm:pt modelId="{80ABBFA0-9B41-47DB-8245-910502B502C2}" type="pres">
      <dgm:prSet presAssocID="{853FF2F5-CFF3-4812-BDF9-189E2A970892}" presName="compNode" presStyleCnt="0"/>
      <dgm:spPr/>
    </dgm:pt>
    <dgm:pt modelId="{100D11DF-4DAC-4E9D-A60C-F693EE0A4AC7}" type="pres">
      <dgm:prSet presAssocID="{853FF2F5-CFF3-4812-BDF9-189E2A970892}" presName="bgRect" presStyleLbl="bgShp" presStyleIdx="0" presStyleCnt="2"/>
      <dgm:spPr/>
    </dgm:pt>
    <dgm:pt modelId="{D758B968-9164-4CA1-834E-43059FBFE155}" type="pres">
      <dgm:prSet presAssocID="{853FF2F5-CFF3-4812-BDF9-189E2A97089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
        </a:ext>
      </dgm:extLst>
    </dgm:pt>
    <dgm:pt modelId="{1272C657-853B-48AE-97BD-87AC8C02F52C}" type="pres">
      <dgm:prSet presAssocID="{853FF2F5-CFF3-4812-BDF9-189E2A970892}" presName="spaceRect" presStyleCnt="0"/>
      <dgm:spPr/>
    </dgm:pt>
    <dgm:pt modelId="{81C08474-907B-42A0-BDE1-E7B96D9A3A62}" type="pres">
      <dgm:prSet presAssocID="{853FF2F5-CFF3-4812-BDF9-189E2A970892}" presName="parTx" presStyleLbl="revTx" presStyleIdx="0" presStyleCnt="2">
        <dgm:presLayoutVars>
          <dgm:chMax val="0"/>
          <dgm:chPref val="0"/>
        </dgm:presLayoutVars>
      </dgm:prSet>
      <dgm:spPr/>
    </dgm:pt>
    <dgm:pt modelId="{2BA52253-D86E-43B8-87C9-A173787C93A3}" type="pres">
      <dgm:prSet presAssocID="{12FFF04E-2E7A-4E3A-AFFD-741CE8D94A84}" presName="sibTrans" presStyleCnt="0"/>
      <dgm:spPr/>
    </dgm:pt>
    <dgm:pt modelId="{5A26A02E-61C7-495C-BE9D-27494F728053}" type="pres">
      <dgm:prSet presAssocID="{081A4E46-951C-4219-A966-91BD91E13100}" presName="compNode" presStyleCnt="0"/>
      <dgm:spPr/>
    </dgm:pt>
    <dgm:pt modelId="{626A11EC-9C9D-440E-9176-B9B16C3D7580}" type="pres">
      <dgm:prSet presAssocID="{081A4E46-951C-4219-A966-91BD91E13100}" presName="bgRect" presStyleLbl="bgShp" presStyleIdx="1" presStyleCnt="2"/>
      <dgm:spPr/>
    </dgm:pt>
    <dgm:pt modelId="{B3255D7D-0025-49A8-A349-877C502467F9}" type="pres">
      <dgm:prSet presAssocID="{081A4E46-951C-4219-A966-91BD91E1310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endar Week"/>
        </a:ext>
      </dgm:extLst>
    </dgm:pt>
    <dgm:pt modelId="{560E2D2E-4A59-4499-B0F8-245110B4E528}" type="pres">
      <dgm:prSet presAssocID="{081A4E46-951C-4219-A966-91BD91E13100}" presName="spaceRect" presStyleCnt="0"/>
      <dgm:spPr/>
    </dgm:pt>
    <dgm:pt modelId="{9D049628-F51A-4487-96D5-04B236A44EB7}" type="pres">
      <dgm:prSet presAssocID="{081A4E46-951C-4219-A966-91BD91E13100}" presName="parTx" presStyleLbl="revTx" presStyleIdx="1" presStyleCnt="2">
        <dgm:presLayoutVars>
          <dgm:chMax val="0"/>
          <dgm:chPref val="0"/>
        </dgm:presLayoutVars>
      </dgm:prSet>
      <dgm:spPr/>
    </dgm:pt>
  </dgm:ptLst>
  <dgm:cxnLst>
    <dgm:cxn modelId="{27E50E12-B13F-4521-A67C-46D7F69CD45E}" type="presOf" srcId="{081A4E46-951C-4219-A966-91BD91E13100}" destId="{9D049628-F51A-4487-96D5-04B236A44EB7}" srcOrd="0" destOrd="0" presId="urn:microsoft.com/office/officeart/2018/2/layout/IconVerticalSolidList"/>
    <dgm:cxn modelId="{7493601F-85D9-4A04-8AB5-F2A8595C0F7F}" srcId="{DC304675-D20B-4ACC-8777-FF1908E4D890}" destId="{081A4E46-951C-4219-A966-91BD91E13100}" srcOrd="1" destOrd="0" parTransId="{5E31CC22-ADAB-4116-B461-D831E1BFFE54}" sibTransId="{08D5033F-006D-4B84-BCBC-63C7D5A9C340}"/>
    <dgm:cxn modelId="{B69CA955-3D91-444A-8673-D8A816C2962A}" srcId="{DC304675-D20B-4ACC-8777-FF1908E4D890}" destId="{853FF2F5-CFF3-4812-BDF9-189E2A970892}" srcOrd="0" destOrd="0" parTransId="{DD5125AC-0CDD-4C16-9A04-4653AB50BB6D}" sibTransId="{12FFF04E-2E7A-4E3A-AFFD-741CE8D94A84}"/>
    <dgm:cxn modelId="{171AF4CF-4E7A-4ED0-BCE6-942A4CE446B0}" type="presOf" srcId="{DC304675-D20B-4ACC-8777-FF1908E4D890}" destId="{52ACCA12-E3CB-4D31-9D17-C1C864676BAF}" srcOrd="0" destOrd="0" presId="urn:microsoft.com/office/officeart/2018/2/layout/IconVerticalSolidList"/>
    <dgm:cxn modelId="{BA5E07EC-553B-4B42-AF21-9DCEE1362DAA}" type="presOf" srcId="{853FF2F5-CFF3-4812-BDF9-189E2A970892}" destId="{81C08474-907B-42A0-BDE1-E7B96D9A3A62}" srcOrd="0" destOrd="0" presId="urn:microsoft.com/office/officeart/2018/2/layout/IconVerticalSolidList"/>
    <dgm:cxn modelId="{DDC98DA7-F69E-4D5C-8AD3-D01F3C1627CA}" type="presParOf" srcId="{52ACCA12-E3CB-4D31-9D17-C1C864676BAF}" destId="{80ABBFA0-9B41-47DB-8245-910502B502C2}" srcOrd="0" destOrd="0" presId="urn:microsoft.com/office/officeart/2018/2/layout/IconVerticalSolidList"/>
    <dgm:cxn modelId="{5DCEDDA6-6C3B-4C35-B0D1-5E3D0372AEAC}" type="presParOf" srcId="{80ABBFA0-9B41-47DB-8245-910502B502C2}" destId="{100D11DF-4DAC-4E9D-A60C-F693EE0A4AC7}" srcOrd="0" destOrd="0" presId="urn:microsoft.com/office/officeart/2018/2/layout/IconVerticalSolidList"/>
    <dgm:cxn modelId="{C4CCCDB5-C268-4E4D-B703-50513355ABB6}" type="presParOf" srcId="{80ABBFA0-9B41-47DB-8245-910502B502C2}" destId="{D758B968-9164-4CA1-834E-43059FBFE155}" srcOrd="1" destOrd="0" presId="urn:microsoft.com/office/officeart/2018/2/layout/IconVerticalSolidList"/>
    <dgm:cxn modelId="{9179155A-7C5B-43AB-B4E7-BBE066C7E621}" type="presParOf" srcId="{80ABBFA0-9B41-47DB-8245-910502B502C2}" destId="{1272C657-853B-48AE-97BD-87AC8C02F52C}" srcOrd="2" destOrd="0" presId="urn:microsoft.com/office/officeart/2018/2/layout/IconVerticalSolidList"/>
    <dgm:cxn modelId="{C8A68E33-DCB5-4FCD-B9ED-1249FFD8CDD3}" type="presParOf" srcId="{80ABBFA0-9B41-47DB-8245-910502B502C2}" destId="{81C08474-907B-42A0-BDE1-E7B96D9A3A62}" srcOrd="3" destOrd="0" presId="urn:microsoft.com/office/officeart/2018/2/layout/IconVerticalSolidList"/>
    <dgm:cxn modelId="{B3C9F788-1C42-4930-9D04-298BBE059557}" type="presParOf" srcId="{52ACCA12-E3CB-4D31-9D17-C1C864676BAF}" destId="{2BA52253-D86E-43B8-87C9-A173787C93A3}" srcOrd="1" destOrd="0" presId="urn:microsoft.com/office/officeart/2018/2/layout/IconVerticalSolidList"/>
    <dgm:cxn modelId="{CF2A64D7-FE95-4029-817C-2D4594AD8645}" type="presParOf" srcId="{52ACCA12-E3CB-4D31-9D17-C1C864676BAF}" destId="{5A26A02E-61C7-495C-BE9D-27494F728053}" srcOrd="2" destOrd="0" presId="urn:microsoft.com/office/officeart/2018/2/layout/IconVerticalSolidList"/>
    <dgm:cxn modelId="{C67EB915-5EAF-4D96-9CF5-48924951DEF1}" type="presParOf" srcId="{5A26A02E-61C7-495C-BE9D-27494F728053}" destId="{626A11EC-9C9D-440E-9176-B9B16C3D7580}" srcOrd="0" destOrd="0" presId="urn:microsoft.com/office/officeart/2018/2/layout/IconVerticalSolidList"/>
    <dgm:cxn modelId="{DD062AC0-53FB-4E4E-B0EA-8B1E349589EF}" type="presParOf" srcId="{5A26A02E-61C7-495C-BE9D-27494F728053}" destId="{B3255D7D-0025-49A8-A349-877C502467F9}" srcOrd="1" destOrd="0" presId="urn:microsoft.com/office/officeart/2018/2/layout/IconVerticalSolidList"/>
    <dgm:cxn modelId="{7FB9CE0E-F9BD-4976-87FE-897AF15455A0}" type="presParOf" srcId="{5A26A02E-61C7-495C-BE9D-27494F728053}" destId="{560E2D2E-4A59-4499-B0F8-245110B4E528}" srcOrd="2" destOrd="0" presId="urn:microsoft.com/office/officeart/2018/2/layout/IconVerticalSolidList"/>
    <dgm:cxn modelId="{9673A64C-D25F-4585-976E-84C549FEDE47}" type="presParOf" srcId="{5A26A02E-61C7-495C-BE9D-27494F728053}" destId="{9D049628-F51A-4487-96D5-04B236A44E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304675-D20B-4ACC-8777-FF1908E4D890}"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53FF2F5-CFF3-4812-BDF9-189E2A970892}">
      <dgm:prSet/>
      <dgm:spPr/>
      <dgm:t>
        <a:bodyPr/>
        <a:lstStyle/>
        <a:p>
          <a:r>
            <a:rPr lang="en-US" b="1"/>
            <a:t>Modify the Thread in week 2 to create 4 threads. Using thread priority, give thread 4 the highest priority. Adjust the program to make Thread 4 exit first.</a:t>
          </a:r>
          <a:endParaRPr lang="en-US"/>
        </a:p>
      </dgm:t>
    </dgm:pt>
    <dgm:pt modelId="{DD5125AC-0CDD-4C16-9A04-4653AB50BB6D}" type="parTrans" cxnId="{B69CA955-3D91-444A-8673-D8A816C2962A}">
      <dgm:prSet/>
      <dgm:spPr/>
      <dgm:t>
        <a:bodyPr/>
        <a:lstStyle/>
        <a:p>
          <a:endParaRPr lang="en-US"/>
        </a:p>
      </dgm:t>
    </dgm:pt>
    <dgm:pt modelId="{12FFF04E-2E7A-4E3A-AFFD-741CE8D94A84}" type="sibTrans" cxnId="{B69CA955-3D91-444A-8673-D8A816C2962A}">
      <dgm:prSet/>
      <dgm:spPr/>
      <dgm:t>
        <a:bodyPr/>
        <a:lstStyle/>
        <a:p>
          <a:endParaRPr lang="en-US"/>
        </a:p>
      </dgm:t>
    </dgm:pt>
    <dgm:pt modelId="{081A4E46-951C-4219-A966-91BD91E13100}">
      <dgm:prSet/>
      <dgm:spPr/>
      <dgm:t>
        <a:bodyPr/>
        <a:lstStyle/>
        <a:p>
          <a:r>
            <a:rPr lang="en-US" b="1" dirty="0"/>
            <a:t>Week 2 – </a:t>
          </a:r>
          <a:r>
            <a:rPr lang="en-US" b="1" dirty="0" err="1"/>
            <a:t>RunnableThread</a:t>
          </a:r>
          <a:r>
            <a:rPr lang="en-US" b="1" dirty="0"/>
            <a:t>  </a:t>
          </a:r>
          <a:r>
            <a:rPr lang="en-US" b="1" u="sng" dirty="0"/>
            <a:t>OR</a:t>
          </a:r>
          <a:r>
            <a:rPr lang="en-US" b="1" dirty="0"/>
            <a:t> </a:t>
          </a:r>
          <a:r>
            <a:rPr lang="en-US" b="1" dirty="0" err="1"/>
            <a:t>ThreadExtend</a:t>
          </a:r>
          <a:endParaRPr lang="en-US" dirty="0"/>
        </a:p>
      </dgm:t>
    </dgm:pt>
    <dgm:pt modelId="{5E31CC22-ADAB-4116-B461-D831E1BFFE54}" type="parTrans" cxnId="{7493601F-85D9-4A04-8AB5-F2A8595C0F7F}">
      <dgm:prSet/>
      <dgm:spPr/>
      <dgm:t>
        <a:bodyPr/>
        <a:lstStyle/>
        <a:p>
          <a:endParaRPr lang="en-US"/>
        </a:p>
      </dgm:t>
    </dgm:pt>
    <dgm:pt modelId="{08D5033F-006D-4B84-BCBC-63C7D5A9C340}" type="sibTrans" cxnId="{7493601F-85D9-4A04-8AB5-F2A8595C0F7F}">
      <dgm:prSet/>
      <dgm:spPr/>
      <dgm:t>
        <a:bodyPr/>
        <a:lstStyle/>
        <a:p>
          <a:endParaRPr lang="en-US"/>
        </a:p>
      </dgm:t>
    </dgm:pt>
    <dgm:pt modelId="{52ACCA12-E3CB-4D31-9D17-C1C864676BAF}" type="pres">
      <dgm:prSet presAssocID="{DC304675-D20B-4ACC-8777-FF1908E4D890}" presName="root" presStyleCnt="0">
        <dgm:presLayoutVars>
          <dgm:dir/>
          <dgm:resizeHandles val="exact"/>
        </dgm:presLayoutVars>
      </dgm:prSet>
      <dgm:spPr/>
    </dgm:pt>
    <dgm:pt modelId="{80ABBFA0-9B41-47DB-8245-910502B502C2}" type="pres">
      <dgm:prSet presAssocID="{853FF2F5-CFF3-4812-BDF9-189E2A970892}" presName="compNode" presStyleCnt="0"/>
      <dgm:spPr/>
    </dgm:pt>
    <dgm:pt modelId="{100D11DF-4DAC-4E9D-A60C-F693EE0A4AC7}" type="pres">
      <dgm:prSet presAssocID="{853FF2F5-CFF3-4812-BDF9-189E2A970892}" presName="bgRect" presStyleLbl="bgShp" presStyleIdx="0" presStyleCnt="2"/>
      <dgm:spPr/>
    </dgm:pt>
    <dgm:pt modelId="{D758B968-9164-4CA1-834E-43059FBFE155}" type="pres">
      <dgm:prSet presAssocID="{853FF2F5-CFF3-4812-BDF9-189E2A97089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
        </a:ext>
      </dgm:extLst>
    </dgm:pt>
    <dgm:pt modelId="{1272C657-853B-48AE-97BD-87AC8C02F52C}" type="pres">
      <dgm:prSet presAssocID="{853FF2F5-CFF3-4812-BDF9-189E2A970892}" presName="spaceRect" presStyleCnt="0"/>
      <dgm:spPr/>
    </dgm:pt>
    <dgm:pt modelId="{81C08474-907B-42A0-BDE1-E7B96D9A3A62}" type="pres">
      <dgm:prSet presAssocID="{853FF2F5-CFF3-4812-BDF9-189E2A970892}" presName="parTx" presStyleLbl="revTx" presStyleIdx="0" presStyleCnt="2">
        <dgm:presLayoutVars>
          <dgm:chMax val="0"/>
          <dgm:chPref val="0"/>
        </dgm:presLayoutVars>
      </dgm:prSet>
      <dgm:spPr/>
    </dgm:pt>
    <dgm:pt modelId="{2BA52253-D86E-43B8-87C9-A173787C93A3}" type="pres">
      <dgm:prSet presAssocID="{12FFF04E-2E7A-4E3A-AFFD-741CE8D94A84}" presName="sibTrans" presStyleCnt="0"/>
      <dgm:spPr/>
    </dgm:pt>
    <dgm:pt modelId="{5A26A02E-61C7-495C-BE9D-27494F728053}" type="pres">
      <dgm:prSet presAssocID="{081A4E46-951C-4219-A966-91BD91E13100}" presName="compNode" presStyleCnt="0"/>
      <dgm:spPr/>
    </dgm:pt>
    <dgm:pt modelId="{626A11EC-9C9D-440E-9176-B9B16C3D7580}" type="pres">
      <dgm:prSet presAssocID="{081A4E46-951C-4219-A966-91BD91E13100}" presName="bgRect" presStyleLbl="bgShp" presStyleIdx="1" presStyleCnt="2"/>
      <dgm:spPr/>
    </dgm:pt>
    <dgm:pt modelId="{B3255D7D-0025-49A8-A349-877C502467F9}" type="pres">
      <dgm:prSet presAssocID="{081A4E46-951C-4219-A966-91BD91E1310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endar Week"/>
        </a:ext>
      </dgm:extLst>
    </dgm:pt>
    <dgm:pt modelId="{560E2D2E-4A59-4499-B0F8-245110B4E528}" type="pres">
      <dgm:prSet presAssocID="{081A4E46-951C-4219-A966-91BD91E13100}" presName="spaceRect" presStyleCnt="0"/>
      <dgm:spPr/>
    </dgm:pt>
    <dgm:pt modelId="{9D049628-F51A-4487-96D5-04B236A44EB7}" type="pres">
      <dgm:prSet presAssocID="{081A4E46-951C-4219-A966-91BD91E13100}" presName="parTx" presStyleLbl="revTx" presStyleIdx="1" presStyleCnt="2">
        <dgm:presLayoutVars>
          <dgm:chMax val="0"/>
          <dgm:chPref val="0"/>
        </dgm:presLayoutVars>
      </dgm:prSet>
      <dgm:spPr/>
    </dgm:pt>
  </dgm:ptLst>
  <dgm:cxnLst>
    <dgm:cxn modelId="{27E50E12-B13F-4521-A67C-46D7F69CD45E}" type="presOf" srcId="{081A4E46-951C-4219-A966-91BD91E13100}" destId="{9D049628-F51A-4487-96D5-04B236A44EB7}" srcOrd="0" destOrd="0" presId="urn:microsoft.com/office/officeart/2018/2/layout/IconVerticalSolidList"/>
    <dgm:cxn modelId="{7493601F-85D9-4A04-8AB5-F2A8595C0F7F}" srcId="{DC304675-D20B-4ACC-8777-FF1908E4D890}" destId="{081A4E46-951C-4219-A966-91BD91E13100}" srcOrd="1" destOrd="0" parTransId="{5E31CC22-ADAB-4116-B461-D831E1BFFE54}" sibTransId="{08D5033F-006D-4B84-BCBC-63C7D5A9C340}"/>
    <dgm:cxn modelId="{B69CA955-3D91-444A-8673-D8A816C2962A}" srcId="{DC304675-D20B-4ACC-8777-FF1908E4D890}" destId="{853FF2F5-CFF3-4812-BDF9-189E2A970892}" srcOrd="0" destOrd="0" parTransId="{DD5125AC-0CDD-4C16-9A04-4653AB50BB6D}" sibTransId="{12FFF04E-2E7A-4E3A-AFFD-741CE8D94A84}"/>
    <dgm:cxn modelId="{171AF4CF-4E7A-4ED0-BCE6-942A4CE446B0}" type="presOf" srcId="{DC304675-D20B-4ACC-8777-FF1908E4D890}" destId="{52ACCA12-E3CB-4D31-9D17-C1C864676BAF}" srcOrd="0" destOrd="0" presId="urn:microsoft.com/office/officeart/2018/2/layout/IconVerticalSolidList"/>
    <dgm:cxn modelId="{BA5E07EC-553B-4B42-AF21-9DCEE1362DAA}" type="presOf" srcId="{853FF2F5-CFF3-4812-BDF9-189E2A970892}" destId="{81C08474-907B-42A0-BDE1-E7B96D9A3A62}" srcOrd="0" destOrd="0" presId="urn:microsoft.com/office/officeart/2018/2/layout/IconVerticalSolidList"/>
    <dgm:cxn modelId="{DDC98DA7-F69E-4D5C-8AD3-D01F3C1627CA}" type="presParOf" srcId="{52ACCA12-E3CB-4D31-9D17-C1C864676BAF}" destId="{80ABBFA0-9B41-47DB-8245-910502B502C2}" srcOrd="0" destOrd="0" presId="urn:microsoft.com/office/officeart/2018/2/layout/IconVerticalSolidList"/>
    <dgm:cxn modelId="{5DCEDDA6-6C3B-4C35-B0D1-5E3D0372AEAC}" type="presParOf" srcId="{80ABBFA0-9B41-47DB-8245-910502B502C2}" destId="{100D11DF-4DAC-4E9D-A60C-F693EE0A4AC7}" srcOrd="0" destOrd="0" presId="urn:microsoft.com/office/officeart/2018/2/layout/IconVerticalSolidList"/>
    <dgm:cxn modelId="{C4CCCDB5-C268-4E4D-B703-50513355ABB6}" type="presParOf" srcId="{80ABBFA0-9B41-47DB-8245-910502B502C2}" destId="{D758B968-9164-4CA1-834E-43059FBFE155}" srcOrd="1" destOrd="0" presId="urn:microsoft.com/office/officeart/2018/2/layout/IconVerticalSolidList"/>
    <dgm:cxn modelId="{9179155A-7C5B-43AB-B4E7-BBE066C7E621}" type="presParOf" srcId="{80ABBFA0-9B41-47DB-8245-910502B502C2}" destId="{1272C657-853B-48AE-97BD-87AC8C02F52C}" srcOrd="2" destOrd="0" presId="urn:microsoft.com/office/officeart/2018/2/layout/IconVerticalSolidList"/>
    <dgm:cxn modelId="{C8A68E33-DCB5-4FCD-B9ED-1249FFD8CDD3}" type="presParOf" srcId="{80ABBFA0-9B41-47DB-8245-910502B502C2}" destId="{81C08474-907B-42A0-BDE1-E7B96D9A3A62}" srcOrd="3" destOrd="0" presId="urn:microsoft.com/office/officeart/2018/2/layout/IconVerticalSolidList"/>
    <dgm:cxn modelId="{B3C9F788-1C42-4930-9D04-298BBE059557}" type="presParOf" srcId="{52ACCA12-E3CB-4D31-9D17-C1C864676BAF}" destId="{2BA52253-D86E-43B8-87C9-A173787C93A3}" srcOrd="1" destOrd="0" presId="urn:microsoft.com/office/officeart/2018/2/layout/IconVerticalSolidList"/>
    <dgm:cxn modelId="{CF2A64D7-FE95-4029-817C-2D4594AD8645}" type="presParOf" srcId="{52ACCA12-E3CB-4D31-9D17-C1C864676BAF}" destId="{5A26A02E-61C7-495C-BE9D-27494F728053}" srcOrd="2" destOrd="0" presId="urn:microsoft.com/office/officeart/2018/2/layout/IconVerticalSolidList"/>
    <dgm:cxn modelId="{C67EB915-5EAF-4D96-9CF5-48924951DEF1}" type="presParOf" srcId="{5A26A02E-61C7-495C-BE9D-27494F728053}" destId="{626A11EC-9C9D-440E-9176-B9B16C3D7580}" srcOrd="0" destOrd="0" presId="urn:microsoft.com/office/officeart/2018/2/layout/IconVerticalSolidList"/>
    <dgm:cxn modelId="{DD062AC0-53FB-4E4E-B0EA-8B1E349589EF}" type="presParOf" srcId="{5A26A02E-61C7-495C-BE9D-27494F728053}" destId="{B3255D7D-0025-49A8-A349-877C502467F9}" srcOrd="1" destOrd="0" presId="urn:microsoft.com/office/officeart/2018/2/layout/IconVerticalSolidList"/>
    <dgm:cxn modelId="{7FB9CE0E-F9BD-4976-87FE-897AF15455A0}" type="presParOf" srcId="{5A26A02E-61C7-495C-BE9D-27494F728053}" destId="{560E2D2E-4A59-4499-B0F8-245110B4E528}" srcOrd="2" destOrd="0" presId="urn:microsoft.com/office/officeart/2018/2/layout/IconVerticalSolidList"/>
    <dgm:cxn modelId="{9673A64C-D25F-4585-976E-84C549FEDE47}" type="presParOf" srcId="{5A26A02E-61C7-495C-BE9D-27494F728053}" destId="{9D049628-F51A-4487-96D5-04B236A44EB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B67E5C-4740-4BF8-8205-0089B6A5D62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10095BF-10B6-4B89-8782-C032201D3120}">
      <dgm:prSet/>
      <dgm:spPr/>
      <dgm:t>
        <a:bodyPr/>
        <a:lstStyle/>
        <a:p>
          <a:r>
            <a:rPr lang="en-US"/>
            <a:t>This is less elegant as the user of the shared object (Turnstile.run) has the responsibility for imposing the lock, rather than embedding it in the shared object itself (Counter). </a:t>
          </a:r>
        </a:p>
      </dgm:t>
    </dgm:pt>
    <dgm:pt modelId="{CF70F577-505E-4879-9A03-AD3113E2F590}" type="parTrans" cxnId="{91F4F34B-B6A0-4797-BBE7-FC2A43E877AE}">
      <dgm:prSet/>
      <dgm:spPr/>
      <dgm:t>
        <a:bodyPr/>
        <a:lstStyle/>
        <a:p>
          <a:endParaRPr lang="en-US"/>
        </a:p>
      </dgm:t>
    </dgm:pt>
    <dgm:pt modelId="{0CFB87A0-E39E-474A-A687-8FBEEA304829}" type="sibTrans" cxnId="{91F4F34B-B6A0-4797-BBE7-FC2A43E877AE}">
      <dgm:prSet/>
      <dgm:spPr/>
      <dgm:t>
        <a:bodyPr/>
        <a:lstStyle/>
        <a:p>
          <a:endParaRPr lang="en-US"/>
        </a:p>
      </dgm:t>
    </dgm:pt>
    <dgm:pt modelId="{68744125-3F7D-4E4D-A7F5-BE61504EADC4}">
      <dgm:prSet/>
      <dgm:spPr/>
      <dgm:t>
        <a:bodyPr/>
        <a:lstStyle/>
        <a:p>
          <a:r>
            <a:rPr lang="en-US"/>
            <a:t>Since not all users of the object may act responsibly, it may also be less secure against interference. </a:t>
          </a:r>
        </a:p>
      </dgm:t>
    </dgm:pt>
    <dgm:pt modelId="{25D0F438-AFE5-4EF3-8F66-DB3901A98AEE}" type="parTrans" cxnId="{4DE01942-7459-445D-83D5-49776E9602D1}">
      <dgm:prSet/>
      <dgm:spPr/>
      <dgm:t>
        <a:bodyPr/>
        <a:lstStyle/>
        <a:p>
          <a:endParaRPr lang="en-US"/>
        </a:p>
      </dgm:t>
    </dgm:pt>
    <dgm:pt modelId="{19B70610-959B-4582-869C-9611DDE8F78B}" type="sibTrans" cxnId="{4DE01942-7459-445D-83D5-49776E9602D1}">
      <dgm:prSet/>
      <dgm:spPr/>
      <dgm:t>
        <a:bodyPr/>
        <a:lstStyle/>
        <a:p>
          <a:endParaRPr lang="en-US"/>
        </a:p>
      </dgm:t>
    </dgm:pt>
    <dgm:pt modelId="{3AB8A7AC-000A-4F7E-8F11-CE2FE909DEDF}">
      <dgm:prSet/>
      <dgm:spPr/>
      <dgm:t>
        <a:bodyPr/>
        <a:lstStyle/>
        <a:p>
          <a:r>
            <a:rPr lang="en-US"/>
            <a:t>Better to embed the lock in the object itself, rather than trusting all users will lock it properly.</a:t>
          </a:r>
        </a:p>
      </dgm:t>
    </dgm:pt>
    <dgm:pt modelId="{3A8358C7-3F53-4D7E-A11D-3A27D956C8B9}" type="parTrans" cxnId="{E99F3DF0-BB56-46DC-B7A5-E96B599A7F6C}">
      <dgm:prSet/>
      <dgm:spPr/>
      <dgm:t>
        <a:bodyPr/>
        <a:lstStyle/>
        <a:p>
          <a:endParaRPr lang="en-US"/>
        </a:p>
      </dgm:t>
    </dgm:pt>
    <dgm:pt modelId="{0ECD31EA-629E-4008-99A5-DFDA60CFCC55}" type="sibTrans" cxnId="{E99F3DF0-BB56-46DC-B7A5-E96B599A7F6C}">
      <dgm:prSet/>
      <dgm:spPr/>
      <dgm:t>
        <a:bodyPr/>
        <a:lstStyle/>
        <a:p>
          <a:endParaRPr lang="en-US"/>
        </a:p>
      </dgm:t>
    </dgm:pt>
    <dgm:pt modelId="{F7BF5ABC-647E-4B20-8C00-72C1C101061D}" type="pres">
      <dgm:prSet presAssocID="{1FB67E5C-4740-4BF8-8205-0089B6A5D62A}" presName="root" presStyleCnt="0">
        <dgm:presLayoutVars>
          <dgm:dir/>
          <dgm:resizeHandles val="exact"/>
        </dgm:presLayoutVars>
      </dgm:prSet>
      <dgm:spPr/>
    </dgm:pt>
    <dgm:pt modelId="{5CA1AF51-ACEB-4A3E-95D3-42F7FF8DEFC9}" type="pres">
      <dgm:prSet presAssocID="{010095BF-10B6-4B89-8782-C032201D3120}" presName="compNode" presStyleCnt="0"/>
      <dgm:spPr/>
    </dgm:pt>
    <dgm:pt modelId="{9779BBFA-A417-4DD1-AB8E-A573B3575E24}" type="pres">
      <dgm:prSet presAssocID="{010095BF-10B6-4B89-8782-C032201D3120}" presName="bgRect" presStyleLbl="bgShp" presStyleIdx="0" presStyleCnt="3"/>
      <dgm:spPr/>
    </dgm:pt>
    <dgm:pt modelId="{88DD2277-B4BE-4220-8550-11440D1D1296}" type="pres">
      <dgm:prSet presAssocID="{010095BF-10B6-4B89-8782-C032201D312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A0E3F437-C973-4F49-9520-1BE35AD2CEE5}" type="pres">
      <dgm:prSet presAssocID="{010095BF-10B6-4B89-8782-C032201D3120}" presName="spaceRect" presStyleCnt="0"/>
      <dgm:spPr/>
    </dgm:pt>
    <dgm:pt modelId="{1E4ED85A-46FE-41CF-984D-01263191CC0F}" type="pres">
      <dgm:prSet presAssocID="{010095BF-10B6-4B89-8782-C032201D3120}" presName="parTx" presStyleLbl="revTx" presStyleIdx="0" presStyleCnt="3">
        <dgm:presLayoutVars>
          <dgm:chMax val="0"/>
          <dgm:chPref val="0"/>
        </dgm:presLayoutVars>
      </dgm:prSet>
      <dgm:spPr/>
    </dgm:pt>
    <dgm:pt modelId="{D9484A70-75DB-4262-9100-9A286793D38E}" type="pres">
      <dgm:prSet presAssocID="{0CFB87A0-E39E-474A-A687-8FBEEA304829}" presName="sibTrans" presStyleCnt="0"/>
      <dgm:spPr/>
    </dgm:pt>
    <dgm:pt modelId="{BADB5862-9770-4988-93DB-420CC956691D}" type="pres">
      <dgm:prSet presAssocID="{68744125-3F7D-4E4D-A7F5-BE61504EADC4}" presName="compNode" presStyleCnt="0"/>
      <dgm:spPr/>
    </dgm:pt>
    <dgm:pt modelId="{DADF4376-B1F7-4DFA-BC92-AA9A5AB31C2E}" type="pres">
      <dgm:prSet presAssocID="{68744125-3F7D-4E4D-A7F5-BE61504EADC4}" presName="bgRect" presStyleLbl="bgShp" presStyleIdx="1" presStyleCnt="3"/>
      <dgm:spPr/>
    </dgm:pt>
    <dgm:pt modelId="{7214A530-BE16-41F0-973C-576C1F5626AA}" type="pres">
      <dgm:prSet presAssocID="{68744125-3F7D-4E4D-A7F5-BE61504EADC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8D261410-4C1C-48AD-93FB-B7B3E35EB4A4}" type="pres">
      <dgm:prSet presAssocID="{68744125-3F7D-4E4D-A7F5-BE61504EADC4}" presName="spaceRect" presStyleCnt="0"/>
      <dgm:spPr/>
    </dgm:pt>
    <dgm:pt modelId="{055E4F90-323D-4E5B-923B-BB06162E61BA}" type="pres">
      <dgm:prSet presAssocID="{68744125-3F7D-4E4D-A7F5-BE61504EADC4}" presName="parTx" presStyleLbl="revTx" presStyleIdx="1" presStyleCnt="3">
        <dgm:presLayoutVars>
          <dgm:chMax val="0"/>
          <dgm:chPref val="0"/>
        </dgm:presLayoutVars>
      </dgm:prSet>
      <dgm:spPr/>
    </dgm:pt>
    <dgm:pt modelId="{B5E8DF4D-4F38-4210-8FA2-331688D3373C}" type="pres">
      <dgm:prSet presAssocID="{19B70610-959B-4582-869C-9611DDE8F78B}" presName="sibTrans" presStyleCnt="0"/>
      <dgm:spPr/>
    </dgm:pt>
    <dgm:pt modelId="{427F2929-256C-4466-9E76-0228ECF3202C}" type="pres">
      <dgm:prSet presAssocID="{3AB8A7AC-000A-4F7E-8F11-CE2FE909DEDF}" presName="compNode" presStyleCnt="0"/>
      <dgm:spPr/>
    </dgm:pt>
    <dgm:pt modelId="{5DF2B551-C4A1-4D18-AC3F-C96EF5F5AFE6}" type="pres">
      <dgm:prSet presAssocID="{3AB8A7AC-000A-4F7E-8F11-CE2FE909DEDF}" presName="bgRect" presStyleLbl="bgShp" presStyleIdx="2" presStyleCnt="3"/>
      <dgm:spPr/>
    </dgm:pt>
    <dgm:pt modelId="{F7028A8F-11B5-40C0-BC97-30EDBE3ED6E2}" type="pres">
      <dgm:prSet presAssocID="{3AB8A7AC-000A-4F7E-8F11-CE2FE909DED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B3DE69F8-6CDE-4897-8FF3-EC622866B8D3}" type="pres">
      <dgm:prSet presAssocID="{3AB8A7AC-000A-4F7E-8F11-CE2FE909DEDF}" presName="spaceRect" presStyleCnt="0"/>
      <dgm:spPr/>
    </dgm:pt>
    <dgm:pt modelId="{BC3C9540-F3D1-4292-9DCB-DB310433E9FD}" type="pres">
      <dgm:prSet presAssocID="{3AB8A7AC-000A-4F7E-8F11-CE2FE909DEDF}" presName="parTx" presStyleLbl="revTx" presStyleIdx="2" presStyleCnt="3">
        <dgm:presLayoutVars>
          <dgm:chMax val="0"/>
          <dgm:chPref val="0"/>
        </dgm:presLayoutVars>
      </dgm:prSet>
      <dgm:spPr/>
    </dgm:pt>
  </dgm:ptLst>
  <dgm:cxnLst>
    <dgm:cxn modelId="{10127504-00DE-4E03-8CB5-AF131F615D5D}" type="presOf" srcId="{1FB67E5C-4740-4BF8-8205-0089B6A5D62A}" destId="{F7BF5ABC-647E-4B20-8C00-72C1C101061D}" srcOrd="0" destOrd="0" presId="urn:microsoft.com/office/officeart/2018/2/layout/IconVerticalSolidList"/>
    <dgm:cxn modelId="{4DE01942-7459-445D-83D5-49776E9602D1}" srcId="{1FB67E5C-4740-4BF8-8205-0089B6A5D62A}" destId="{68744125-3F7D-4E4D-A7F5-BE61504EADC4}" srcOrd="1" destOrd="0" parTransId="{25D0F438-AFE5-4EF3-8F66-DB3901A98AEE}" sibTransId="{19B70610-959B-4582-869C-9611DDE8F78B}"/>
    <dgm:cxn modelId="{91F4F34B-B6A0-4797-BBE7-FC2A43E877AE}" srcId="{1FB67E5C-4740-4BF8-8205-0089B6A5D62A}" destId="{010095BF-10B6-4B89-8782-C032201D3120}" srcOrd="0" destOrd="0" parTransId="{CF70F577-505E-4879-9A03-AD3113E2F590}" sibTransId="{0CFB87A0-E39E-474A-A687-8FBEEA304829}"/>
    <dgm:cxn modelId="{87FB9B6D-9091-4D56-BE4F-BEF9FFDD6A94}" type="presOf" srcId="{68744125-3F7D-4E4D-A7F5-BE61504EADC4}" destId="{055E4F90-323D-4E5B-923B-BB06162E61BA}" srcOrd="0" destOrd="0" presId="urn:microsoft.com/office/officeart/2018/2/layout/IconVerticalSolidList"/>
    <dgm:cxn modelId="{8EE046B6-D042-47D6-A093-70C5C3FF5731}" type="presOf" srcId="{3AB8A7AC-000A-4F7E-8F11-CE2FE909DEDF}" destId="{BC3C9540-F3D1-4292-9DCB-DB310433E9FD}" srcOrd="0" destOrd="0" presId="urn:microsoft.com/office/officeart/2018/2/layout/IconVerticalSolidList"/>
    <dgm:cxn modelId="{6A5D30B7-18C3-4829-A1AA-F96BA97A4D5C}" type="presOf" srcId="{010095BF-10B6-4B89-8782-C032201D3120}" destId="{1E4ED85A-46FE-41CF-984D-01263191CC0F}" srcOrd="0" destOrd="0" presId="urn:microsoft.com/office/officeart/2018/2/layout/IconVerticalSolidList"/>
    <dgm:cxn modelId="{E99F3DF0-BB56-46DC-B7A5-E96B599A7F6C}" srcId="{1FB67E5C-4740-4BF8-8205-0089B6A5D62A}" destId="{3AB8A7AC-000A-4F7E-8F11-CE2FE909DEDF}" srcOrd="2" destOrd="0" parTransId="{3A8358C7-3F53-4D7E-A11D-3A27D956C8B9}" sibTransId="{0ECD31EA-629E-4008-99A5-DFDA60CFCC55}"/>
    <dgm:cxn modelId="{8019EAEF-D986-4E72-A76F-057BF97316AE}" type="presParOf" srcId="{F7BF5ABC-647E-4B20-8C00-72C1C101061D}" destId="{5CA1AF51-ACEB-4A3E-95D3-42F7FF8DEFC9}" srcOrd="0" destOrd="0" presId="urn:microsoft.com/office/officeart/2018/2/layout/IconVerticalSolidList"/>
    <dgm:cxn modelId="{4AB7A8CF-AE8F-4513-992E-880A41D5F7CE}" type="presParOf" srcId="{5CA1AF51-ACEB-4A3E-95D3-42F7FF8DEFC9}" destId="{9779BBFA-A417-4DD1-AB8E-A573B3575E24}" srcOrd="0" destOrd="0" presId="urn:microsoft.com/office/officeart/2018/2/layout/IconVerticalSolidList"/>
    <dgm:cxn modelId="{BBAB19E0-205B-4A3C-8DB5-B34CEF25E457}" type="presParOf" srcId="{5CA1AF51-ACEB-4A3E-95D3-42F7FF8DEFC9}" destId="{88DD2277-B4BE-4220-8550-11440D1D1296}" srcOrd="1" destOrd="0" presId="urn:microsoft.com/office/officeart/2018/2/layout/IconVerticalSolidList"/>
    <dgm:cxn modelId="{2D12F1CB-A96E-4627-8A1B-AB94958A1DD8}" type="presParOf" srcId="{5CA1AF51-ACEB-4A3E-95D3-42F7FF8DEFC9}" destId="{A0E3F437-C973-4F49-9520-1BE35AD2CEE5}" srcOrd="2" destOrd="0" presId="urn:microsoft.com/office/officeart/2018/2/layout/IconVerticalSolidList"/>
    <dgm:cxn modelId="{5552790F-C680-40A6-BF16-4641BB3609E1}" type="presParOf" srcId="{5CA1AF51-ACEB-4A3E-95D3-42F7FF8DEFC9}" destId="{1E4ED85A-46FE-41CF-984D-01263191CC0F}" srcOrd="3" destOrd="0" presId="urn:microsoft.com/office/officeart/2018/2/layout/IconVerticalSolidList"/>
    <dgm:cxn modelId="{646787BB-CD21-4B0F-921D-31E26047ED91}" type="presParOf" srcId="{F7BF5ABC-647E-4B20-8C00-72C1C101061D}" destId="{D9484A70-75DB-4262-9100-9A286793D38E}" srcOrd="1" destOrd="0" presId="urn:microsoft.com/office/officeart/2018/2/layout/IconVerticalSolidList"/>
    <dgm:cxn modelId="{60B83C3A-CEBB-46AA-BDE4-6CF6699E6DAD}" type="presParOf" srcId="{F7BF5ABC-647E-4B20-8C00-72C1C101061D}" destId="{BADB5862-9770-4988-93DB-420CC956691D}" srcOrd="2" destOrd="0" presId="urn:microsoft.com/office/officeart/2018/2/layout/IconVerticalSolidList"/>
    <dgm:cxn modelId="{71495291-CB1A-40AB-A927-5200418834AA}" type="presParOf" srcId="{BADB5862-9770-4988-93DB-420CC956691D}" destId="{DADF4376-B1F7-4DFA-BC92-AA9A5AB31C2E}" srcOrd="0" destOrd="0" presId="urn:microsoft.com/office/officeart/2018/2/layout/IconVerticalSolidList"/>
    <dgm:cxn modelId="{F11D23F1-8B14-44E0-A5AE-F0ECC6069B8A}" type="presParOf" srcId="{BADB5862-9770-4988-93DB-420CC956691D}" destId="{7214A530-BE16-41F0-973C-576C1F5626AA}" srcOrd="1" destOrd="0" presId="urn:microsoft.com/office/officeart/2018/2/layout/IconVerticalSolidList"/>
    <dgm:cxn modelId="{E17097B4-785E-4AD3-A8F0-87EC70D9B47A}" type="presParOf" srcId="{BADB5862-9770-4988-93DB-420CC956691D}" destId="{8D261410-4C1C-48AD-93FB-B7B3E35EB4A4}" srcOrd="2" destOrd="0" presId="urn:microsoft.com/office/officeart/2018/2/layout/IconVerticalSolidList"/>
    <dgm:cxn modelId="{3BB54CB2-094B-4D59-ADB2-C48B70E379A0}" type="presParOf" srcId="{BADB5862-9770-4988-93DB-420CC956691D}" destId="{055E4F90-323D-4E5B-923B-BB06162E61BA}" srcOrd="3" destOrd="0" presId="urn:microsoft.com/office/officeart/2018/2/layout/IconVerticalSolidList"/>
    <dgm:cxn modelId="{818E15C7-887F-49CD-A1E0-1B92BD3EA7D0}" type="presParOf" srcId="{F7BF5ABC-647E-4B20-8C00-72C1C101061D}" destId="{B5E8DF4D-4F38-4210-8FA2-331688D3373C}" srcOrd="3" destOrd="0" presId="urn:microsoft.com/office/officeart/2018/2/layout/IconVerticalSolidList"/>
    <dgm:cxn modelId="{7CA96033-5BEE-460B-8EDD-1FAB59C5D9A1}" type="presParOf" srcId="{F7BF5ABC-647E-4B20-8C00-72C1C101061D}" destId="{427F2929-256C-4466-9E76-0228ECF3202C}" srcOrd="4" destOrd="0" presId="urn:microsoft.com/office/officeart/2018/2/layout/IconVerticalSolidList"/>
    <dgm:cxn modelId="{5520C3E7-C121-4E95-A853-36CC87FCF03C}" type="presParOf" srcId="{427F2929-256C-4466-9E76-0228ECF3202C}" destId="{5DF2B551-C4A1-4D18-AC3F-C96EF5F5AFE6}" srcOrd="0" destOrd="0" presId="urn:microsoft.com/office/officeart/2018/2/layout/IconVerticalSolidList"/>
    <dgm:cxn modelId="{2D9D844B-A822-4020-BF0A-79478DCA3758}" type="presParOf" srcId="{427F2929-256C-4466-9E76-0228ECF3202C}" destId="{F7028A8F-11B5-40C0-BC97-30EDBE3ED6E2}" srcOrd="1" destOrd="0" presId="urn:microsoft.com/office/officeart/2018/2/layout/IconVerticalSolidList"/>
    <dgm:cxn modelId="{5E7B3B33-AC05-49DC-82E3-F3B86AF9A5B1}" type="presParOf" srcId="{427F2929-256C-4466-9E76-0228ECF3202C}" destId="{B3DE69F8-6CDE-4897-8FF3-EC622866B8D3}" srcOrd="2" destOrd="0" presId="urn:microsoft.com/office/officeart/2018/2/layout/IconVerticalSolidList"/>
    <dgm:cxn modelId="{B08D4953-1EF1-4050-8651-B5F04B777197}" type="presParOf" srcId="{427F2929-256C-4466-9E76-0228ECF3202C}" destId="{BC3C9540-F3D1-4292-9DCB-DB310433E9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0D11DF-4DAC-4E9D-A60C-F693EE0A4AC7}">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8B968-9164-4CA1-834E-43059FBFE155}">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C08474-907B-42A0-BDE1-E7B96D9A3A62}">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b="1" kern="1200" dirty="0"/>
            <a:t>Modify the Thread in week 2 to create 4 threads. Using thread priority, give thread 4 the highest priority. Adjust the program to make Thread 4 exit first before any other threads start.</a:t>
          </a:r>
          <a:endParaRPr lang="en-US" sz="2000" kern="1200" dirty="0"/>
        </a:p>
      </dsp:txBody>
      <dsp:txXfrm>
        <a:off x="1568245" y="735468"/>
        <a:ext cx="6661354" cy="1357788"/>
      </dsp:txXfrm>
    </dsp:sp>
    <dsp:sp modelId="{626A11EC-9C9D-440E-9176-B9B16C3D7580}">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55D7D-0025-49A8-A349-877C502467F9}">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49628-F51A-4487-96D5-04B236A44EB7}">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b="1" kern="1200"/>
            <a:t>Week 2 – RunnableThread  </a:t>
          </a:r>
          <a:r>
            <a:rPr lang="en-US" sz="2000" b="1" u="sng" kern="1200"/>
            <a:t>OR</a:t>
          </a:r>
          <a:r>
            <a:rPr lang="en-US" sz="2000" b="1" kern="1200"/>
            <a:t> ThreadExtend</a:t>
          </a:r>
          <a:endParaRPr lang="en-US" sz="2000" kern="1200"/>
        </a:p>
      </dsp:txBody>
      <dsp:txXfrm>
        <a:off x="1568245" y="2432704"/>
        <a:ext cx="6661354" cy="1357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0D11DF-4DAC-4E9D-A60C-F693EE0A4AC7}">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8B968-9164-4CA1-834E-43059FBFE155}">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C08474-907B-42A0-BDE1-E7B96D9A3A62}">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b="1" kern="1200"/>
            <a:t>Modify the Thread in week 2 to create 4 threads. Using thread priority, give thread 4 the highest priority. Adjust the program to make Thread 4 exit first.</a:t>
          </a:r>
          <a:endParaRPr lang="en-US" sz="2000" kern="1200"/>
        </a:p>
      </dsp:txBody>
      <dsp:txXfrm>
        <a:off x="1568245" y="735468"/>
        <a:ext cx="6661354" cy="1357788"/>
      </dsp:txXfrm>
    </dsp:sp>
    <dsp:sp modelId="{626A11EC-9C9D-440E-9176-B9B16C3D7580}">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55D7D-0025-49A8-A349-877C502467F9}">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49628-F51A-4487-96D5-04B236A44EB7}">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US" sz="2000" b="1" kern="1200" dirty="0"/>
            <a:t>Week 2 – </a:t>
          </a:r>
          <a:r>
            <a:rPr lang="en-US" sz="2000" b="1" kern="1200" dirty="0" err="1"/>
            <a:t>RunnableThread</a:t>
          </a:r>
          <a:r>
            <a:rPr lang="en-US" sz="2000" b="1" kern="1200" dirty="0"/>
            <a:t>  </a:t>
          </a:r>
          <a:r>
            <a:rPr lang="en-US" sz="2000" b="1" u="sng" kern="1200" dirty="0"/>
            <a:t>OR</a:t>
          </a:r>
          <a:r>
            <a:rPr lang="en-US" sz="2000" b="1" kern="1200" dirty="0"/>
            <a:t> </a:t>
          </a:r>
          <a:r>
            <a:rPr lang="en-US" sz="2000" b="1" kern="1200" dirty="0" err="1"/>
            <a:t>ThreadExtend</a:t>
          </a:r>
          <a:endParaRPr lang="en-US" sz="2000" kern="1200" dirty="0"/>
        </a:p>
      </dsp:txBody>
      <dsp:txXfrm>
        <a:off x="1568245" y="2432704"/>
        <a:ext cx="6661354" cy="13577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9BBFA-A417-4DD1-AB8E-A573B3575E24}">
      <dsp:nvSpPr>
        <dsp:cNvPr id="0" name=""/>
        <dsp:cNvSpPr/>
      </dsp:nvSpPr>
      <dsp:spPr>
        <a:xfrm>
          <a:off x="0" y="55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DD2277-B4BE-4220-8550-11440D1D1296}">
      <dsp:nvSpPr>
        <dsp:cNvPr id="0" name=""/>
        <dsp:cNvSpPr/>
      </dsp:nvSpPr>
      <dsp:spPr>
        <a:xfrm>
          <a:off x="391076" y="291436"/>
          <a:ext cx="711048" cy="711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E4ED85A-46FE-41CF-984D-01263191CC0F}">
      <dsp:nvSpPr>
        <dsp:cNvPr id="0" name=""/>
        <dsp:cNvSpPr/>
      </dsp:nvSpPr>
      <dsp:spPr>
        <a:xfrm>
          <a:off x="1493202" y="552"/>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44550">
            <a:lnSpc>
              <a:spcPct val="90000"/>
            </a:lnSpc>
            <a:spcBef>
              <a:spcPct val="0"/>
            </a:spcBef>
            <a:spcAft>
              <a:spcPct val="35000"/>
            </a:spcAft>
            <a:buNone/>
          </a:pPr>
          <a:r>
            <a:rPr lang="en-US" sz="1900" kern="1200"/>
            <a:t>This is less elegant as the user of the shared object (Turnstile.run) has the responsibility for imposing the lock, rather than embedding it in the shared object itself (Counter). </a:t>
          </a:r>
        </a:p>
      </dsp:txBody>
      <dsp:txXfrm>
        <a:off x="1493202" y="552"/>
        <a:ext cx="6736397" cy="1292816"/>
      </dsp:txXfrm>
    </dsp:sp>
    <dsp:sp modelId="{DADF4376-B1F7-4DFA-BC92-AA9A5AB31C2E}">
      <dsp:nvSpPr>
        <dsp:cNvPr id="0" name=""/>
        <dsp:cNvSpPr/>
      </dsp:nvSpPr>
      <dsp:spPr>
        <a:xfrm>
          <a:off x="0" y="1616572"/>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14A530-BE16-41F0-973C-576C1F5626AA}">
      <dsp:nvSpPr>
        <dsp:cNvPr id="0" name=""/>
        <dsp:cNvSpPr/>
      </dsp:nvSpPr>
      <dsp:spPr>
        <a:xfrm>
          <a:off x="391076" y="1907456"/>
          <a:ext cx="711048" cy="711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5E4F90-323D-4E5B-923B-BB06162E61BA}">
      <dsp:nvSpPr>
        <dsp:cNvPr id="0" name=""/>
        <dsp:cNvSpPr/>
      </dsp:nvSpPr>
      <dsp:spPr>
        <a:xfrm>
          <a:off x="1493202" y="1616572"/>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44550">
            <a:lnSpc>
              <a:spcPct val="90000"/>
            </a:lnSpc>
            <a:spcBef>
              <a:spcPct val="0"/>
            </a:spcBef>
            <a:spcAft>
              <a:spcPct val="35000"/>
            </a:spcAft>
            <a:buNone/>
          </a:pPr>
          <a:r>
            <a:rPr lang="en-US" sz="1900" kern="1200"/>
            <a:t>Since not all users of the object may act responsibly, it may also be less secure against interference. </a:t>
          </a:r>
        </a:p>
      </dsp:txBody>
      <dsp:txXfrm>
        <a:off x="1493202" y="1616572"/>
        <a:ext cx="6736397" cy="1292816"/>
      </dsp:txXfrm>
    </dsp:sp>
    <dsp:sp modelId="{5DF2B551-C4A1-4D18-AC3F-C96EF5F5AFE6}">
      <dsp:nvSpPr>
        <dsp:cNvPr id="0" name=""/>
        <dsp:cNvSpPr/>
      </dsp:nvSpPr>
      <dsp:spPr>
        <a:xfrm>
          <a:off x="0" y="3232593"/>
          <a:ext cx="8229600" cy="129281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28A8F-11B5-40C0-BC97-30EDBE3ED6E2}">
      <dsp:nvSpPr>
        <dsp:cNvPr id="0" name=""/>
        <dsp:cNvSpPr/>
      </dsp:nvSpPr>
      <dsp:spPr>
        <a:xfrm>
          <a:off x="391076" y="3523476"/>
          <a:ext cx="711048" cy="711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3C9540-F3D1-4292-9DCB-DB310433E9FD}">
      <dsp:nvSpPr>
        <dsp:cNvPr id="0" name=""/>
        <dsp:cNvSpPr/>
      </dsp:nvSpPr>
      <dsp:spPr>
        <a:xfrm>
          <a:off x="1493202" y="3232593"/>
          <a:ext cx="6736397" cy="12928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6823" tIns="136823" rIns="136823" bIns="136823" numCol="1" spcCol="1270" anchor="ctr" anchorCtr="0">
          <a:noAutofit/>
        </a:bodyPr>
        <a:lstStyle/>
        <a:p>
          <a:pPr marL="0" lvl="0" indent="0" algn="l" defTabSz="844550">
            <a:lnSpc>
              <a:spcPct val="90000"/>
            </a:lnSpc>
            <a:spcBef>
              <a:spcPct val="0"/>
            </a:spcBef>
            <a:spcAft>
              <a:spcPct val="35000"/>
            </a:spcAft>
            <a:buNone/>
          </a:pPr>
          <a:r>
            <a:rPr lang="en-US" sz="1900" kern="1200"/>
            <a:t>Better to embed the lock in the object itself, rather than trusting all users will lock it properly.</a:t>
          </a:r>
        </a:p>
      </dsp:txBody>
      <dsp:txXfrm>
        <a:off x="1493202" y="3232593"/>
        <a:ext cx="6736397" cy="12928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en.wikipedia.org/wiki/Queue_(data_structure)" TargetMode="External"/><Relationship Id="rId3" Type="http://schemas.openxmlformats.org/officeDocument/2006/relationships/hyperlink" Target="http://en.wikipedia.org/wiki/Algorithm" TargetMode="External"/><Relationship Id="rId7" Type="http://schemas.openxmlformats.org/officeDocument/2006/relationships/hyperlink" Target="http://en.wikipedia.org/wiki/Flag_(computing)"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en.wikipedia.org/wiki/Critical_section" TargetMode="External"/><Relationship Id="rId11" Type="http://schemas.openxmlformats.org/officeDocument/2006/relationships/hyperlink" Target="http://en.wikipedia.org/wiki/Lock_(computer_science)" TargetMode="External"/><Relationship Id="rId5" Type="http://schemas.openxmlformats.org/officeDocument/2006/relationships/hyperlink" Target="http://en.wikipedia.org/wiki/Global_variable" TargetMode="External"/><Relationship Id="rId10" Type="http://schemas.openxmlformats.org/officeDocument/2006/relationships/hyperlink" Target="http://en.wikipedia.org/wiki/Thread_(computer_science)" TargetMode="External"/><Relationship Id="rId4" Type="http://schemas.openxmlformats.org/officeDocument/2006/relationships/hyperlink" Target="http://en.wikipedia.org/wiki/Concurrent_programming" TargetMode="External"/><Relationship Id="rId9" Type="http://schemas.openxmlformats.org/officeDocument/2006/relationships/hyperlink" Target="http://en.wikipedia.org/wiki/Interrupt_handler"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AF9513A-DF93-4179-8F4C-D65EB20104A6}"/>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24F3F80B-D38E-4A71-9E6C-CD2EE6E51CC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888956A1-5D8D-4DC5-9352-57E246D7C3F6}"/>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2F8F796B-BF88-4D42-9F86-A3876538A76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77F698E-8590-4305-A48C-216BE53CFBB1}"/>
              </a:ext>
            </a:extLst>
          </p:cNvPr>
          <p:cNvSpPr>
            <a:spLocks noGrp="1" noRot="1" noChangeAspect="1" noChangeArrowheads="1" noTextEdit="1"/>
          </p:cNvSpPr>
          <p:nvPr>
            <p:ph type="sldImg"/>
          </p:nvPr>
        </p:nvSpPr>
        <p:spPr>
          <a:xfrm>
            <a:off x="304800" y="865188"/>
            <a:ext cx="6197600" cy="3486150"/>
          </a:xfrm>
          <a:ln/>
        </p:spPr>
      </p:sp>
      <p:sp>
        <p:nvSpPr>
          <p:cNvPr id="25603" name="Rectangle 3">
            <a:extLst>
              <a:ext uri="{FF2B5EF4-FFF2-40B4-BE49-F238E27FC236}">
                <a16:creationId xmlns:a16="http://schemas.microsoft.com/office/drawing/2014/main" id="{39377E44-F24B-4D1E-8AF0-C54DF1443844}"/>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4EC0A3F-A5DC-4C8D-BFB8-7555071C4E9A}"/>
              </a:ext>
            </a:extLst>
          </p:cNvPr>
          <p:cNvSpPr>
            <a:spLocks noGrp="1" noRot="1" noChangeAspect="1" noChangeArrowheads="1" noTextEdit="1"/>
          </p:cNvSpPr>
          <p:nvPr>
            <p:ph type="sldImg"/>
          </p:nvPr>
        </p:nvSpPr>
        <p:spPr>
          <a:xfrm>
            <a:off x="1079500" y="865188"/>
            <a:ext cx="4648200" cy="3486150"/>
          </a:xfrm>
          <a:ln/>
        </p:spPr>
      </p:sp>
      <p:sp>
        <p:nvSpPr>
          <p:cNvPr id="27651" name="Rectangle 3">
            <a:extLst>
              <a:ext uri="{FF2B5EF4-FFF2-40B4-BE49-F238E27FC236}">
                <a16:creationId xmlns:a16="http://schemas.microsoft.com/office/drawing/2014/main" id="{37054501-DE11-47B8-AFD7-25839C7E9A14}"/>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7C89E71-98DD-483D-822B-D3B1EC7055A3}"/>
              </a:ext>
            </a:extLst>
          </p:cNvPr>
          <p:cNvSpPr>
            <a:spLocks noGrp="1" noRot="1" noChangeAspect="1" noChangeArrowheads="1" noTextEdit="1"/>
          </p:cNvSpPr>
          <p:nvPr>
            <p:ph type="sldImg"/>
          </p:nvPr>
        </p:nvSpPr>
        <p:spPr>
          <a:xfrm>
            <a:off x="1079500" y="865188"/>
            <a:ext cx="4648200" cy="3486150"/>
          </a:xfrm>
          <a:ln/>
        </p:spPr>
      </p:sp>
      <p:sp>
        <p:nvSpPr>
          <p:cNvPr id="29699" name="Rectangle 3">
            <a:extLst>
              <a:ext uri="{FF2B5EF4-FFF2-40B4-BE49-F238E27FC236}">
                <a16:creationId xmlns:a16="http://schemas.microsoft.com/office/drawing/2014/main" id="{15F83C6B-798C-4921-9D76-CF4141912FC2}"/>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4FA7FEC-4A9A-4CA1-8D91-96ACCFD26E46}"/>
              </a:ext>
            </a:extLst>
          </p:cNvPr>
          <p:cNvSpPr>
            <a:spLocks noGrp="1" noRot="1" noChangeAspect="1" noChangeArrowheads="1" noTextEdit="1"/>
          </p:cNvSpPr>
          <p:nvPr>
            <p:ph type="sldImg"/>
          </p:nvPr>
        </p:nvSpPr>
        <p:spPr>
          <a:xfrm>
            <a:off x="1079500" y="865188"/>
            <a:ext cx="4648200" cy="3486150"/>
          </a:xfrm>
          <a:ln/>
        </p:spPr>
      </p:sp>
      <p:sp>
        <p:nvSpPr>
          <p:cNvPr id="31747" name="Rectangle 3">
            <a:extLst>
              <a:ext uri="{FF2B5EF4-FFF2-40B4-BE49-F238E27FC236}">
                <a16:creationId xmlns:a16="http://schemas.microsoft.com/office/drawing/2014/main" id="{E3F18CD8-18EF-4F3F-AE2A-8506F5E9FF64}"/>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695054A-A502-486B-985D-B0F3681F8798}"/>
              </a:ext>
            </a:extLst>
          </p:cNvPr>
          <p:cNvSpPr>
            <a:spLocks noGrp="1" noRot="1" noChangeAspect="1" noChangeArrowheads="1" noTextEdit="1"/>
          </p:cNvSpPr>
          <p:nvPr>
            <p:ph type="sldImg"/>
          </p:nvPr>
        </p:nvSpPr>
        <p:spPr>
          <a:xfrm>
            <a:off x="1079500" y="865188"/>
            <a:ext cx="4648200" cy="3486150"/>
          </a:xfrm>
          <a:ln/>
        </p:spPr>
      </p:sp>
      <p:sp>
        <p:nvSpPr>
          <p:cNvPr id="33795" name="Rectangle 3">
            <a:extLst>
              <a:ext uri="{FF2B5EF4-FFF2-40B4-BE49-F238E27FC236}">
                <a16:creationId xmlns:a16="http://schemas.microsoft.com/office/drawing/2014/main" id="{C6F0020B-FDB6-4673-BA2D-7C0EC51BA1D0}"/>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AA83E84-F97B-498C-802D-64DC0ABB7AE6}"/>
              </a:ext>
            </a:extLst>
          </p:cNvPr>
          <p:cNvSpPr>
            <a:spLocks noGrp="1" noRot="1" noChangeAspect="1" noChangeArrowheads="1" noTextEdit="1"/>
          </p:cNvSpPr>
          <p:nvPr>
            <p:ph type="sldImg"/>
          </p:nvPr>
        </p:nvSpPr>
        <p:spPr>
          <a:xfrm>
            <a:off x="304800" y="865188"/>
            <a:ext cx="6197600" cy="3486150"/>
          </a:xfrm>
          <a:ln/>
        </p:spPr>
      </p:sp>
      <p:sp>
        <p:nvSpPr>
          <p:cNvPr id="35843" name="Rectangle 3">
            <a:extLst>
              <a:ext uri="{FF2B5EF4-FFF2-40B4-BE49-F238E27FC236}">
                <a16:creationId xmlns:a16="http://schemas.microsoft.com/office/drawing/2014/main" id="{3E2B57A7-1BC4-426A-A086-712558C03ED0}"/>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CB15339-7C25-465A-84EF-E8F868D8522B}"/>
              </a:ext>
            </a:extLst>
          </p:cNvPr>
          <p:cNvSpPr>
            <a:spLocks noGrp="1" noRot="1" noChangeAspect="1" noChangeArrowheads="1" noTextEdit="1"/>
          </p:cNvSpPr>
          <p:nvPr>
            <p:ph type="sldImg"/>
          </p:nvPr>
        </p:nvSpPr>
        <p:spPr>
          <a:xfrm>
            <a:off x="1079500" y="865188"/>
            <a:ext cx="4648200" cy="3486150"/>
          </a:xfrm>
          <a:ln/>
        </p:spPr>
      </p:sp>
      <p:sp>
        <p:nvSpPr>
          <p:cNvPr id="37891" name="Rectangle 3">
            <a:extLst>
              <a:ext uri="{FF2B5EF4-FFF2-40B4-BE49-F238E27FC236}">
                <a16:creationId xmlns:a16="http://schemas.microsoft.com/office/drawing/2014/main" id="{C9F553FA-48B2-43B5-B1FA-C9EED48D6EAA}"/>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2A813EF-411B-4E91-A728-885310D08D54}"/>
              </a:ext>
            </a:extLst>
          </p:cNvPr>
          <p:cNvSpPr>
            <a:spLocks noGrp="1" noRot="1" noChangeAspect="1" noChangeArrowheads="1" noTextEdit="1"/>
          </p:cNvSpPr>
          <p:nvPr>
            <p:ph type="sldImg"/>
          </p:nvPr>
        </p:nvSpPr>
        <p:spPr>
          <a:xfrm>
            <a:off x="1079500" y="865188"/>
            <a:ext cx="4648200" cy="3486150"/>
          </a:xfrm>
          <a:ln/>
        </p:spPr>
      </p:sp>
      <p:sp>
        <p:nvSpPr>
          <p:cNvPr id="39939" name="Rectangle 3">
            <a:extLst>
              <a:ext uri="{FF2B5EF4-FFF2-40B4-BE49-F238E27FC236}">
                <a16:creationId xmlns:a16="http://schemas.microsoft.com/office/drawing/2014/main" id="{F7BC1CB1-0FB8-45B1-8FFD-01C624A30EE4}"/>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5904F7A-873E-4608-84F8-74989CC9E7B7}"/>
              </a:ext>
            </a:extLst>
          </p:cNvPr>
          <p:cNvSpPr>
            <a:spLocks noGrp="1" noRot="1" noChangeAspect="1" noChangeArrowheads="1" noTextEdit="1"/>
          </p:cNvSpPr>
          <p:nvPr>
            <p:ph type="sldImg"/>
          </p:nvPr>
        </p:nvSpPr>
        <p:spPr>
          <a:xfrm>
            <a:off x="304800" y="865188"/>
            <a:ext cx="6197600" cy="3486150"/>
          </a:xfrm>
          <a:ln/>
        </p:spPr>
      </p:sp>
      <p:sp>
        <p:nvSpPr>
          <p:cNvPr id="41987" name="Rectangle 3">
            <a:extLst>
              <a:ext uri="{FF2B5EF4-FFF2-40B4-BE49-F238E27FC236}">
                <a16:creationId xmlns:a16="http://schemas.microsoft.com/office/drawing/2014/main" id="{CB08BEF4-41B9-4A80-9784-B95F131CAEC0}"/>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06A33B0-5F53-464E-9A67-E348F435DE06}"/>
              </a:ext>
            </a:extLst>
          </p:cNvPr>
          <p:cNvSpPr>
            <a:spLocks noGrp="1" noRot="1" noChangeAspect="1" noChangeArrowheads="1" noTextEdit="1"/>
          </p:cNvSpPr>
          <p:nvPr>
            <p:ph type="sldImg"/>
          </p:nvPr>
        </p:nvSpPr>
        <p:spPr>
          <a:xfrm>
            <a:off x="304800" y="865188"/>
            <a:ext cx="6197600" cy="3486150"/>
          </a:xfrm>
          <a:ln/>
        </p:spPr>
      </p:sp>
      <p:sp>
        <p:nvSpPr>
          <p:cNvPr id="44035" name="Rectangle 3">
            <a:extLst>
              <a:ext uri="{FF2B5EF4-FFF2-40B4-BE49-F238E27FC236}">
                <a16:creationId xmlns:a16="http://schemas.microsoft.com/office/drawing/2014/main" id="{97A6FE05-D0FA-4504-B5F5-740CCFD81C14}"/>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D39782C-FB54-44F2-92A7-3FD862D8BE67}"/>
              </a:ext>
            </a:extLst>
          </p:cNvPr>
          <p:cNvSpPr>
            <a:spLocks noGrp="1" noRot="1" noChangeAspect="1" noChangeArrowheads="1" noTextEdit="1"/>
          </p:cNvSpPr>
          <p:nvPr>
            <p:ph type="sldImg"/>
          </p:nvPr>
        </p:nvSpPr>
        <p:spPr>
          <a:xfrm>
            <a:off x="90488" y="746125"/>
            <a:ext cx="6626225" cy="3727450"/>
          </a:xfrm>
          <a:ln/>
        </p:spPr>
      </p:sp>
      <p:sp>
        <p:nvSpPr>
          <p:cNvPr id="46083" name="Rectangle 3">
            <a:extLst>
              <a:ext uri="{FF2B5EF4-FFF2-40B4-BE49-F238E27FC236}">
                <a16:creationId xmlns:a16="http://schemas.microsoft.com/office/drawing/2014/main" id="{452AF4C0-572F-4C52-AFC9-823E4033235E}"/>
              </a:ext>
            </a:extLst>
          </p:cNvPr>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B8D726A-689F-4919-86D9-887F7A08D909}"/>
              </a:ext>
            </a:extLst>
          </p:cNvPr>
          <p:cNvSpPr>
            <a:spLocks noGrp="1" noRot="1" noChangeAspect="1" noChangeArrowheads="1" noTextEdit="1"/>
          </p:cNvSpPr>
          <p:nvPr>
            <p:ph type="sldImg"/>
          </p:nvPr>
        </p:nvSpPr>
        <p:spPr>
          <a:xfrm>
            <a:off x="90488" y="746125"/>
            <a:ext cx="6626225" cy="3727450"/>
          </a:xfrm>
          <a:ln/>
        </p:spPr>
      </p:sp>
      <p:sp>
        <p:nvSpPr>
          <p:cNvPr id="48131" name="Rectangle 3">
            <a:extLst>
              <a:ext uri="{FF2B5EF4-FFF2-40B4-BE49-F238E27FC236}">
                <a16:creationId xmlns:a16="http://schemas.microsoft.com/office/drawing/2014/main" id="{A0BA5AC0-6D79-4C1B-9EE0-97D8214C8FA1}"/>
              </a:ext>
            </a:extLst>
          </p:cNvPr>
          <p:cNvSpPr>
            <a:spLocks noGrp="1" noChangeArrowheads="1"/>
          </p:cNvSpPr>
          <p:nvPr>
            <p:ph type="body" idx="1"/>
          </p:nvPr>
        </p:nvSpPr>
        <p:spPr>
          <a:xfrm>
            <a:off x="681038" y="4721225"/>
            <a:ext cx="5445125" cy="44719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F77E5A5-C502-4F13-8644-8F2D2EBB79AA}"/>
              </a:ext>
            </a:extLst>
          </p:cNvPr>
          <p:cNvSpPr>
            <a:spLocks noGrp="1" noRot="1" noChangeAspect="1" noChangeArrowheads="1" noTextEdit="1"/>
          </p:cNvSpPr>
          <p:nvPr>
            <p:ph type="sldImg"/>
          </p:nvPr>
        </p:nvSpPr>
        <p:spPr>
          <a:xfrm>
            <a:off x="1079500" y="865188"/>
            <a:ext cx="4648200" cy="3486150"/>
          </a:xfrm>
          <a:ln/>
        </p:spPr>
      </p:sp>
      <p:sp>
        <p:nvSpPr>
          <p:cNvPr id="50179" name="Rectangle 3">
            <a:extLst>
              <a:ext uri="{FF2B5EF4-FFF2-40B4-BE49-F238E27FC236}">
                <a16:creationId xmlns:a16="http://schemas.microsoft.com/office/drawing/2014/main" id="{6CE49AF0-5263-41EC-8AA4-A9A86256B27E}"/>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72FCD36-37CE-4E65-A5A5-3FA27F49FC98}"/>
              </a:ext>
            </a:extLst>
          </p:cNvPr>
          <p:cNvSpPr>
            <a:spLocks noGrp="1" noRot="1" noChangeAspect="1" noChangeArrowheads="1" noTextEdit="1"/>
          </p:cNvSpPr>
          <p:nvPr>
            <p:ph type="sldImg"/>
          </p:nvPr>
        </p:nvSpPr>
        <p:spPr>
          <a:xfrm>
            <a:off x="1079500" y="865188"/>
            <a:ext cx="4648200" cy="3486150"/>
          </a:xfrm>
          <a:ln/>
        </p:spPr>
      </p:sp>
      <p:sp>
        <p:nvSpPr>
          <p:cNvPr id="52227" name="Rectangle 3">
            <a:extLst>
              <a:ext uri="{FF2B5EF4-FFF2-40B4-BE49-F238E27FC236}">
                <a16:creationId xmlns:a16="http://schemas.microsoft.com/office/drawing/2014/main" id="{0307492A-E2F0-4607-BDDB-D1AD300AC473}"/>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34F762E-203D-48D1-9DBD-79DD9ED6C5CC}"/>
              </a:ext>
            </a:extLst>
          </p:cNvPr>
          <p:cNvSpPr>
            <a:spLocks noGrp="1" noRot="1" noChangeAspect="1" noChangeArrowheads="1" noTextEdit="1"/>
          </p:cNvSpPr>
          <p:nvPr>
            <p:ph type="sldImg"/>
          </p:nvPr>
        </p:nvSpPr>
        <p:spPr>
          <a:xfrm>
            <a:off x="1079500" y="865188"/>
            <a:ext cx="4648200" cy="3486150"/>
          </a:xfrm>
          <a:ln/>
        </p:spPr>
      </p:sp>
      <p:sp>
        <p:nvSpPr>
          <p:cNvPr id="54275" name="Rectangle 3">
            <a:extLst>
              <a:ext uri="{FF2B5EF4-FFF2-40B4-BE49-F238E27FC236}">
                <a16:creationId xmlns:a16="http://schemas.microsoft.com/office/drawing/2014/main" id="{315F8A96-66FE-4245-8570-A2D16D798331}"/>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Mutual exclusion</a:t>
            </a:r>
            <a:r>
              <a:rPr lang="en-US" altLang="en-US"/>
              <a:t> (often abbreviated to </a:t>
            </a:r>
            <a:r>
              <a:rPr lang="en-US" altLang="en-US" b="1"/>
              <a:t>mutex</a:t>
            </a:r>
            <a:r>
              <a:rPr lang="en-US" altLang="en-US"/>
              <a:t>) </a:t>
            </a:r>
            <a:r>
              <a:rPr lang="en-US" altLang="en-US">
                <a:hlinkClick r:id="rId3" action="ppaction://hlinkfile" tooltip="Algorithm"/>
              </a:rPr>
              <a:t>algorithms</a:t>
            </a:r>
            <a:r>
              <a:rPr lang="en-US" altLang="en-US"/>
              <a:t> are used in </a:t>
            </a:r>
            <a:r>
              <a:rPr lang="en-US" altLang="en-US">
                <a:hlinkClick r:id="rId4" action="ppaction://hlinkfile" tooltip="Concurrent programming"/>
              </a:rPr>
              <a:t>concurrent programming</a:t>
            </a:r>
            <a:r>
              <a:rPr lang="en-US" altLang="en-US"/>
              <a:t> to avoid the simultaneous use of a common resource, such as a </a:t>
            </a:r>
            <a:r>
              <a:rPr lang="en-US" altLang="en-US">
                <a:hlinkClick r:id="rId5" action="ppaction://hlinkfile" tooltip="Global variable"/>
              </a:rPr>
              <a:t>global variable</a:t>
            </a:r>
            <a:r>
              <a:rPr lang="en-US" altLang="en-US"/>
              <a:t>, by pieces of computer code called </a:t>
            </a:r>
            <a:r>
              <a:rPr lang="en-US" altLang="en-US">
                <a:hlinkClick r:id="rId6" action="ppaction://hlinkfile" tooltip="Critical section"/>
              </a:rPr>
              <a:t>critical sections</a:t>
            </a:r>
            <a:r>
              <a:rPr lang="en-US" altLang="en-US"/>
              <a:t>.</a:t>
            </a:r>
          </a:p>
          <a:p>
            <a:r>
              <a:rPr lang="en-US" altLang="en-US"/>
              <a:t>Examples of such resources are fine-grained </a:t>
            </a:r>
            <a:r>
              <a:rPr lang="en-US" altLang="en-US">
                <a:hlinkClick r:id="rId7" action="ppaction://hlinkfile" tooltip="Flag (computing)"/>
              </a:rPr>
              <a:t>flags</a:t>
            </a:r>
            <a:r>
              <a:rPr lang="en-US" altLang="en-US"/>
              <a:t>, counters or </a:t>
            </a:r>
            <a:r>
              <a:rPr lang="en-US" altLang="en-US">
                <a:hlinkClick r:id="rId8" action="ppaction://hlinkfile" tooltip="Queue (data structure)"/>
              </a:rPr>
              <a:t>queues</a:t>
            </a:r>
            <a:r>
              <a:rPr lang="en-US" altLang="en-US"/>
              <a:t>, used to communicate between code that runs concurrently, such as an application and its </a:t>
            </a:r>
            <a:r>
              <a:rPr lang="en-US" altLang="en-US">
                <a:hlinkClick r:id="rId9" action="ppaction://hlinkfile" tooltip="Interrupt handler"/>
              </a:rPr>
              <a:t>interrupt handlers</a:t>
            </a:r>
            <a:r>
              <a:rPr lang="en-US" altLang="en-US"/>
              <a:t>. The problem is acute because a </a:t>
            </a:r>
            <a:r>
              <a:rPr lang="en-US" altLang="en-US">
                <a:hlinkClick r:id="rId10" action="ppaction://hlinkfile" tooltip="Thread (computer science)"/>
              </a:rPr>
              <a:t>thread</a:t>
            </a:r>
            <a:r>
              <a:rPr lang="en-US" altLang="en-US"/>
              <a:t> can be stopped or started at any time.</a:t>
            </a:r>
          </a:p>
          <a:p>
            <a:endParaRPr lang="en-US" altLang="en-US"/>
          </a:p>
          <a:p>
            <a:r>
              <a:rPr lang="en-US" altLang="en-US"/>
              <a:t>To illustrate: suppose a section of code is altering a piece of data over several program steps, when another thread, perhaps triggered by some unpredictable event, starts executing. If this second thread reads from the same piece of data, the data, in the process of being overwritten, is in an inconsistent and unpredictable state. If the second thread tries overwriting that data, the ensuing state will probably be unrecoverable. These </a:t>
            </a:r>
            <a:r>
              <a:rPr lang="en-US" altLang="en-US">
                <a:hlinkClick r:id="rId6" action="ppaction://hlinkfile" tooltip="Critical section"/>
              </a:rPr>
              <a:t>critical sections</a:t>
            </a:r>
            <a:r>
              <a:rPr lang="en-US" altLang="en-US"/>
              <a:t> of code accessing shared data must therefore be protected, so that other processes which read from or write to the chunk of data are excluded from running.</a:t>
            </a:r>
          </a:p>
          <a:p>
            <a:r>
              <a:rPr lang="en-US" altLang="en-US"/>
              <a:t>A </a:t>
            </a:r>
            <a:r>
              <a:rPr lang="en-US" altLang="en-US" b="1"/>
              <a:t>mutex</a:t>
            </a:r>
            <a:r>
              <a:rPr lang="en-US" altLang="en-US"/>
              <a:t> is also a common name for a program object that negotiates mutual exclusion among threads, also called a </a:t>
            </a:r>
            <a:r>
              <a:rPr lang="en-US" altLang="en-US">
                <a:hlinkClick r:id="rId11" action="ppaction://hlinkfile" tooltip="Lock (computer science)"/>
              </a:rPr>
              <a:t>lock</a:t>
            </a:r>
            <a:r>
              <a:rPr lang="en-US" altLang="en-US"/>
              <a:t>.</a:t>
            </a:r>
          </a:p>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54DB014-92B9-4DBD-A373-F18F39B9CCB4}"/>
              </a:ext>
            </a:extLst>
          </p:cNvPr>
          <p:cNvSpPr>
            <a:spLocks noGrp="1" noRot="1" noChangeAspect="1" noChangeArrowheads="1" noTextEdit="1"/>
          </p:cNvSpPr>
          <p:nvPr>
            <p:ph type="sldImg"/>
          </p:nvPr>
        </p:nvSpPr>
        <p:spPr>
          <a:xfrm>
            <a:off x="1079500" y="865188"/>
            <a:ext cx="4648200" cy="3486150"/>
          </a:xfrm>
          <a:ln/>
        </p:spPr>
      </p:sp>
      <p:sp>
        <p:nvSpPr>
          <p:cNvPr id="56323" name="Rectangle 3">
            <a:extLst>
              <a:ext uri="{FF2B5EF4-FFF2-40B4-BE49-F238E27FC236}">
                <a16:creationId xmlns:a16="http://schemas.microsoft.com/office/drawing/2014/main" id="{671508CF-3C54-4C5E-ABFA-BF44023947EA}"/>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6299F5B-F5E8-48A2-B1CE-65040143D84B}"/>
              </a:ext>
            </a:extLst>
          </p:cNvPr>
          <p:cNvSpPr>
            <a:spLocks noGrp="1" noRot="1" noChangeAspect="1" noChangeArrowheads="1" noTextEdit="1"/>
          </p:cNvSpPr>
          <p:nvPr>
            <p:ph type="sldImg"/>
          </p:nvPr>
        </p:nvSpPr>
        <p:spPr>
          <a:xfrm>
            <a:off x="1079500" y="865188"/>
            <a:ext cx="4648200" cy="3486150"/>
          </a:xfrm>
          <a:ln/>
        </p:spPr>
      </p:sp>
      <p:sp>
        <p:nvSpPr>
          <p:cNvPr id="58371" name="Rectangle 3">
            <a:extLst>
              <a:ext uri="{FF2B5EF4-FFF2-40B4-BE49-F238E27FC236}">
                <a16:creationId xmlns:a16="http://schemas.microsoft.com/office/drawing/2014/main" id="{F1177F53-743B-4E1C-A3EF-96F1FFA81805}"/>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15E1FB8-13DC-4B91-A6F0-A15264B396A6}"/>
              </a:ext>
            </a:extLst>
          </p:cNvPr>
          <p:cNvSpPr>
            <a:spLocks noGrp="1" noRot="1" noChangeAspect="1" noChangeArrowheads="1" noTextEdit="1"/>
          </p:cNvSpPr>
          <p:nvPr>
            <p:ph type="sldImg"/>
          </p:nvPr>
        </p:nvSpPr>
        <p:spPr>
          <a:xfrm>
            <a:off x="1079500" y="865188"/>
            <a:ext cx="4648200" cy="3486150"/>
          </a:xfrm>
          <a:ln/>
        </p:spPr>
      </p:sp>
      <p:sp>
        <p:nvSpPr>
          <p:cNvPr id="60419" name="Rectangle 3">
            <a:extLst>
              <a:ext uri="{FF2B5EF4-FFF2-40B4-BE49-F238E27FC236}">
                <a16:creationId xmlns:a16="http://schemas.microsoft.com/office/drawing/2014/main" id="{24B14802-A120-4D69-AFAD-E3EC3D3AFF1C}"/>
              </a:ext>
            </a:extLst>
          </p:cNvPr>
          <p:cNvSpPr>
            <a:spLocks noGrp="1" noChangeArrowheads="1"/>
          </p:cNvSpPr>
          <p:nvPr>
            <p:ph type="body" idx="1"/>
          </p:nvPr>
        </p:nvSpPr>
        <p:spPr>
          <a:xfrm>
            <a:off x="715963" y="4510088"/>
            <a:ext cx="5449887" cy="46831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This is less elegant as the user of the shared object (</a:t>
            </a:r>
            <a:r>
              <a:rPr lang="en-US" altLang="en-US" dirty="0" err="1"/>
              <a:t>Turnstile.run</a:t>
            </a:r>
            <a:r>
              <a:rPr lang="en-US" altLang="en-US" dirty="0"/>
              <a:t>) has the responsibility for imposing the lock, rather than embedding it in the shared object itself (Counter) . Since not all users of the object may act responsibly, it may also be less secure against interference. Better to embed the lock in the object itself, rather than trusting all users will lock it properly.</a:t>
            </a:r>
          </a:p>
          <a:p>
            <a:endParaRPr lang="en-US" altLang="en-US" dirty="0"/>
          </a:p>
          <a:p>
            <a:r>
              <a:rPr lang="en-US" altLang="en-US" dirty="0"/>
              <a:t>Once a thread has acquired the lock on an object by executing a synchronized method, that method may itself call another synchronized method from the same object (directly or indirectly) without having to wait to acquire the lock again. The lock counts how many times it has been acquired by the same thread and does not allow another thread to access the object until there has been an equivalent number of releases. This locking strategy is sometimes termed </a:t>
            </a:r>
            <a:r>
              <a:rPr lang="en-US" altLang="en-US" i="1" dirty="0"/>
              <a:t>recursive</a:t>
            </a:r>
            <a:r>
              <a:rPr lang="en-US" altLang="en-US" dirty="0"/>
              <a:t> locking since it permits recursive synchronized methods. </a:t>
            </a:r>
          </a:p>
          <a:p>
            <a:r>
              <a:rPr lang="en-US" altLang="en-US" dirty="0"/>
              <a:t>For example: </a:t>
            </a:r>
          </a:p>
          <a:p>
            <a:r>
              <a:rPr lang="en-US" altLang="en-US" b="1" dirty="0"/>
              <a:t>public synchronized</a:t>
            </a:r>
            <a:r>
              <a:rPr lang="en-US" altLang="en-US" dirty="0"/>
              <a:t> void increment(int n) { </a:t>
            </a:r>
          </a:p>
          <a:p>
            <a:r>
              <a:rPr lang="en-US" altLang="en-US" b="1" dirty="0"/>
              <a:t>	if</a:t>
            </a:r>
            <a:r>
              <a:rPr lang="en-US" altLang="en-US" dirty="0"/>
              <a:t> (n&gt;0) { </a:t>
            </a:r>
          </a:p>
          <a:p>
            <a:r>
              <a:rPr lang="en-US" altLang="en-US" dirty="0"/>
              <a:t>	++value;</a:t>
            </a:r>
          </a:p>
          <a:p>
            <a:r>
              <a:rPr lang="en-US" altLang="en-US" dirty="0"/>
              <a:t>	 increment(n-1); </a:t>
            </a:r>
          </a:p>
          <a:p>
            <a:r>
              <a:rPr lang="en-US" altLang="en-US" dirty="0"/>
              <a:t>} </a:t>
            </a:r>
          </a:p>
          <a:p>
            <a:r>
              <a:rPr lang="en-US" altLang="en-US" b="1" dirty="0"/>
              <a:t>else return</a:t>
            </a:r>
            <a:r>
              <a:rPr lang="en-US" altLang="en-US" dirty="0"/>
              <a:t>; </a:t>
            </a:r>
          </a:p>
          <a:p>
            <a:r>
              <a:rPr lang="en-US" altLang="en-US" dirty="0"/>
              <a:t>}</a:t>
            </a:r>
          </a:p>
          <a:p>
            <a:endParaRPr lang="en-US" altLang="en-US" dirty="0"/>
          </a:p>
          <a:p>
            <a:r>
              <a:rPr lang="en-US" altLang="en-US" dirty="0"/>
              <a:t>This is a rather unlikely recursive version of a method which increments value by n. If locking in Java was not recursive, it would cause a calling thread to be blocked forever, waiting to acquire a lock which it already holds!</a:t>
            </a:r>
          </a:p>
          <a:p>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E2CF466-14F3-4A2D-8A6E-AEFE7338CDF0}"/>
              </a:ext>
            </a:extLst>
          </p:cNvPr>
          <p:cNvSpPr>
            <a:spLocks noGrp="1" noRot="1" noChangeAspect="1" noChangeArrowheads="1" noTextEdit="1"/>
          </p:cNvSpPr>
          <p:nvPr>
            <p:ph type="sldImg"/>
          </p:nvPr>
        </p:nvSpPr>
        <p:spPr>
          <a:xfrm>
            <a:off x="381000" y="850900"/>
            <a:ext cx="6096000" cy="3429000"/>
          </a:xfrm>
          <a:ln/>
        </p:spPr>
      </p:sp>
      <p:sp>
        <p:nvSpPr>
          <p:cNvPr id="62467" name="Rectangle 3">
            <a:extLst>
              <a:ext uri="{FF2B5EF4-FFF2-40B4-BE49-F238E27FC236}">
                <a16:creationId xmlns:a16="http://schemas.microsoft.com/office/drawing/2014/main" id="{6869874C-873A-4452-A292-75232C4D6384}"/>
              </a:ext>
            </a:extLst>
          </p:cNvPr>
          <p:cNvSpPr>
            <a:spLocks noGrp="1" noChangeArrowheads="1"/>
          </p:cNvSpPr>
          <p:nvPr>
            <p:ph type="body" idx="1"/>
          </p:nvPr>
        </p:nvSpPr>
        <p:spPr>
          <a:xfrm>
            <a:off x="720725" y="4437063"/>
            <a:ext cx="5491163"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BB8BCEE-BB1D-431E-9E23-77FAF9A2EB83}"/>
              </a:ext>
            </a:extLst>
          </p:cNvPr>
          <p:cNvSpPr>
            <a:spLocks noGrp="1" noRot="1" noChangeAspect="1" noChangeArrowheads="1" noTextEdit="1"/>
          </p:cNvSpPr>
          <p:nvPr>
            <p:ph type="sldImg"/>
          </p:nvPr>
        </p:nvSpPr>
        <p:spPr>
          <a:xfrm>
            <a:off x="169863" y="733425"/>
            <a:ext cx="6518275" cy="3667125"/>
          </a:xfrm>
          <a:ln/>
        </p:spPr>
      </p:sp>
      <p:sp>
        <p:nvSpPr>
          <p:cNvPr id="65539" name="Rectangle 3">
            <a:extLst>
              <a:ext uri="{FF2B5EF4-FFF2-40B4-BE49-F238E27FC236}">
                <a16:creationId xmlns:a16="http://schemas.microsoft.com/office/drawing/2014/main" id="{67D0345B-C1A4-4BDA-808D-D77857D0CAAC}"/>
              </a:ext>
            </a:extLst>
          </p:cNvPr>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1866CF6-CBD3-4317-9CEB-D97D4CA05887}"/>
              </a:ext>
            </a:extLst>
          </p:cNvPr>
          <p:cNvSpPr>
            <a:spLocks noGrp="1" noRot="1" noChangeAspect="1" noChangeArrowheads="1" noTextEdit="1"/>
          </p:cNvSpPr>
          <p:nvPr>
            <p:ph type="sldImg"/>
          </p:nvPr>
        </p:nvSpPr>
        <p:spPr>
          <a:xfrm>
            <a:off x="169863" y="733425"/>
            <a:ext cx="6518275" cy="3667125"/>
          </a:xfrm>
          <a:ln/>
        </p:spPr>
      </p:sp>
      <p:sp>
        <p:nvSpPr>
          <p:cNvPr id="67587" name="Rectangle 3">
            <a:extLst>
              <a:ext uri="{FF2B5EF4-FFF2-40B4-BE49-F238E27FC236}">
                <a16:creationId xmlns:a16="http://schemas.microsoft.com/office/drawing/2014/main" id="{B40BD3A0-E781-4ECA-8FE1-E0186A091442}"/>
              </a:ext>
            </a:extLst>
          </p:cNvPr>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hyperlink" Target="https://app.sli.do/event/b5adwesc" TargetMode="Externa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48869EA8-AAFE-4B1B-8301-294FA359E97A}"/>
              </a:ext>
            </a:extLst>
          </p:cNvPr>
          <p:cNvSpPr>
            <a:spLocks noGrp="1" noChangeArrowheads="1"/>
          </p:cNvSpPr>
          <p:nvPr>
            <p:ph type="ctrTitle"/>
          </p:nvPr>
        </p:nvSpPr>
        <p:spPr>
          <a:xfrm>
            <a:off x="4572000" y="3779838"/>
            <a:ext cx="5695950" cy="781050"/>
          </a:xfrm>
          <a:noFill/>
        </p:spPr>
        <p:txBody>
          <a:bodyPr/>
          <a:lstStyle/>
          <a:p>
            <a:pPr algn="r" eaLnBrk="1" hangingPunct="1"/>
            <a:r>
              <a:rPr lang="en-GB" altLang="en-US" dirty="0"/>
              <a:t>Shared Objects and Mutual Exclusion</a:t>
            </a:r>
            <a:endParaRPr lang="en-US" altLang="en-US" dirty="0"/>
          </a:p>
        </p:txBody>
      </p:sp>
      <p:sp>
        <p:nvSpPr>
          <p:cNvPr id="4" name="Text Box 6">
            <a:extLst>
              <a:ext uri="{FF2B5EF4-FFF2-40B4-BE49-F238E27FC236}">
                <a16:creationId xmlns:a16="http://schemas.microsoft.com/office/drawing/2014/main" id="{D68FCF2F-A9E6-42D8-A634-61101F28B31B}"/>
              </a:ext>
            </a:extLst>
          </p:cNvPr>
          <p:cNvSpPr txBox="1">
            <a:spLocks noChangeArrowheads="1"/>
          </p:cNvSpPr>
          <p:nvPr/>
        </p:nvSpPr>
        <p:spPr bwMode="auto">
          <a:xfrm>
            <a:off x="3913188" y="2241551"/>
            <a:ext cx="6754812" cy="892175"/>
          </a:xfrm>
          <a:prstGeom prst="rect">
            <a:avLst/>
          </a:prstGeom>
          <a:noFill/>
          <a:ln>
            <a:noFill/>
          </a:ln>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solidFill>
                  <a:schemeClr val="bg1"/>
                </a:solidFill>
              </a:rPr>
              <a:t>Concurrent Programming</a:t>
            </a:r>
            <a:br>
              <a:rPr lang="en-US" sz="3800" kern="0" dirty="0">
                <a:solidFill>
                  <a:schemeClr val="bg1"/>
                </a:solidFill>
              </a:rPr>
            </a:br>
            <a:r>
              <a:rPr lang="en-US" sz="1400" kern="0" dirty="0">
                <a:solidFill>
                  <a:schemeClr val="bg1"/>
                </a:solidFill>
              </a:rPr>
              <a:t>CT074-3-2 Version 0120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B71F-018C-41F5-89D5-AF8A7F2F2666}"/>
              </a:ext>
            </a:extLst>
          </p:cNvPr>
          <p:cNvSpPr>
            <a:spLocks noGrp="1"/>
          </p:cNvSpPr>
          <p:nvPr>
            <p:ph type="title"/>
          </p:nvPr>
        </p:nvSpPr>
        <p:spPr/>
        <p:txBody>
          <a:bodyPr/>
          <a:lstStyle/>
          <a:p>
            <a:r>
              <a:rPr lang="en-US" dirty="0"/>
              <a:t>volatile</a:t>
            </a:r>
          </a:p>
        </p:txBody>
      </p:sp>
      <p:sp>
        <p:nvSpPr>
          <p:cNvPr id="3" name="Content Placeholder 2">
            <a:extLst>
              <a:ext uri="{FF2B5EF4-FFF2-40B4-BE49-F238E27FC236}">
                <a16:creationId xmlns:a16="http://schemas.microsoft.com/office/drawing/2014/main" id="{88ACCDC1-30CF-4120-9480-FEAF70041360}"/>
              </a:ext>
            </a:extLst>
          </p:cNvPr>
          <p:cNvSpPr>
            <a:spLocks noGrp="1"/>
          </p:cNvSpPr>
          <p:nvPr>
            <p:ph idx="1"/>
          </p:nvPr>
        </p:nvSpPr>
        <p:spPr/>
        <p:txBody>
          <a:bodyPr/>
          <a:lstStyle/>
          <a:p>
            <a:endParaRPr lang="en-US"/>
          </a:p>
        </p:txBody>
      </p:sp>
      <p:pic>
        <p:nvPicPr>
          <p:cNvPr id="2050" name="Picture 2" descr="Java Volatile Keyword">
            <a:extLst>
              <a:ext uri="{FF2B5EF4-FFF2-40B4-BE49-F238E27FC236}">
                <a16:creationId xmlns:a16="http://schemas.microsoft.com/office/drawing/2014/main" id="{BA85656F-A771-4640-BB8F-0AE7CB258D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5400"/>
            <a:ext cx="6002594" cy="5057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90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4BE1E00-3E05-4210-A7DC-DCB216C49C9A}"/>
              </a:ext>
            </a:extLst>
          </p:cNvPr>
          <p:cNvSpPr>
            <a:spLocks noGrp="1" noChangeArrowheads="1"/>
          </p:cNvSpPr>
          <p:nvPr>
            <p:ph type="title"/>
          </p:nvPr>
        </p:nvSpPr>
        <p:spPr>
          <a:xfrm>
            <a:off x="2009775" y="274638"/>
            <a:ext cx="7042150" cy="1143000"/>
          </a:xfrm>
        </p:spPr>
        <p:txBody>
          <a:bodyPr wrap="square" anchor="ctr">
            <a:normAutofit/>
          </a:bodyPr>
          <a:lstStyle/>
          <a:p>
            <a:r>
              <a:rPr lang="en-US" altLang="en-US"/>
              <a:t>Exercise</a:t>
            </a:r>
          </a:p>
        </p:txBody>
      </p:sp>
      <p:graphicFrame>
        <p:nvGraphicFramePr>
          <p:cNvPr id="59397" name="Content Placeholder 2">
            <a:extLst>
              <a:ext uri="{FF2B5EF4-FFF2-40B4-BE49-F238E27FC236}">
                <a16:creationId xmlns:a16="http://schemas.microsoft.com/office/drawing/2014/main" id="{2AB6B93D-A663-4CFC-8514-4AFCDD4CFB20}"/>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4BE1E00-3E05-4210-A7DC-DCB216C49C9A}"/>
              </a:ext>
            </a:extLst>
          </p:cNvPr>
          <p:cNvSpPr>
            <a:spLocks noGrp="1" noChangeArrowheads="1"/>
          </p:cNvSpPr>
          <p:nvPr>
            <p:ph type="title"/>
          </p:nvPr>
        </p:nvSpPr>
        <p:spPr>
          <a:xfrm>
            <a:off x="2009775" y="274638"/>
            <a:ext cx="7042150" cy="1143000"/>
          </a:xfrm>
        </p:spPr>
        <p:txBody>
          <a:bodyPr wrap="square" anchor="ctr">
            <a:normAutofit/>
          </a:bodyPr>
          <a:lstStyle/>
          <a:p>
            <a:r>
              <a:rPr lang="en-US" b="1" dirty="0"/>
              <a:t>join</a:t>
            </a:r>
            <a:r>
              <a:rPr lang="en-US" dirty="0"/>
              <a:t>() method</a:t>
            </a:r>
            <a:endParaRPr lang="en-US" altLang="en-US" dirty="0"/>
          </a:p>
        </p:txBody>
      </p:sp>
      <p:graphicFrame>
        <p:nvGraphicFramePr>
          <p:cNvPr id="59397" name="Content Placeholder 2">
            <a:extLst>
              <a:ext uri="{FF2B5EF4-FFF2-40B4-BE49-F238E27FC236}">
                <a16:creationId xmlns:a16="http://schemas.microsoft.com/office/drawing/2014/main" id="{2AB6B93D-A663-4CFC-8514-4AFCDD4CFB20}"/>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0978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6102D0DA-1EC2-48F8-AA77-81483F126A1A}"/>
              </a:ext>
            </a:extLst>
          </p:cNvPr>
          <p:cNvSpPr>
            <a:spLocks noGrp="1" noChangeArrowheads="1"/>
          </p:cNvSpPr>
          <p:nvPr>
            <p:ph idx="1"/>
          </p:nvPr>
        </p:nvSpPr>
        <p:spPr>
          <a:xfrm>
            <a:off x="2033588" y="1697038"/>
            <a:ext cx="8229600" cy="4525962"/>
          </a:xfrm>
        </p:spPr>
        <p:txBody>
          <a:bodyPr/>
          <a:lstStyle/>
          <a:p>
            <a:pPr eaLnBrk="1" hangingPunct="1"/>
            <a:r>
              <a:rPr lang="en-US" altLang="en-US"/>
              <a:t>Interference</a:t>
            </a:r>
          </a:p>
          <a:p>
            <a:pPr eaLnBrk="1" hangingPunct="1"/>
            <a:r>
              <a:rPr lang="en-US" altLang="en-US"/>
              <a:t>Interleaving</a:t>
            </a:r>
          </a:p>
          <a:p>
            <a:pPr eaLnBrk="1" hangingPunct="1"/>
            <a:endParaRPr lang="en-US" altLang="en-US"/>
          </a:p>
        </p:txBody>
      </p:sp>
      <p:sp>
        <p:nvSpPr>
          <p:cNvPr id="6" name="Text Box 2">
            <a:extLst>
              <a:ext uri="{FF2B5EF4-FFF2-40B4-BE49-F238E27FC236}">
                <a16:creationId xmlns:a16="http://schemas.microsoft.com/office/drawing/2014/main" id="{BB4E5BFF-2CBC-40F1-BC2E-025D17C15E25}"/>
              </a:ext>
            </a:extLst>
          </p:cNvPr>
          <p:cNvSpPr txBox="1">
            <a:spLocks noGrp="1" noChangeArrowheads="1"/>
          </p:cNvSpPr>
          <p:nvPr>
            <p:ph type="title"/>
          </p:nvPr>
        </p:nvSpPr>
        <p:spPr>
          <a:xfrm>
            <a:off x="2111375" y="346095"/>
            <a:ext cx="5846472"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Topic &amp; Structure of The Lesson</a:t>
            </a:r>
            <a:endParaRPr lang="en-US" altLang="zh-TW" u="sng" dirty="0">
              <a:solidFill>
                <a:schemeClr val="accent6">
                  <a:lumMod val="75000"/>
                </a:schemeClr>
              </a:solidFill>
              <a:latin typeface="Century Gothic" panose="020B0502020202020204" pitchFamily="34" charset="0"/>
              <a:ea typeface="新細明體" pitchFamily="18"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1B3D4960-03B5-4781-A6F5-B69E2D76C6F5}"/>
              </a:ext>
            </a:extLst>
          </p:cNvPr>
          <p:cNvSpPr>
            <a:spLocks noGrp="1" noChangeArrowheads="1"/>
          </p:cNvSpPr>
          <p:nvPr>
            <p:ph idx="1"/>
          </p:nvPr>
        </p:nvSpPr>
        <p:spPr/>
        <p:txBody>
          <a:bodyPr/>
          <a:lstStyle/>
          <a:p>
            <a:pPr eaLnBrk="1" hangingPunct="1"/>
            <a:r>
              <a:rPr lang="en-US" altLang="zh-TW" b="1">
                <a:latin typeface="Century Gothic" panose="020B0502020202020204" pitchFamily="34" charset="0"/>
                <a:ea typeface="PMingLiU" panose="02020500000000000000" pitchFamily="18" charset="-120"/>
              </a:rPr>
              <a:t>At the end of this topic, You should be able to</a:t>
            </a:r>
          </a:p>
          <a:p>
            <a:pPr eaLnBrk="1" hangingPunct="1"/>
            <a:r>
              <a:rPr lang="en-US" altLang="en-US" b="1">
                <a:latin typeface="Century Gothic" panose="020B0502020202020204" pitchFamily="34" charset="0"/>
                <a:ea typeface="PMingLiU" panose="02020500000000000000" pitchFamily="18" charset="-120"/>
              </a:rPr>
              <a:t>Describe shared objects and mutual exclusion</a:t>
            </a:r>
          </a:p>
          <a:p>
            <a:pPr eaLnBrk="1" hangingPunct="1"/>
            <a:r>
              <a:rPr lang="en-US" altLang="en-US" b="1">
                <a:latin typeface="Century Gothic" panose="020B0502020202020204" pitchFamily="34" charset="0"/>
                <a:ea typeface="PMingLiU" panose="02020500000000000000" pitchFamily="18" charset="-120"/>
              </a:rPr>
              <a:t>Explain how interference and interleaving impacts concurrent threads.</a:t>
            </a:r>
          </a:p>
          <a:p>
            <a:pPr eaLnBrk="1" hangingPunct="1"/>
            <a:r>
              <a:rPr lang="en-GB" altLang="en-US" b="1"/>
              <a:t>Discuss issues involved in interleaving</a:t>
            </a:r>
          </a:p>
          <a:p>
            <a:pPr eaLnBrk="1" hangingPunct="1"/>
            <a:endParaRPr lang="en-US" altLang="en-US"/>
          </a:p>
        </p:txBody>
      </p:sp>
      <p:sp>
        <p:nvSpPr>
          <p:cNvPr id="5" name="Text Box 2">
            <a:extLst>
              <a:ext uri="{FF2B5EF4-FFF2-40B4-BE49-F238E27FC236}">
                <a16:creationId xmlns:a16="http://schemas.microsoft.com/office/drawing/2014/main" id="{D7CBFB86-0399-4B1C-AC4F-67187B4EB398}"/>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2C95-5561-4E45-9F67-571DCA8FB58E}"/>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3555" name="Content Placeholder 2">
            <a:extLst>
              <a:ext uri="{FF2B5EF4-FFF2-40B4-BE49-F238E27FC236}">
                <a16:creationId xmlns:a16="http://schemas.microsoft.com/office/drawing/2014/main" id="{12A0E7E4-9598-49F2-9C35-993D7A0168F2}"/>
              </a:ext>
            </a:extLst>
          </p:cNvPr>
          <p:cNvSpPr>
            <a:spLocks noGrp="1" noChangeArrowheads="1"/>
          </p:cNvSpPr>
          <p:nvPr>
            <p:ph idx="1"/>
          </p:nvPr>
        </p:nvSpPr>
        <p:spPr/>
        <p:txBody>
          <a:bodyPr/>
          <a:lstStyle/>
          <a:p>
            <a:pPr eaLnBrk="1" hangingPunct="1"/>
            <a:r>
              <a:rPr lang="en-US" altLang="en-US" sz="2000" b="1" dirty="0">
                <a:latin typeface="Century Gothic" panose="020B0502020202020204" pitchFamily="34" charset="0"/>
              </a:rPr>
              <a:t>If you have mastered this topic, </a:t>
            </a:r>
            <a:r>
              <a:rPr lang="en-US" altLang="en-US" sz="2000" b="1" dirty="0">
                <a:solidFill>
                  <a:srgbClr val="990000"/>
                </a:solidFill>
                <a:latin typeface="Century Gothic" panose="020B0502020202020204" pitchFamily="34" charset="0"/>
              </a:rPr>
              <a:t>you should be able to use the following terms correctly in your assignments and exams</a:t>
            </a:r>
            <a:r>
              <a:rPr lang="en-US" altLang="en-US" sz="2000" b="1" dirty="0">
                <a:latin typeface="Century Gothic" panose="020B0502020202020204" pitchFamily="34" charset="0"/>
              </a:rPr>
              <a:t>:</a:t>
            </a:r>
          </a:p>
          <a:p>
            <a:pPr eaLnBrk="1" hangingPunct="1"/>
            <a:r>
              <a:rPr lang="en-US" altLang="en-US" dirty="0"/>
              <a:t>Interference</a:t>
            </a:r>
          </a:p>
          <a:p>
            <a:pPr eaLnBrk="1" hangingPunct="1"/>
            <a:r>
              <a:rPr lang="en-US" altLang="en-US" dirty="0"/>
              <a:t>Interleaving</a:t>
            </a:r>
          </a:p>
          <a:p>
            <a:pPr eaLnBrk="1" hangingPunct="1"/>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2D0205A2-BCE2-45B2-9406-D5F41CFFFAAE}"/>
              </a:ext>
            </a:extLst>
          </p:cNvPr>
          <p:cNvSpPr>
            <a:spLocks noGrp="1" noChangeArrowheads="1"/>
          </p:cNvSpPr>
          <p:nvPr>
            <p:ph type="title"/>
          </p:nvPr>
        </p:nvSpPr>
        <p:spPr>
          <a:xfrm>
            <a:off x="2047875" y="0"/>
            <a:ext cx="7042150" cy="1143000"/>
          </a:xfrm>
        </p:spPr>
        <p:txBody>
          <a:bodyPr/>
          <a:lstStyle/>
          <a:p>
            <a:pPr eaLnBrk="1" hangingPunct="1"/>
            <a:r>
              <a:rPr lang="en-GB" altLang="en-US" b="1"/>
              <a:t>Shared Objects &amp; Mutual Exclusion</a:t>
            </a:r>
          </a:p>
        </p:txBody>
      </p:sp>
      <p:sp>
        <p:nvSpPr>
          <p:cNvPr id="24579" name="Rectangle 8">
            <a:extLst>
              <a:ext uri="{FF2B5EF4-FFF2-40B4-BE49-F238E27FC236}">
                <a16:creationId xmlns:a16="http://schemas.microsoft.com/office/drawing/2014/main" id="{A77C2343-19FD-4056-B50B-7ACB1DDDFE32}"/>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308229" name="Rectangle 5">
            <a:extLst>
              <a:ext uri="{FF2B5EF4-FFF2-40B4-BE49-F238E27FC236}">
                <a16:creationId xmlns:a16="http://schemas.microsoft.com/office/drawing/2014/main" id="{3BE03564-F0E3-47B6-A4D7-8E15962327EF}"/>
              </a:ext>
            </a:extLst>
          </p:cNvPr>
          <p:cNvSpPr>
            <a:spLocks noChangeArrowheads="1"/>
          </p:cNvSpPr>
          <p:nvPr/>
        </p:nvSpPr>
        <p:spPr bwMode="auto">
          <a:xfrm>
            <a:off x="1966914" y="1028700"/>
            <a:ext cx="870108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400" b="1">
                <a:latin typeface="Comic Sans MS" panose="030F0702030302020204" pitchFamily="66" charset="0"/>
              </a:rPr>
              <a:t>Concepts</a:t>
            </a:r>
          </a:p>
          <a:p>
            <a:pPr lvl="1">
              <a:lnSpc>
                <a:spcPct val="130000"/>
              </a:lnSpc>
            </a:pPr>
            <a:r>
              <a:rPr lang="en-GB" altLang="en-US" sz="2400" b="1">
                <a:latin typeface="Comic Sans MS" panose="030F0702030302020204" pitchFamily="66" charset="0"/>
              </a:rPr>
              <a:t>process </a:t>
            </a:r>
            <a:r>
              <a:rPr lang="en-GB" altLang="en-US" sz="2400" b="1">
                <a:solidFill>
                  <a:schemeClr val="accent2"/>
                </a:solidFill>
                <a:latin typeface="Comic Sans MS" panose="030F0702030302020204" pitchFamily="66" charset="0"/>
              </a:rPr>
              <a:t>interference</a:t>
            </a:r>
            <a:endParaRPr lang="en-GB" altLang="en-US" sz="2400" b="1">
              <a:latin typeface="Comic Sans MS" panose="030F0702030302020204" pitchFamily="66" charset="0"/>
            </a:endParaRPr>
          </a:p>
          <a:p>
            <a:pPr lvl="1">
              <a:lnSpc>
                <a:spcPct val="130000"/>
              </a:lnSpc>
            </a:pPr>
            <a:r>
              <a:rPr lang="en-GB" altLang="en-US" sz="2400" b="1">
                <a:solidFill>
                  <a:schemeClr val="accent2"/>
                </a:solidFill>
                <a:latin typeface="Comic Sans MS" panose="030F0702030302020204" pitchFamily="66" charset="0"/>
              </a:rPr>
              <a:t>mutual exclusion</a:t>
            </a:r>
            <a:r>
              <a:rPr lang="en-GB" altLang="en-US" sz="2400" b="1">
                <a:latin typeface="Comic Sans MS" panose="030F0702030302020204" pitchFamily="66" charset="0"/>
              </a:rPr>
              <a:t> </a:t>
            </a:r>
          </a:p>
          <a:p>
            <a:pPr>
              <a:lnSpc>
                <a:spcPct val="130000"/>
              </a:lnSpc>
            </a:pPr>
            <a:r>
              <a:rPr lang="en-GB" altLang="en-US" sz="2400" b="1">
                <a:latin typeface="Comic Sans MS" panose="030F0702030302020204" pitchFamily="66" charset="0"/>
              </a:rPr>
              <a:t>Practice</a:t>
            </a:r>
          </a:p>
          <a:p>
            <a:pPr lvl="1">
              <a:lnSpc>
                <a:spcPct val="110000"/>
              </a:lnSpc>
            </a:pPr>
            <a:r>
              <a:rPr lang="en-GB" altLang="en-US" sz="2400" b="1">
                <a:latin typeface="Comic Sans MS" panose="030F0702030302020204" pitchFamily="66" charset="0"/>
              </a:rPr>
              <a:t>thread interference</a:t>
            </a:r>
            <a:r>
              <a:rPr lang="en-GB" altLang="en-US" sz="2400">
                <a:latin typeface="Comic Sans MS" panose="030F0702030302020204" pitchFamily="66" charset="0"/>
              </a:rPr>
              <a:t> </a:t>
            </a:r>
            <a:r>
              <a:rPr lang="en-GB" altLang="en-US" sz="2400" b="1">
                <a:latin typeface="Comic Sans MS" panose="030F0702030302020204" pitchFamily="66" charset="0"/>
              </a:rPr>
              <a:t>in shared Java objects</a:t>
            </a:r>
            <a:endParaRPr lang="en-GB" altLang="en-US" sz="2400">
              <a:latin typeface="Comic Sans MS" panose="030F0702030302020204" pitchFamily="66" charset="0"/>
            </a:endParaRPr>
          </a:p>
          <a:p>
            <a:pPr lvl="1">
              <a:lnSpc>
                <a:spcPct val="150000"/>
              </a:lnSpc>
            </a:pPr>
            <a:r>
              <a:rPr lang="en-GB" altLang="en-US" sz="2400" b="1">
                <a:latin typeface="Comic Sans MS" panose="030F0702030302020204" pitchFamily="66" charset="0"/>
              </a:rPr>
              <a:t>mutual exclusion in Java (</a:t>
            </a:r>
            <a:r>
              <a:rPr lang="en-GB" altLang="en-US" sz="2400" b="1">
                <a:solidFill>
                  <a:schemeClr val="accent2"/>
                </a:solidFill>
                <a:latin typeface="Comic Sans MS" panose="030F0702030302020204" pitchFamily="66" charset="0"/>
              </a:rPr>
              <a:t>synchronized</a:t>
            </a:r>
            <a:r>
              <a:rPr lang="en-GB" altLang="en-US" sz="2400" b="1">
                <a:latin typeface="Comic Sans MS" panose="030F0702030302020204" pitchFamily="66" charset="0"/>
              </a:rPr>
              <a:t>  objects/methods).</a:t>
            </a:r>
            <a:endParaRPr lang="en-GB" altLang="en-US" sz="240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08229">
                                            <p:txEl>
                                              <p:pRg st="0" end="0"/>
                                            </p:txEl>
                                          </p:spTgt>
                                        </p:tgtEl>
                                        <p:attrNameLst>
                                          <p:attrName>style.visibility</p:attrName>
                                        </p:attrNameLst>
                                      </p:cBhvr>
                                      <p:to>
                                        <p:strVal val="visible"/>
                                      </p:to>
                                    </p:set>
                                    <p:animEffect transition="in" filter="diamond(in)">
                                      <p:cBhvr>
                                        <p:cTn id="7" dur="2000"/>
                                        <p:tgtEl>
                                          <p:spTgt spid="308229">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08229">
                                            <p:txEl>
                                              <p:pRg st="1" end="1"/>
                                            </p:txEl>
                                          </p:spTgt>
                                        </p:tgtEl>
                                        <p:attrNameLst>
                                          <p:attrName>style.visibility</p:attrName>
                                        </p:attrNameLst>
                                      </p:cBhvr>
                                      <p:to>
                                        <p:strVal val="visible"/>
                                      </p:to>
                                    </p:set>
                                    <p:animEffect transition="in" filter="diamond(in)">
                                      <p:cBhvr>
                                        <p:cTn id="10" dur="2000"/>
                                        <p:tgtEl>
                                          <p:spTgt spid="308229">
                                            <p:txEl>
                                              <p:pRg st="1" end="1"/>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308229">
                                            <p:txEl>
                                              <p:pRg st="2" end="2"/>
                                            </p:txEl>
                                          </p:spTgt>
                                        </p:tgtEl>
                                        <p:attrNameLst>
                                          <p:attrName>style.visibility</p:attrName>
                                        </p:attrNameLst>
                                      </p:cBhvr>
                                      <p:to>
                                        <p:strVal val="visible"/>
                                      </p:to>
                                    </p:set>
                                    <p:animEffect transition="in" filter="diamond(in)">
                                      <p:cBhvr>
                                        <p:cTn id="13" dur="2000"/>
                                        <p:tgtEl>
                                          <p:spTgt spid="30822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nodeType="clickEffect">
                                  <p:stCondLst>
                                    <p:cond delay="0"/>
                                  </p:stCondLst>
                                  <p:childTnLst>
                                    <p:set>
                                      <p:cBhvr>
                                        <p:cTn id="17" dur="1" fill="hold">
                                          <p:stCondLst>
                                            <p:cond delay="0"/>
                                          </p:stCondLst>
                                        </p:cTn>
                                        <p:tgtEl>
                                          <p:spTgt spid="308229">
                                            <p:txEl>
                                              <p:pRg st="3" end="3"/>
                                            </p:txEl>
                                          </p:spTgt>
                                        </p:tgtEl>
                                        <p:attrNameLst>
                                          <p:attrName>style.visibility</p:attrName>
                                        </p:attrNameLst>
                                      </p:cBhvr>
                                      <p:to>
                                        <p:strVal val="visible"/>
                                      </p:to>
                                    </p:set>
                                    <p:animEffect transition="in" filter="diamond(in)">
                                      <p:cBhvr>
                                        <p:cTn id="18" dur="2000"/>
                                        <p:tgtEl>
                                          <p:spTgt spid="308229">
                                            <p:txEl>
                                              <p:pRg st="3" end="3"/>
                                            </p:txEl>
                                          </p:spTgt>
                                        </p:tgtEl>
                                      </p:cBhvr>
                                    </p:animEffect>
                                  </p:childTnLst>
                                </p:cTn>
                              </p:par>
                              <p:par>
                                <p:cTn id="19" presetID="8" presetClass="entr" presetSubtype="16" fill="hold" nodeType="withEffect">
                                  <p:stCondLst>
                                    <p:cond delay="0"/>
                                  </p:stCondLst>
                                  <p:childTnLst>
                                    <p:set>
                                      <p:cBhvr>
                                        <p:cTn id="20" dur="1" fill="hold">
                                          <p:stCondLst>
                                            <p:cond delay="0"/>
                                          </p:stCondLst>
                                        </p:cTn>
                                        <p:tgtEl>
                                          <p:spTgt spid="308229">
                                            <p:txEl>
                                              <p:pRg st="4" end="4"/>
                                            </p:txEl>
                                          </p:spTgt>
                                        </p:tgtEl>
                                        <p:attrNameLst>
                                          <p:attrName>style.visibility</p:attrName>
                                        </p:attrNameLst>
                                      </p:cBhvr>
                                      <p:to>
                                        <p:strVal val="visible"/>
                                      </p:to>
                                    </p:set>
                                    <p:animEffect transition="in" filter="diamond(in)">
                                      <p:cBhvr>
                                        <p:cTn id="21" dur="2000"/>
                                        <p:tgtEl>
                                          <p:spTgt spid="308229">
                                            <p:txEl>
                                              <p:pRg st="4" end="4"/>
                                            </p:txEl>
                                          </p:spTgt>
                                        </p:tgtEl>
                                      </p:cBhvr>
                                    </p:animEffect>
                                  </p:childTnLst>
                                </p:cTn>
                              </p:par>
                              <p:par>
                                <p:cTn id="22" presetID="8" presetClass="entr" presetSubtype="16" fill="hold" nodeType="withEffect">
                                  <p:stCondLst>
                                    <p:cond delay="0"/>
                                  </p:stCondLst>
                                  <p:childTnLst>
                                    <p:set>
                                      <p:cBhvr>
                                        <p:cTn id="23" dur="1" fill="hold">
                                          <p:stCondLst>
                                            <p:cond delay="0"/>
                                          </p:stCondLst>
                                        </p:cTn>
                                        <p:tgtEl>
                                          <p:spTgt spid="308229">
                                            <p:txEl>
                                              <p:pRg st="5" end="5"/>
                                            </p:txEl>
                                          </p:spTgt>
                                        </p:tgtEl>
                                        <p:attrNameLst>
                                          <p:attrName>style.visibility</p:attrName>
                                        </p:attrNameLst>
                                      </p:cBhvr>
                                      <p:to>
                                        <p:strVal val="visible"/>
                                      </p:to>
                                    </p:set>
                                    <p:animEffect transition="in" filter="diamond(in)">
                                      <p:cBhvr>
                                        <p:cTn id="24" dur="2000"/>
                                        <p:tgtEl>
                                          <p:spTgt spid="3082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C12573C-7B3E-41D3-960D-AECA400C125E}"/>
              </a:ext>
            </a:extLst>
          </p:cNvPr>
          <p:cNvSpPr>
            <a:spLocks noGrp="1" noChangeArrowheads="1"/>
          </p:cNvSpPr>
          <p:nvPr>
            <p:ph type="title"/>
          </p:nvPr>
        </p:nvSpPr>
        <p:spPr/>
        <p:txBody>
          <a:bodyPr/>
          <a:lstStyle/>
          <a:p>
            <a:pPr eaLnBrk="1" hangingPunct="1"/>
            <a:r>
              <a:rPr lang="en-GB" altLang="en-US" b="1"/>
              <a:t>Shared Objects &amp; Mutual Exclusion - Overview</a:t>
            </a:r>
          </a:p>
        </p:txBody>
      </p:sp>
      <p:sp>
        <p:nvSpPr>
          <p:cNvPr id="355331" name="Rectangle 3">
            <a:extLst>
              <a:ext uri="{FF2B5EF4-FFF2-40B4-BE49-F238E27FC236}">
                <a16:creationId xmlns:a16="http://schemas.microsoft.com/office/drawing/2014/main" id="{CDFC4FAA-2EA1-4A79-87A0-7BE5B7EF16E7}"/>
              </a:ext>
            </a:extLst>
          </p:cNvPr>
          <p:cNvSpPr>
            <a:spLocks noChangeArrowheads="1"/>
          </p:cNvSpPr>
          <p:nvPr/>
        </p:nvSpPr>
        <p:spPr bwMode="auto">
          <a:xfrm>
            <a:off x="1966914" y="1330325"/>
            <a:ext cx="8701087"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800">
                <a:latin typeface="Comic Sans MS" panose="030F0702030302020204" pitchFamily="66" charset="0"/>
              </a:rPr>
              <a:t>So far we have looked at:</a:t>
            </a:r>
          </a:p>
          <a:p>
            <a:pPr lvl="1">
              <a:lnSpc>
                <a:spcPct val="130000"/>
              </a:lnSpc>
            </a:pPr>
            <a:r>
              <a:rPr lang="en-GB" altLang="en-US" sz="2400">
                <a:latin typeface="Comic Sans MS" panose="030F0702030302020204" pitchFamily="66" charset="0"/>
              </a:rPr>
              <a:t>execution of multiple processes on one or more processors, </a:t>
            </a:r>
          </a:p>
          <a:p>
            <a:pPr lvl="1">
              <a:lnSpc>
                <a:spcPct val="130000"/>
              </a:lnSpc>
            </a:pPr>
            <a:r>
              <a:rPr lang="en-GB" altLang="en-US" sz="2400">
                <a:latin typeface="Comic Sans MS" panose="030F0702030302020204" pitchFamily="66" charset="0"/>
              </a:rPr>
              <a:t>Modeling concurrent execution by interleaving and</a:t>
            </a:r>
          </a:p>
          <a:p>
            <a:pPr lvl="1">
              <a:lnSpc>
                <a:spcPct val="130000"/>
              </a:lnSpc>
            </a:pPr>
            <a:r>
              <a:rPr lang="en-GB" altLang="en-US" sz="2400">
                <a:latin typeface="Comic Sans MS" panose="030F0702030302020204" pitchFamily="66" charset="0"/>
              </a:rPr>
              <a:t>Executing multiple concurrent threads in a Java program.</a:t>
            </a:r>
          </a:p>
          <a:p>
            <a:pPr>
              <a:lnSpc>
                <a:spcPct val="130000"/>
              </a:lnSpc>
            </a:pPr>
            <a:r>
              <a:rPr lang="en-GB" altLang="en-US" sz="2800">
                <a:latin typeface="Comic Sans MS" panose="030F0702030302020204" pitchFamily="66" charset="0"/>
              </a:rPr>
              <a:t>We have looked at how process interactions is modeled using shared atomic actions, but not how real processes or threads interact.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5331">
                                            <p:txEl>
                                              <p:pRg st="1" end="1"/>
                                            </p:txEl>
                                          </p:spTgt>
                                        </p:tgtEl>
                                        <p:attrNameLst>
                                          <p:attrName>style.visibility</p:attrName>
                                        </p:attrNameLst>
                                      </p:cBhvr>
                                      <p:to>
                                        <p:strVal val="visible"/>
                                      </p:to>
                                    </p:set>
                                    <p:animEffect transition="in" filter="checkerboard(across)">
                                      <p:cBhvr>
                                        <p:cTn id="7" dur="500"/>
                                        <p:tgtEl>
                                          <p:spTgt spid="3553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55331">
                                            <p:txEl>
                                              <p:pRg st="2" end="2"/>
                                            </p:txEl>
                                          </p:spTgt>
                                        </p:tgtEl>
                                        <p:attrNameLst>
                                          <p:attrName>style.visibility</p:attrName>
                                        </p:attrNameLst>
                                      </p:cBhvr>
                                      <p:to>
                                        <p:strVal val="visible"/>
                                      </p:to>
                                    </p:set>
                                    <p:animEffect transition="in" filter="diamond(in)">
                                      <p:cBhvr>
                                        <p:cTn id="12" dur="2000"/>
                                        <p:tgtEl>
                                          <p:spTgt spid="3553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55331">
                                            <p:txEl>
                                              <p:pRg st="3" end="3"/>
                                            </p:txEl>
                                          </p:spTgt>
                                        </p:tgtEl>
                                        <p:attrNameLst>
                                          <p:attrName>style.visibility</p:attrName>
                                        </p:attrNameLst>
                                      </p:cBhvr>
                                      <p:to>
                                        <p:strVal val="visible"/>
                                      </p:to>
                                    </p:set>
                                    <p:animEffect transition="in" filter="checkerboard(across)">
                                      <p:cBhvr>
                                        <p:cTn id="17" dur="500"/>
                                        <p:tgtEl>
                                          <p:spTgt spid="35533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55331">
                                            <p:txEl>
                                              <p:pRg st="4" end="4"/>
                                            </p:txEl>
                                          </p:spTgt>
                                        </p:tgtEl>
                                        <p:attrNameLst>
                                          <p:attrName>style.visibility</p:attrName>
                                        </p:attrNameLst>
                                      </p:cBhvr>
                                      <p:to>
                                        <p:strVal val="visible"/>
                                      </p:to>
                                    </p:set>
                                    <p:animEffect transition="in" filter="checkerboard(across)">
                                      <p:cBhvr>
                                        <p:cTn id="22" dur="500"/>
                                        <p:tgtEl>
                                          <p:spTgt spid="3553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CD25885-7498-432F-B757-22A5C958A46D}"/>
              </a:ext>
            </a:extLst>
          </p:cNvPr>
          <p:cNvSpPr>
            <a:spLocks noGrp="1" noChangeArrowheads="1"/>
          </p:cNvSpPr>
          <p:nvPr>
            <p:ph type="title"/>
          </p:nvPr>
        </p:nvSpPr>
        <p:spPr/>
        <p:txBody>
          <a:bodyPr/>
          <a:lstStyle/>
          <a:p>
            <a:pPr eaLnBrk="1" hangingPunct="1"/>
            <a:r>
              <a:rPr lang="en-GB" altLang="en-US" b="1"/>
              <a:t>Shared Objects &amp; Mutual Exclusion - Overview</a:t>
            </a:r>
          </a:p>
        </p:txBody>
      </p:sp>
      <p:sp>
        <p:nvSpPr>
          <p:cNvPr id="28675" name="Rectangle 3">
            <a:extLst>
              <a:ext uri="{FF2B5EF4-FFF2-40B4-BE49-F238E27FC236}">
                <a16:creationId xmlns:a16="http://schemas.microsoft.com/office/drawing/2014/main" id="{650392E5-7AAC-46DE-94E7-C09A0ED2B16D}"/>
              </a:ext>
            </a:extLst>
          </p:cNvPr>
          <p:cNvSpPr>
            <a:spLocks noChangeArrowheads="1"/>
          </p:cNvSpPr>
          <p:nvPr/>
        </p:nvSpPr>
        <p:spPr bwMode="auto">
          <a:xfrm>
            <a:off x="1966913" y="2076451"/>
            <a:ext cx="7954962"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800">
                <a:latin typeface="Comic Sans MS" panose="030F0702030302020204" pitchFamily="66" charset="0"/>
              </a:rPr>
              <a:t>We will now look at issues involved in constructing concurrent programs in which threads interact to communicate and cooperate.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CFFFEE4-C9AE-4934-B855-8CE982D80EBE}"/>
              </a:ext>
            </a:extLst>
          </p:cNvPr>
          <p:cNvSpPr>
            <a:spLocks noGrp="1" noChangeArrowheads="1"/>
          </p:cNvSpPr>
          <p:nvPr>
            <p:ph type="title"/>
          </p:nvPr>
        </p:nvSpPr>
        <p:spPr>
          <a:xfrm>
            <a:off x="2084388" y="0"/>
            <a:ext cx="7042150" cy="1143000"/>
          </a:xfrm>
        </p:spPr>
        <p:txBody>
          <a:bodyPr/>
          <a:lstStyle/>
          <a:p>
            <a:pPr eaLnBrk="1" hangingPunct="1"/>
            <a:r>
              <a:rPr lang="en-GB" altLang="en-US" b="1"/>
              <a:t>Interference</a:t>
            </a:r>
          </a:p>
        </p:txBody>
      </p:sp>
      <p:pic>
        <p:nvPicPr>
          <p:cNvPr id="30723" name="Picture 3">
            <a:extLst>
              <a:ext uri="{FF2B5EF4-FFF2-40B4-BE49-F238E27FC236}">
                <a16:creationId xmlns:a16="http://schemas.microsoft.com/office/drawing/2014/main" id="{5CE639A6-9CD2-4FF8-AACD-764400F4A8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264" y="2667000"/>
            <a:ext cx="7737475"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0724" name="Text Box 4">
            <a:extLst>
              <a:ext uri="{FF2B5EF4-FFF2-40B4-BE49-F238E27FC236}">
                <a16:creationId xmlns:a16="http://schemas.microsoft.com/office/drawing/2014/main" id="{E35B5A9F-1F8C-4DD5-AB45-0A5F613FC34B}"/>
              </a:ext>
            </a:extLst>
          </p:cNvPr>
          <p:cNvSpPr txBox="1">
            <a:spLocks noChangeArrowheads="1"/>
          </p:cNvSpPr>
          <p:nvPr/>
        </p:nvSpPr>
        <p:spPr bwMode="auto">
          <a:xfrm>
            <a:off x="2227263" y="1828800"/>
            <a:ext cx="78787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dirty="0">
                <a:latin typeface="Comic Sans MS" panose="030F0702030302020204" pitchFamily="66" charset="0"/>
              </a:rPr>
              <a:t>People enter an ornamental garden through either of two turnstiles. Management wishes to know how many are in the garden at any time.</a:t>
            </a:r>
          </a:p>
        </p:txBody>
      </p:sp>
      <p:sp>
        <p:nvSpPr>
          <p:cNvPr id="30725" name="Text Box 5">
            <a:extLst>
              <a:ext uri="{FF2B5EF4-FFF2-40B4-BE49-F238E27FC236}">
                <a16:creationId xmlns:a16="http://schemas.microsoft.com/office/drawing/2014/main" id="{12453AA2-E132-40ED-8C72-7707806EBEB1}"/>
              </a:ext>
            </a:extLst>
          </p:cNvPr>
          <p:cNvSpPr txBox="1">
            <a:spLocks noChangeArrowheads="1"/>
          </p:cNvSpPr>
          <p:nvPr/>
        </p:nvSpPr>
        <p:spPr bwMode="auto">
          <a:xfrm>
            <a:off x="2227263" y="5273676"/>
            <a:ext cx="79486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The concurrent program consists of two concurrent threads and a shared counter object.</a:t>
            </a:r>
          </a:p>
        </p:txBody>
      </p:sp>
      <p:sp>
        <p:nvSpPr>
          <p:cNvPr id="30726" name="Rectangle 6">
            <a:extLst>
              <a:ext uri="{FF2B5EF4-FFF2-40B4-BE49-F238E27FC236}">
                <a16:creationId xmlns:a16="http://schemas.microsoft.com/office/drawing/2014/main" id="{32826F67-0471-4B66-A971-9159E41EFBC3}"/>
              </a:ext>
            </a:extLst>
          </p:cNvPr>
          <p:cNvSpPr>
            <a:spLocks noChangeArrowheads="1"/>
          </p:cNvSpPr>
          <p:nvPr/>
        </p:nvSpPr>
        <p:spPr bwMode="auto">
          <a:xfrm>
            <a:off x="1854200" y="1001713"/>
            <a:ext cx="78057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b="1">
                <a:latin typeface="Comic Sans MS" panose="030F0702030302020204" pitchFamily="66" charset="0"/>
              </a:rPr>
              <a:t>Case Study: Ornamental garden problem: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777F4A5-BF96-46E6-91F8-1EB80A50B077}"/>
              </a:ext>
            </a:extLst>
          </p:cNvPr>
          <p:cNvSpPr>
            <a:spLocks noGrp="1" noChangeArrowheads="1"/>
          </p:cNvSpPr>
          <p:nvPr>
            <p:ph type="title"/>
          </p:nvPr>
        </p:nvSpPr>
        <p:spPr>
          <a:xfrm>
            <a:off x="2084388" y="0"/>
            <a:ext cx="7042150" cy="1143000"/>
          </a:xfrm>
        </p:spPr>
        <p:txBody>
          <a:bodyPr/>
          <a:lstStyle/>
          <a:p>
            <a:pPr eaLnBrk="1" hangingPunct="1"/>
            <a:r>
              <a:rPr lang="en-GB" altLang="en-US" sz="3200"/>
              <a:t>Ornamental garden Program - class diagram</a:t>
            </a:r>
          </a:p>
        </p:txBody>
      </p:sp>
      <p:sp>
        <p:nvSpPr>
          <p:cNvPr id="32771" name="Text Box 3">
            <a:extLst>
              <a:ext uri="{FF2B5EF4-FFF2-40B4-BE49-F238E27FC236}">
                <a16:creationId xmlns:a16="http://schemas.microsoft.com/office/drawing/2014/main" id="{9F94B84F-E27B-4E0C-A6F1-FC7497A1171B}"/>
              </a:ext>
            </a:extLst>
          </p:cNvPr>
          <p:cNvSpPr txBox="1">
            <a:spLocks noChangeArrowheads="1"/>
          </p:cNvSpPr>
          <p:nvPr/>
        </p:nvSpPr>
        <p:spPr bwMode="auto">
          <a:xfrm>
            <a:off x="1862138" y="5116514"/>
            <a:ext cx="88058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The </a:t>
            </a:r>
            <a:r>
              <a:rPr lang="en-GB" altLang="en-US" sz="2400" b="1">
                <a:latin typeface="Courier New" panose="02070309020205020404" pitchFamily="49" charset="0"/>
              </a:rPr>
              <a:t>Turnstile</a:t>
            </a:r>
            <a:r>
              <a:rPr lang="en-GB" altLang="en-US" sz="2400" b="1">
                <a:latin typeface="Times New Roman" panose="02020603050405020304" pitchFamily="18" charset="0"/>
              </a:rPr>
              <a:t> thread simulates the periodic arrival of a visitor to the garden every second by sleeping for a second and then invoking the </a:t>
            </a:r>
            <a:r>
              <a:rPr lang="en-GB" altLang="en-US" sz="2400" b="1">
                <a:latin typeface="Courier New" panose="02070309020205020404" pitchFamily="49" charset="0"/>
              </a:rPr>
              <a:t>increment()</a:t>
            </a:r>
            <a:r>
              <a:rPr lang="en-GB" altLang="en-US" sz="2400" b="1">
                <a:latin typeface="Times New Roman" panose="02020603050405020304" pitchFamily="18" charset="0"/>
              </a:rPr>
              <a:t> method of the counter object.</a:t>
            </a:r>
          </a:p>
        </p:txBody>
      </p:sp>
      <p:graphicFrame>
        <p:nvGraphicFramePr>
          <p:cNvPr id="32772" name="Object 4">
            <a:extLst>
              <a:ext uri="{FF2B5EF4-FFF2-40B4-BE49-F238E27FC236}">
                <a16:creationId xmlns:a16="http://schemas.microsoft.com/office/drawing/2014/main" id="{8AD4B4AF-9822-4F07-8B03-755931515D94}"/>
              </a:ext>
            </a:extLst>
          </p:cNvPr>
          <p:cNvGraphicFramePr>
            <a:graphicFrameLocks noChangeAspect="1"/>
          </p:cNvGraphicFramePr>
          <p:nvPr/>
        </p:nvGraphicFramePr>
        <p:xfrm>
          <a:off x="2790825" y="1090614"/>
          <a:ext cx="6751638" cy="3938587"/>
        </p:xfrm>
        <a:graphic>
          <a:graphicData uri="http://schemas.openxmlformats.org/presentationml/2006/ole">
            <mc:AlternateContent xmlns:mc="http://schemas.openxmlformats.org/markup-compatibility/2006">
              <mc:Choice xmlns:v="urn:schemas-microsoft-com:vml" Requires="v">
                <p:oleObj name="Drawing" r:id="rId3" imgW="4105543" imgH="2200686" progId="MSDraw.Drawing.8">
                  <p:embed/>
                </p:oleObj>
              </mc:Choice>
              <mc:Fallback>
                <p:oleObj name="Drawing" r:id="rId3" imgW="4105543" imgH="2200686" progId="MSDraw.Drawing.8">
                  <p:embed/>
                  <p:pic>
                    <p:nvPicPr>
                      <p:cNvPr id="32772" name="Object 4">
                        <a:extLst>
                          <a:ext uri="{FF2B5EF4-FFF2-40B4-BE49-F238E27FC236}">
                            <a16:creationId xmlns:a16="http://schemas.microsoft.com/office/drawing/2014/main" id="{8AD4B4AF-9822-4F07-8B03-755931515D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825" y="1090614"/>
                        <a:ext cx="6751638" cy="393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E338B924-58CE-40F0-B66C-B102D1E4D19E}"/>
              </a:ext>
            </a:extLst>
          </p:cNvPr>
          <p:cNvSpPr>
            <a:spLocks noGrp="1" noChangeArrowheads="1"/>
          </p:cNvSpPr>
          <p:nvPr>
            <p:ph type="title"/>
          </p:nvPr>
        </p:nvSpPr>
        <p:spPr>
          <a:xfrm>
            <a:off x="2028825" y="0"/>
            <a:ext cx="7042150" cy="1143000"/>
          </a:xfrm>
        </p:spPr>
        <p:txBody>
          <a:bodyPr/>
          <a:lstStyle/>
          <a:p>
            <a:pPr eaLnBrk="1" hangingPunct="1"/>
            <a:r>
              <a:rPr lang="en-GB" altLang="en-US" b="1"/>
              <a:t>Ornamental garden program</a:t>
            </a:r>
          </a:p>
        </p:txBody>
      </p:sp>
      <p:sp>
        <p:nvSpPr>
          <p:cNvPr id="34819" name="Rectangle 8">
            <a:extLst>
              <a:ext uri="{FF2B5EF4-FFF2-40B4-BE49-F238E27FC236}">
                <a16:creationId xmlns:a16="http://schemas.microsoft.com/office/drawing/2014/main" id="{03FDBDE7-B4F2-4DC2-B537-F9EDB43D3220}"/>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34820" name="Rectangle 2">
            <a:extLst>
              <a:ext uri="{FF2B5EF4-FFF2-40B4-BE49-F238E27FC236}">
                <a16:creationId xmlns:a16="http://schemas.microsoft.com/office/drawing/2014/main" id="{EC4B3768-CA10-4C5F-AB9C-862488638258}"/>
              </a:ext>
            </a:extLst>
          </p:cNvPr>
          <p:cNvSpPr>
            <a:spLocks noChangeArrowheads="1"/>
          </p:cNvSpPr>
          <p:nvPr/>
        </p:nvSpPr>
        <p:spPr bwMode="auto">
          <a:xfrm>
            <a:off x="2227264" y="2095501"/>
            <a:ext cx="7807325" cy="3432175"/>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4821" name="Text Box 4">
            <a:extLst>
              <a:ext uri="{FF2B5EF4-FFF2-40B4-BE49-F238E27FC236}">
                <a16:creationId xmlns:a16="http://schemas.microsoft.com/office/drawing/2014/main" id="{88CF3A59-D520-4785-8EC1-F725114D471D}"/>
              </a:ext>
            </a:extLst>
          </p:cNvPr>
          <p:cNvSpPr txBox="1">
            <a:spLocks noChangeArrowheads="1"/>
          </p:cNvSpPr>
          <p:nvPr/>
        </p:nvSpPr>
        <p:spPr bwMode="auto">
          <a:xfrm>
            <a:off x="1876426" y="2095500"/>
            <a:ext cx="794702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lvl="2">
              <a:spcBef>
                <a:spcPct val="0"/>
              </a:spcBef>
              <a:buFontTx/>
              <a:buNone/>
            </a:pPr>
            <a:r>
              <a:rPr lang="en-US" altLang="en-US" b="1" noProof="1">
                <a:solidFill>
                  <a:srgbClr val="0000FF"/>
                </a:solidFill>
                <a:latin typeface="Courier New" panose="02070309020205020404" pitchFamily="49" charset="0"/>
              </a:rPr>
              <a:t>private</a:t>
            </a:r>
            <a:r>
              <a:rPr lang="en-US" altLang="en-US" b="1" noProof="1">
                <a:latin typeface="Courier New" panose="02070309020205020404" pitchFamily="49" charset="0"/>
              </a:rPr>
              <a:t> void go() </a:t>
            </a:r>
            <a:endParaRPr lang="en-US" altLang="en-US" b="1">
              <a:latin typeface="Courier New" panose="02070309020205020404" pitchFamily="49" charset="0"/>
            </a:endParaRPr>
          </a:p>
          <a:p>
            <a:pPr lvl="2">
              <a:spcBef>
                <a:spcPct val="0"/>
              </a:spcBef>
              <a:buFontTx/>
              <a:buNone/>
            </a:pPr>
            <a:r>
              <a:rPr lang="en-US" altLang="en-US" b="1" noProof="1">
                <a:latin typeface="Courier New" panose="02070309020205020404" pitchFamily="49" charset="0"/>
              </a:rPr>
              <a:t>{</a:t>
            </a:r>
          </a:p>
          <a:p>
            <a:pPr lvl="2">
              <a:spcBef>
                <a:spcPct val="0"/>
              </a:spcBef>
              <a:buFontTx/>
              <a:buNone/>
            </a:pPr>
            <a:r>
              <a:rPr lang="en-US" altLang="en-US" b="1" noProof="1">
                <a:latin typeface="Courier New" panose="02070309020205020404" pitchFamily="49" charset="0"/>
              </a:rPr>
              <a:t>  counter = </a:t>
            </a:r>
            <a:r>
              <a:rPr lang="en-US" altLang="en-US" b="1" noProof="1">
                <a:solidFill>
                  <a:srgbClr val="0000FF"/>
                </a:solidFill>
                <a:latin typeface="Courier New" panose="02070309020205020404" pitchFamily="49" charset="0"/>
              </a:rPr>
              <a:t>new</a:t>
            </a:r>
            <a:r>
              <a:rPr lang="en-US" altLang="en-US" b="1" noProof="1">
                <a:latin typeface="Courier New" panose="02070309020205020404" pitchFamily="49" charset="0"/>
              </a:rPr>
              <a:t> Counter(counterD);</a:t>
            </a:r>
          </a:p>
          <a:p>
            <a:pPr lvl="2">
              <a:spcBef>
                <a:spcPct val="0"/>
              </a:spcBef>
              <a:buFontTx/>
              <a:buNone/>
            </a:pPr>
            <a:r>
              <a:rPr lang="en-US" altLang="en-US" b="1" noProof="1">
                <a:latin typeface="Courier New" panose="02070309020205020404" pitchFamily="49" charset="0"/>
              </a:rPr>
              <a:t>  west = </a:t>
            </a:r>
            <a:r>
              <a:rPr lang="en-US" altLang="en-US" b="1" noProof="1">
                <a:solidFill>
                  <a:srgbClr val="0000FF"/>
                </a:solidFill>
                <a:latin typeface="Courier New" panose="02070309020205020404" pitchFamily="49" charset="0"/>
              </a:rPr>
              <a:t>new</a:t>
            </a:r>
            <a:r>
              <a:rPr lang="en-US" altLang="en-US" b="1" noProof="1">
                <a:latin typeface="Courier New" panose="02070309020205020404" pitchFamily="49" charset="0"/>
              </a:rPr>
              <a:t> </a:t>
            </a:r>
            <a:r>
              <a:rPr lang="en-US" altLang="en-US" b="1">
                <a:latin typeface="Courier New" panose="02070309020205020404" pitchFamily="49" charset="0"/>
              </a:rPr>
              <a:t>    </a:t>
            </a:r>
          </a:p>
          <a:p>
            <a:pPr lvl="2">
              <a:spcBef>
                <a:spcPct val="0"/>
              </a:spcBef>
              <a:buFontTx/>
              <a:buNone/>
            </a:pPr>
            <a:r>
              <a:rPr lang="en-US" altLang="en-US" b="1">
                <a:latin typeface="Courier New" panose="02070309020205020404" pitchFamily="49" charset="0"/>
              </a:rPr>
              <a:t>  </a:t>
            </a:r>
            <a:r>
              <a:rPr lang="en-US" altLang="en-US" b="1" noProof="1">
                <a:latin typeface="Courier New" panose="02070309020205020404" pitchFamily="49" charset="0"/>
              </a:rPr>
              <a:t>Turnstile(westD,counter);</a:t>
            </a:r>
          </a:p>
          <a:p>
            <a:pPr lvl="2">
              <a:spcBef>
                <a:spcPct val="0"/>
              </a:spcBef>
              <a:buFontTx/>
              <a:buNone/>
            </a:pPr>
            <a:r>
              <a:rPr lang="en-US" altLang="en-US" b="1" noProof="1">
                <a:latin typeface="Courier New" panose="02070309020205020404" pitchFamily="49" charset="0"/>
              </a:rPr>
              <a:t>  east = </a:t>
            </a:r>
            <a:r>
              <a:rPr lang="en-US" altLang="en-US" b="1" noProof="1">
                <a:solidFill>
                  <a:srgbClr val="0000FF"/>
                </a:solidFill>
                <a:latin typeface="Courier New" panose="02070309020205020404" pitchFamily="49" charset="0"/>
              </a:rPr>
              <a:t>new</a:t>
            </a:r>
            <a:r>
              <a:rPr lang="en-US" altLang="en-US" b="1" noProof="1">
                <a:latin typeface="Courier New" panose="02070309020205020404" pitchFamily="49" charset="0"/>
              </a:rPr>
              <a:t> </a:t>
            </a:r>
            <a:r>
              <a:rPr lang="en-US" altLang="en-US" b="1">
                <a:latin typeface="Courier New" panose="02070309020205020404" pitchFamily="49" charset="0"/>
              </a:rPr>
              <a:t> </a:t>
            </a:r>
          </a:p>
          <a:p>
            <a:pPr lvl="2">
              <a:spcBef>
                <a:spcPct val="0"/>
              </a:spcBef>
              <a:buFontTx/>
              <a:buNone/>
            </a:pPr>
            <a:r>
              <a:rPr lang="en-US" altLang="en-US" b="1">
                <a:latin typeface="Courier New" panose="02070309020205020404" pitchFamily="49" charset="0"/>
              </a:rPr>
              <a:t>  </a:t>
            </a:r>
            <a:r>
              <a:rPr lang="en-US" altLang="en-US" b="1" noProof="1">
                <a:latin typeface="Courier New" panose="02070309020205020404" pitchFamily="49" charset="0"/>
              </a:rPr>
              <a:t>Turnstile(eastD,counter);</a:t>
            </a:r>
          </a:p>
          <a:p>
            <a:pPr lvl="2">
              <a:spcBef>
                <a:spcPct val="0"/>
              </a:spcBef>
              <a:buFontTx/>
              <a:buNone/>
            </a:pPr>
            <a:r>
              <a:rPr lang="en-US" altLang="en-US" b="1" noProof="1">
                <a:latin typeface="Courier New" panose="02070309020205020404" pitchFamily="49" charset="0"/>
              </a:rPr>
              <a:t>  west.start();</a:t>
            </a:r>
          </a:p>
          <a:p>
            <a:pPr lvl="2">
              <a:spcBef>
                <a:spcPct val="0"/>
              </a:spcBef>
              <a:buFontTx/>
              <a:buNone/>
            </a:pPr>
            <a:r>
              <a:rPr lang="en-US" altLang="en-US" b="1" noProof="1">
                <a:latin typeface="Courier New" panose="02070309020205020404" pitchFamily="49" charset="0"/>
              </a:rPr>
              <a:t>  east.start();</a:t>
            </a:r>
            <a:r>
              <a:rPr lang="en-US" altLang="en-US" b="1">
                <a:latin typeface="Courier New" panose="02070309020205020404" pitchFamily="49" charset="0"/>
              </a:rPr>
              <a:t> </a:t>
            </a:r>
            <a:r>
              <a:rPr lang="en-US" altLang="en-US" b="1" noProof="1">
                <a:latin typeface="Courier New" panose="02070309020205020404" pitchFamily="49" charset="0"/>
              </a:rPr>
              <a:t>}</a:t>
            </a:r>
            <a:endParaRPr lang="en-GB" altLang="en-US" sz="2000" b="1">
              <a:latin typeface="Comic Sans MS" panose="030F0702030302020204" pitchFamily="66" charset="0"/>
            </a:endParaRPr>
          </a:p>
        </p:txBody>
      </p:sp>
      <p:sp>
        <p:nvSpPr>
          <p:cNvPr id="34822" name="Text Box 5">
            <a:extLst>
              <a:ext uri="{FF2B5EF4-FFF2-40B4-BE49-F238E27FC236}">
                <a16:creationId xmlns:a16="http://schemas.microsoft.com/office/drawing/2014/main" id="{B9EDA8FF-EDC5-4EEF-88F3-0767BF060347}"/>
              </a:ext>
            </a:extLst>
          </p:cNvPr>
          <p:cNvSpPr txBox="1">
            <a:spLocks noChangeArrowheads="1"/>
          </p:cNvSpPr>
          <p:nvPr/>
        </p:nvSpPr>
        <p:spPr bwMode="auto">
          <a:xfrm>
            <a:off x="2116139" y="1201739"/>
            <a:ext cx="77374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The </a:t>
            </a:r>
            <a:r>
              <a:rPr lang="en-GB" altLang="en-US" sz="2400" b="1">
                <a:latin typeface="Courier New" panose="02070309020205020404" pitchFamily="49" charset="0"/>
              </a:rPr>
              <a:t>Counter</a:t>
            </a:r>
            <a:r>
              <a:rPr lang="en-GB" altLang="en-US" sz="2400" b="1">
                <a:latin typeface="Times New Roman" panose="02020603050405020304" pitchFamily="18" charset="0"/>
              </a:rPr>
              <a:t> object and </a:t>
            </a:r>
            <a:r>
              <a:rPr lang="en-GB" altLang="en-US" sz="2400" b="1">
                <a:latin typeface="Courier New" panose="02070309020205020404" pitchFamily="49" charset="0"/>
              </a:rPr>
              <a:t>Turnstile</a:t>
            </a:r>
            <a:r>
              <a:rPr lang="en-GB" altLang="en-US" sz="2400" b="1">
                <a:latin typeface="Times New Roman" panose="02020603050405020304" pitchFamily="18" charset="0"/>
              </a:rPr>
              <a:t> threads are created by the </a:t>
            </a:r>
            <a:r>
              <a:rPr lang="en-GB" altLang="en-US" sz="2400" b="1">
                <a:latin typeface="Courier New" panose="02070309020205020404" pitchFamily="49" charset="0"/>
              </a:rPr>
              <a:t>go()</a:t>
            </a:r>
            <a:r>
              <a:rPr lang="en-GB" altLang="en-US" sz="2400" b="1">
                <a:latin typeface="Times New Roman" panose="02020603050405020304" pitchFamily="18" charset="0"/>
              </a:rPr>
              <a:t> method of the Garden applet: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E2686B2-438E-4926-8314-09110DADC029}"/>
              </a:ext>
            </a:extLst>
          </p:cNvPr>
          <p:cNvSpPr>
            <a:spLocks noChangeArrowheads="1"/>
          </p:cNvSpPr>
          <p:nvPr/>
        </p:nvSpPr>
        <p:spPr bwMode="auto">
          <a:xfrm>
            <a:off x="2227264" y="1193800"/>
            <a:ext cx="7807325" cy="52578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6867" name="Rectangle 3">
            <a:extLst>
              <a:ext uri="{FF2B5EF4-FFF2-40B4-BE49-F238E27FC236}">
                <a16:creationId xmlns:a16="http://schemas.microsoft.com/office/drawing/2014/main" id="{445BD6CD-45FC-498F-AAAB-0454C2C7242C}"/>
              </a:ext>
            </a:extLst>
          </p:cNvPr>
          <p:cNvSpPr>
            <a:spLocks noGrp="1" noChangeArrowheads="1"/>
          </p:cNvSpPr>
          <p:nvPr>
            <p:ph type="title"/>
          </p:nvPr>
        </p:nvSpPr>
        <p:spPr>
          <a:xfrm>
            <a:off x="2028825" y="0"/>
            <a:ext cx="7042150" cy="1143000"/>
          </a:xfrm>
        </p:spPr>
        <p:txBody>
          <a:bodyPr/>
          <a:lstStyle/>
          <a:p>
            <a:pPr eaLnBrk="1" hangingPunct="1"/>
            <a:r>
              <a:rPr lang="en-GB" altLang="en-US" b="1"/>
              <a:t>Turnstile class</a:t>
            </a:r>
          </a:p>
        </p:txBody>
      </p:sp>
      <p:sp>
        <p:nvSpPr>
          <p:cNvPr id="36868" name="Text Box 4">
            <a:extLst>
              <a:ext uri="{FF2B5EF4-FFF2-40B4-BE49-F238E27FC236}">
                <a16:creationId xmlns:a16="http://schemas.microsoft.com/office/drawing/2014/main" id="{3EAC5230-98C2-44B4-9069-F7678018F65C}"/>
              </a:ext>
            </a:extLst>
          </p:cNvPr>
          <p:cNvSpPr txBox="1">
            <a:spLocks noChangeArrowheads="1"/>
          </p:cNvSpPr>
          <p:nvPr/>
        </p:nvSpPr>
        <p:spPr bwMode="auto">
          <a:xfrm>
            <a:off x="2297114" y="1227139"/>
            <a:ext cx="7526337"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Turnstile </a:t>
            </a:r>
            <a:r>
              <a:rPr lang="en-US" altLang="en-US" sz="2000" b="1" noProof="1">
                <a:solidFill>
                  <a:srgbClr val="0000FF"/>
                </a:solidFill>
                <a:latin typeface="Courier New" panose="02070309020205020404" pitchFamily="49" charset="0"/>
              </a:rPr>
              <a:t>extends</a:t>
            </a:r>
            <a:r>
              <a:rPr lang="en-US" altLang="en-US" sz="2000" b="1" noProof="1">
                <a:latin typeface="Courier New" panose="02070309020205020404" pitchFamily="49" charset="0"/>
              </a:rPr>
              <a:t> Thread {</a:t>
            </a:r>
          </a:p>
          <a:p>
            <a:pPr>
              <a:spcBef>
                <a:spcPct val="0"/>
              </a:spcBef>
              <a:buFontTx/>
              <a:buNone/>
            </a:pPr>
            <a:r>
              <a:rPr lang="en-US" altLang="en-US" sz="2000" b="1" noProof="1">
                <a:latin typeface="Courier New" panose="02070309020205020404" pitchFamily="49" charset="0"/>
              </a:rPr>
              <a:t>  NumberCanvas display;</a:t>
            </a:r>
          </a:p>
          <a:p>
            <a:pPr>
              <a:spcBef>
                <a:spcPct val="0"/>
              </a:spcBef>
              <a:buFontTx/>
              <a:buNone/>
            </a:pPr>
            <a:r>
              <a:rPr lang="en-US" altLang="en-US" sz="2000" b="1" noProof="1">
                <a:latin typeface="Courier New" panose="02070309020205020404" pitchFamily="49" charset="0"/>
              </a:rPr>
              <a:t>  Counter people;</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Turnstile(NumberCanvas n,Counter c)</a:t>
            </a:r>
          </a:p>
          <a:p>
            <a:pPr>
              <a:spcBef>
                <a:spcPct val="0"/>
              </a:spcBef>
              <a:buFontTx/>
              <a:buNone/>
            </a:pPr>
            <a:r>
              <a:rPr lang="en-US" altLang="en-US" sz="2000" b="1" noProof="1">
                <a:latin typeface="Courier New" panose="02070309020205020404" pitchFamily="49" charset="0"/>
              </a:rPr>
              <a:t>    { display = n; people = c; }</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public</a:t>
            </a:r>
            <a:r>
              <a:rPr lang="en-US" altLang="en-US" sz="2000" b="1" noProof="1">
                <a:latin typeface="Courier New" panose="02070309020205020404" pitchFamily="49" charset="0"/>
              </a:rPr>
              <a:t> void run() {</a:t>
            </a:r>
          </a:p>
          <a:p>
            <a:pPr>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try</a:t>
            </a:r>
            <a:r>
              <a:rPr lang="en-US" altLang="en-US" sz="2000" b="1" noProof="1">
                <a:latin typeface="Courier New" panose="02070309020205020404" pitchFamily="49" charset="0"/>
              </a:rPr>
              <a:t>{</a:t>
            </a:r>
          </a:p>
          <a:p>
            <a:pPr>
              <a:spcBef>
                <a:spcPct val="0"/>
              </a:spcBef>
              <a:buFontTx/>
              <a:buNone/>
            </a:pPr>
            <a:r>
              <a:rPr lang="en-US" altLang="en-US" sz="2000" b="1" noProof="1">
                <a:latin typeface="Courier New" panose="02070309020205020404" pitchFamily="49" charset="0"/>
              </a:rPr>
              <a:t>      display.setvalue(0);</a:t>
            </a:r>
          </a:p>
          <a:p>
            <a:pPr>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for</a:t>
            </a:r>
            <a:r>
              <a:rPr lang="en-US" altLang="en-US" sz="2000" b="1" noProof="1">
                <a:latin typeface="Courier New" panose="02070309020205020404" pitchFamily="49" charset="0"/>
              </a:rPr>
              <a:t> (int i=1;i&lt;=Garden.MAX;i++){</a:t>
            </a:r>
          </a:p>
          <a:p>
            <a:pPr>
              <a:spcBef>
                <a:spcPct val="0"/>
              </a:spcBef>
              <a:buFontTx/>
              <a:buNone/>
            </a:pPr>
            <a:r>
              <a:rPr lang="en-US" altLang="en-US" sz="2000" b="1" noProof="1">
                <a:latin typeface="Courier New" panose="02070309020205020404" pitchFamily="49" charset="0"/>
              </a:rPr>
              <a:t>        Thread.sleep(500); </a:t>
            </a:r>
            <a:r>
              <a:rPr lang="en-US" altLang="en-US" sz="2000" b="1" i="1" noProof="1">
                <a:solidFill>
                  <a:srgbClr val="FF0000"/>
                </a:solidFill>
                <a:latin typeface="Times New Roman" panose="02020603050405020304" pitchFamily="18" charset="0"/>
              </a:rPr>
              <a:t>//0.5 second between arrivals</a:t>
            </a:r>
          </a:p>
          <a:p>
            <a:pPr>
              <a:spcBef>
                <a:spcPct val="0"/>
              </a:spcBef>
              <a:buFontTx/>
              <a:buNone/>
            </a:pPr>
            <a:r>
              <a:rPr lang="en-US" altLang="en-US" sz="2000" b="1" noProof="1">
                <a:latin typeface="Courier New" panose="02070309020205020404" pitchFamily="49" charset="0"/>
              </a:rPr>
              <a:t>        display.setvalue(i);</a:t>
            </a:r>
          </a:p>
          <a:p>
            <a:pPr>
              <a:spcBef>
                <a:spcPct val="0"/>
              </a:spcBef>
              <a:buFontTx/>
              <a:buNone/>
            </a:pPr>
            <a:r>
              <a:rPr lang="en-US" altLang="en-US" sz="2000" b="1" noProof="1">
                <a:latin typeface="Courier New" panose="02070309020205020404" pitchFamily="49" charset="0"/>
              </a:rPr>
              <a:t>        people.increment();</a:t>
            </a:r>
          </a:p>
          <a:p>
            <a:pPr>
              <a:spcBef>
                <a:spcPct val="0"/>
              </a:spcBef>
              <a:buFontTx/>
              <a:buNone/>
            </a:pPr>
            <a:r>
              <a:rPr lang="en-US" altLang="en-US" sz="2000" b="1" noProof="1">
                <a:latin typeface="Courier New" panose="02070309020205020404" pitchFamily="49" charset="0"/>
              </a:rPr>
              <a:t>      }</a:t>
            </a:r>
          </a:p>
          <a:p>
            <a:pPr>
              <a:spcBef>
                <a:spcPct val="0"/>
              </a:spcBef>
              <a:buFontTx/>
              <a:buNone/>
            </a:pPr>
            <a:r>
              <a:rPr lang="en-US" altLang="en-US" sz="2000" b="1" noProof="1">
                <a:latin typeface="Courier New" panose="02070309020205020404" pitchFamily="49" charset="0"/>
              </a:rPr>
              <a:t>    } </a:t>
            </a:r>
            <a:r>
              <a:rPr lang="en-US" altLang="en-US" sz="2000" b="1" noProof="1">
                <a:solidFill>
                  <a:srgbClr val="0000FF"/>
                </a:solidFill>
                <a:latin typeface="Courier New" panose="02070309020205020404" pitchFamily="49" charset="0"/>
              </a:rPr>
              <a:t>catch</a:t>
            </a:r>
            <a:r>
              <a:rPr lang="en-US" altLang="en-US" sz="2000" b="1" noProof="1">
                <a:latin typeface="Courier New" panose="02070309020205020404" pitchFamily="49" charset="0"/>
              </a:rPr>
              <a:t> (InterruptedException e) {}</a:t>
            </a:r>
          </a:p>
          <a:p>
            <a:pPr>
              <a:spcBef>
                <a:spcPct val="0"/>
              </a:spcBef>
              <a:buFontTx/>
              <a:buNone/>
            </a:pPr>
            <a:r>
              <a:rPr lang="en-US" altLang="en-US" sz="2000" b="1" noProof="1">
                <a:latin typeface="Courier New" panose="02070309020205020404" pitchFamily="49" charset="0"/>
              </a:rPr>
              <a:t>  }</a:t>
            </a:r>
          </a:p>
          <a:p>
            <a:pPr>
              <a:spcBef>
                <a:spcPct val="0"/>
              </a:spcBef>
              <a:buFontTx/>
              <a:buNone/>
            </a:pPr>
            <a:r>
              <a:rPr lang="en-US" altLang="en-US" sz="2000" b="1" noProof="1">
                <a:latin typeface="Courier New" panose="02070309020205020404" pitchFamily="49" charset="0"/>
              </a:rPr>
              <a:t>}</a:t>
            </a:r>
            <a:endParaRPr lang="en-GB" altLang="en-US" sz="2000" b="1">
              <a:latin typeface="Courier New" panose="02070309020205020404" pitchFamily="49" charset="0"/>
            </a:endParaRPr>
          </a:p>
        </p:txBody>
      </p:sp>
      <p:sp>
        <p:nvSpPr>
          <p:cNvPr id="36869" name="Text Box 5" descr="50%">
            <a:extLst>
              <a:ext uri="{FF2B5EF4-FFF2-40B4-BE49-F238E27FC236}">
                <a16:creationId xmlns:a16="http://schemas.microsoft.com/office/drawing/2014/main" id="{F2A9E3B8-BA24-4FCA-AC3C-785A172F64F7}"/>
              </a:ext>
            </a:extLst>
          </p:cNvPr>
          <p:cNvSpPr txBox="1">
            <a:spLocks noChangeArrowheads="1"/>
          </p:cNvSpPr>
          <p:nvPr/>
        </p:nvSpPr>
        <p:spPr bwMode="auto">
          <a:xfrm>
            <a:off x="8401050" y="1"/>
            <a:ext cx="2266950" cy="3573463"/>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endParaRPr lang="en-US" altLang="en-US" sz="2400" b="1">
              <a:latin typeface="Times New Roman" panose="02020603050405020304" pitchFamily="18" charset="0"/>
            </a:endParaRPr>
          </a:p>
          <a:p>
            <a:pPr>
              <a:spcBef>
                <a:spcPct val="50000"/>
              </a:spcBef>
              <a:buFontTx/>
              <a:buNone/>
            </a:pPr>
            <a:r>
              <a:rPr lang="en-US" altLang="en-US" sz="2400" b="1" noProof="1">
                <a:latin typeface="Times New Roman" panose="02020603050405020304" pitchFamily="18" charset="0"/>
              </a:rPr>
              <a:t>The </a:t>
            </a:r>
            <a:r>
              <a:rPr lang="en-US" altLang="en-US" sz="2400" b="1" noProof="1">
                <a:latin typeface="Courier New" panose="02070309020205020404" pitchFamily="49" charset="0"/>
              </a:rPr>
              <a:t>run()</a:t>
            </a:r>
            <a:r>
              <a:rPr lang="en-US" altLang="en-US" sz="2400" b="1" noProof="1">
                <a:latin typeface="Times New Roman" panose="02020603050405020304" pitchFamily="18" charset="0"/>
              </a:rPr>
              <a:t> method exits and the thread terminates after </a:t>
            </a:r>
            <a:r>
              <a:rPr lang="en-US" altLang="en-US" sz="2400" b="1" noProof="1">
                <a:latin typeface="Courier New" panose="02070309020205020404" pitchFamily="49" charset="0"/>
              </a:rPr>
              <a:t>Garden.MAX</a:t>
            </a:r>
            <a:r>
              <a:rPr lang="en-US" altLang="en-US" sz="2400" b="1" noProof="1">
                <a:latin typeface="Times New Roman" panose="02020603050405020304" pitchFamily="18" charset="0"/>
              </a:rPr>
              <a:t> visitors have entered.</a:t>
            </a:r>
            <a:endParaRPr lang="en-GB" altLang="en-US" sz="2400" b="1">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C0F33CB2-168E-4D21-9FC0-FBE21F4E45BF}"/>
              </a:ext>
            </a:extLst>
          </p:cNvPr>
          <p:cNvSpPr>
            <a:spLocks noChangeArrowheads="1"/>
          </p:cNvSpPr>
          <p:nvPr/>
        </p:nvSpPr>
        <p:spPr bwMode="auto">
          <a:xfrm>
            <a:off x="2157414" y="1219200"/>
            <a:ext cx="7737475" cy="48006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8915" name="Rectangle 3">
            <a:extLst>
              <a:ext uri="{FF2B5EF4-FFF2-40B4-BE49-F238E27FC236}">
                <a16:creationId xmlns:a16="http://schemas.microsoft.com/office/drawing/2014/main" id="{920A4D78-8BED-47EE-B630-A825542A980F}"/>
              </a:ext>
            </a:extLst>
          </p:cNvPr>
          <p:cNvSpPr>
            <a:spLocks noGrp="1" noChangeArrowheads="1"/>
          </p:cNvSpPr>
          <p:nvPr>
            <p:ph type="title"/>
          </p:nvPr>
        </p:nvSpPr>
        <p:spPr>
          <a:xfrm>
            <a:off x="2027238" y="0"/>
            <a:ext cx="7042150" cy="1143000"/>
          </a:xfrm>
        </p:spPr>
        <p:txBody>
          <a:bodyPr/>
          <a:lstStyle/>
          <a:p>
            <a:pPr eaLnBrk="1" hangingPunct="1"/>
            <a:r>
              <a:rPr lang="en-GB" altLang="en-US" b="1"/>
              <a:t>Counter class</a:t>
            </a:r>
          </a:p>
        </p:txBody>
      </p:sp>
      <p:sp>
        <p:nvSpPr>
          <p:cNvPr id="38916" name="Text Box 4">
            <a:extLst>
              <a:ext uri="{FF2B5EF4-FFF2-40B4-BE49-F238E27FC236}">
                <a16:creationId xmlns:a16="http://schemas.microsoft.com/office/drawing/2014/main" id="{B822E057-2140-419C-8465-B7DE68E7597F}"/>
              </a:ext>
            </a:extLst>
          </p:cNvPr>
          <p:cNvSpPr txBox="1">
            <a:spLocks noChangeArrowheads="1"/>
          </p:cNvSpPr>
          <p:nvPr/>
        </p:nvSpPr>
        <p:spPr bwMode="auto">
          <a:xfrm>
            <a:off x="2227264" y="1295401"/>
            <a:ext cx="7526337"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Counter {</a:t>
            </a:r>
          </a:p>
          <a:p>
            <a:pPr>
              <a:spcBef>
                <a:spcPct val="0"/>
              </a:spcBef>
              <a:buFontTx/>
              <a:buNone/>
            </a:pPr>
            <a:r>
              <a:rPr lang="en-US" altLang="en-US" sz="2000" b="1" noProof="1">
                <a:latin typeface="Courier New" panose="02070309020205020404" pitchFamily="49" charset="0"/>
              </a:rPr>
              <a:t>  int value=0;</a:t>
            </a:r>
          </a:p>
          <a:p>
            <a:pPr>
              <a:spcBef>
                <a:spcPct val="0"/>
              </a:spcBef>
              <a:buFontTx/>
              <a:buNone/>
            </a:pPr>
            <a:r>
              <a:rPr lang="en-US" altLang="en-US" sz="2000" b="1" noProof="1">
                <a:latin typeface="Courier New" panose="02070309020205020404" pitchFamily="49" charset="0"/>
              </a:rPr>
              <a:t>  NumberCanvas display;</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Counter(NumberCanvas n) {</a:t>
            </a:r>
          </a:p>
          <a:p>
            <a:pPr>
              <a:spcBef>
                <a:spcPct val="0"/>
              </a:spcBef>
              <a:buFontTx/>
              <a:buNone/>
            </a:pPr>
            <a:r>
              <a:rPr lang="en-US" altLang="en-US" sz="2000" b="1" noProof="1">
                <a:latin typeface="Courier New" panose="02070309020205020404" pitchFamily="49" charset="0"/>
              </a:rPr>
              <a:t>    display=n;</a:t>
            </a:r>
          </a:p>
          <a:p>
            <a:pPr>
              <a:spcBef>
                <a:spcPct val="0"/>
              </a:spcBef>
              <a:buFontTx/>
              <a:buNone/>
            </a:pPr>
            <a:r>
              <a:rPr lang="en-US" altLang="en-US" sz="2000" b="1" noProof="1">
                <a:latin typeface="Courier New" panose="02070309020205020404" pitchFamily="49" charset="0"/>
              </a:rPr>
              <a:t>    display.setvalue(value);</a:t>
            </a:r>
          </a:p>
          <a:p>
            <a:pPr>
              <a:spcBef>
                <a:spcPct val="0"/>
              </a:spcBef>
              <a:buFontTx/>
              <a:buNone/>
            </a:pPr>
            <a:r>
              <a:rPr lang="en-US" altLang="en-US" sz="2000" b="1" noProof="1">
                <a:latin typeface="Courier New" panose="02070309020205020404" pitchFamily="49" charset="0"/>
              </a:rPr>
              <a:t>  }</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void increment() {</a:t>
            </a:r>
          </a:p>
          <a:p>
            <a:pPr>
              <a:spcBef>
                <a:spcPct val="0"/>
              </a:spcBef>
              <a:buFontTx/>
              <a:buNone/>
            </a:pPr>
            <a:r>
              <a:rPr lang="en-US" altLang="en-US" sz="2000" b="1" noProof="1">
                <a:latin typeface="Courier New" panose="02070309020205020404" pitchFamily="49" charset="0"/>
              </a:rPr>
              <a:t>    int temp = value;   </a:t>
            </a:r>
            <a:r>
              <a:rPr lang="en-US" altLang="en-US" sz="2000" b="1" i="1" noProof="1">
                <a:solidFill>
                  <a:srgbClr val="FF0000"/>
                </a:solidFill>
                <a:latin typeface="Times New Roman" panose="02020603050405020304" pitchFamily="18" charset="0"/>
              </a:rPr>
              <a:t>//read value</a:t>
            </a:r>
            <a:endParaRPr lang="en-US" altLang="en-US" sz="2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Simulate.HWinterrupt();</a:t>
            </a:r>
          </a:p>
          <a:p>
            <a:pPr>
              <a:spcBef>
                <a:spcPct val="0"/>
              </a:spcBef>
              <a:buFontTx/>
              <a:buNone/>
            </a:pPr>
            <a:r>
              <a:rPr lang="en-US" altLang="en-US" sz="2000" b="1" noProof="1">
                <a:latin typeface="Courier New" panose="02070309020205020404" pitchFamily="49" charset="0"/>
              </a:rPr>
              <a:t>    value=temp+1;       </a:t>
            </a:r>
            <a:r>
              <a:rPr lang="en-US" altLang="en-US" sz="2000" b="1" i="1" noProof="1">
                <a:solidFill>
                  <a:srgbClr val="FF0000"/>
                </a:solidFill>
                <a:latin typeface="Times New Roman" panose="02020603050405020304" pitchFamily="18" charset="0"/>
              </a:rPr>
              <a:t>//write value</a:t>
            </a:r>
            <a:endParaRPr lang="en-US" altLang="en-US" sz="2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display.setvalue(value);</a:t>
            </a:r>
          </a:p>
          <a:p>
            <a:pPr>
              <a:spcBef>
                <a:spcPct val="0"/>
              </a:spcBef>
              <a:buFontTx/>
              <a:buNone/>
            </a:pPr>
            <a:r>
              <a:rPr lang="en-US" altLang="en-US" sz="2000" b="1" noProof="1">
                <a:latin typeface="Courier New" panose="02070309020205020404" pitchFamily="49" charset="0"/>
              </a:rPr>
              <a:t>  }</a:t>
            </a:r>
          </a:p>
          <a:p>
            <a:pPr>
              <a:spcBef>
                <a:spcPct val="0"/>
              </a:spcBef>
              <a:buFontTx/>
              <a:buNone/>
            </a:pPr>
            <a:r>
              <a:rPr lang="en-US" altLang="en-US" sz="2000" b="1" noProof="1">
                <a:latin typeface="Courier New" panose="02070309020205020404" pitchFamily="49" charset="0"/>
              </a:rPr>
              <a:t>}</a:t>
            </a:r>
          </a:p>
        </p:txBody>
      </p:sp>
      <p:sp>
        <p:nvSpPr>
          <p:cNvPr id="38917" name="Text Box 5" descr="50%">
            <a:extLst>
              <a:ext uri="{FF2B5EF4-FFF2-40B4-BE49-F238E27FC236}">
                <a16:creationId xmlns:a16="http://schemas.microsoft.com/office/drawing/2014/main" id="{14C2E4B3-F56A-438D-830B-C5260F87E4DA}"/>
              </a:ext>
            </a:extLst>
          </p:cNvPr>
          <p:cNvSpPr txBox="1">
            <a:spLocks noChangeArrowheads="1"/>
          </p:cNvSpPr>
          <p:nvPr/>
        </p:nvSpPr>
        <p:spPr bwMode="auto">
          <a:xfrm>
            <a:off x="7754938" y="0"/>
            <a:ext cx="2913062" cy="6311900"/>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GB" altLang="en-US" sz="2400" b="1">
              <a:latin typeface="Times New Roman" panose="02020603050405020304" pitchFamily="18" charset="0"/>
            </a:endParaRPr>
          </a:p>
          <a:p>
            <a:pPr>
              <a:spcBef>
                <a:spcPct val="0"/>
              </a:spcBef>
              <a:buFontTx/>
              <a:buNone/>
            </a:pPr>
            <a:r>
              <a:rPr lang="en-GB" altLang="en-US" sz="2400" b="1">
                <a:latin typeface="Times New Roman" panose="02020603050405020304" pitchFamily="18" charset="0"/>
              </a:rPr>
              <a:t>Hardware interrupts can occur at arbitrary times.</a:t>
            </a:r>
          </a:p>
          <a:p>
            <a:pPr>
              <a:spcBef>
                <a:spcPct val="0"/>
              </a:spcBef>
              <a:buFontTx/>
              <a:buNone/>
            </a:pPr>
            <a:r>
              <a:rPr lang="en-GB" altLang="en-US" sz="2400" b="1">
                <a:latin typeface="Times New Roman" panose="02020603050405020304" pitchFamily="18" charset="0"/>
              </a:rPr>
              <a:t>The </a:t>
            </a:r>
            <a:r>
              <a:rPr lang="en-GB" altLang="en-US" sz="2400" b="1">
                <a:latin typeface="Courier New" panose="02070309020205020404" pitchFamily="49" charset="0"/>
              </a:rPr>
              <a:t>counter</a:t>
            </a:r>
            <a:r>
              <a:rPr lang="en-GB" altLang="en-US" sz="2400" b="1">
                <a:latin typeface="Times New Roman" panose="02020603050405020304" pitchFamily="18" charset="0"/>
              </a:rPr>
              <a:t> simulates a hardware interrupt during an </a:t>
            </a:r>
            <a:r>
              <a:rPr lang="en-GB" altLang="en-US" sz="2400" b="1" noProof="1">
                <a:latin typeface="Courier New" panose="02070309020205020404" pitchFamily="49" charset="0"/>
              </a:rPr>
              <a:t>increment()</a:t>
            </a:r>
            <a:r>
              <a:rPr lang="en-GB" altLang="en-US" sz="2400" b="1">
                <a:latin typeface="Times New Roman" panose="02020603050405020304" pitchFamily="18" charset="0"/>
              </a:rPr>
              <a:t>, between reading and writing to the shared counter </a:t>
            </a:r>
            <a:r>
              <a:rPr lang="en-GB" altLang="en-US" sz="2400" b="1">
                <a:latin typeface="Courier New" panose="02070309020205020404" pitchFamily="49" charset="0"/>
              </a:rPr>
              <a:t>value</a:t>
            </a:r>
            <a:r>
              <a:rPr lang="en-GB" altLang="en-US" sz="2400" b="1">
                <a:latin typeface="Times New Roman" panose="02020603050405020304" pitchFamily="18" charset="0"/>
              </a:rPr>
              <a:t>. Interrupt randomly calls </a:t>
            </a:r>
            <a:r>
              <a:rPr lang="en-GB" altLang="en-US" sz="2400" b="1">
                <a:latin typeface="Courier New" panose="02070309020205020404" pitchFamily="49" charset="0"/>
              </a:rPr>
              <a:t>Thread.sleep()</a:t>
            </a:r>
            <a:r>
              <a:rPr lang="en-GB" altLang="en-US" sz="2400" b="1">
                <a:latin typeface="Times New Roman" panose="02020603050405020304" pitchFamily="18" charset="0"/>
              </a:rPr>
              <a:t> to force a thread switch.</a:t>
            </a:r>
            <a:r>
              <a:rPr lang="en-GB" altLang="en-US" sz="2000">
                <a:latin typeface="Times New Roman" panose="02020603050405020304"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F2CF9A29-6976-468A-A6C4-BDBBF8EE94D9}"/>
              </a:ext>
            </a:extLst>
          </p:cNvPr>
          <p:cNvSpPr>
            <a:spLocks noGrp="1" noChangeArrowheads="1"/>
          </p:cNvSpPr>
          <p:nvPr>
            <p:ph type="title"/>
          </p:nvPr>
        </p:nvSpPr>
        <p:spPr>
          <a:xfrm>
            <a:off x="2009775" y="0"/>
            <a:ext cx="7042150" cy="1143000"/>
          </a:xfrm>
        </p:spPr>
        <p:txBody>
          <a:bodyPr/>
          <a:lstStyle/>
          <a:p>
            <a:pPr eaLnBrk="1" hangingPunct="1"/>
            <a:r>
              <a:rPr lang="en-GB" altLang="en-US" b="1"/>
              <a:t>Ornamental garden program - display</a:t>
            </a:r>
          </a:p>
        </p:txBody>
      </p:sp>
      <p:sp>
        <p:nvSpPr>
          <p:cNvPr id="40963" name="Rectangle 8">
            <a:extLst>
              <a:ext uri="{FF2B5EF4-FFF2-40B4-BE49-F238E27FC236}">
                <a16:creationId xmlns:a16="http://schemas.microsoft.com/office/drawing/2014/main" id="{FFEB55BD-AFBD-4216-A2C0-052297B28241}"/>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pic>
        <p:nvPicPr>
          <p:cNvPr id="40964" name="Picture 4" descr="figure4-3">
            <a:extLst>
              <a:ext uri="{FF2B5EF4-FFF2-40B4-BE49-F238E27FC236}">
                <a16:creationId xmlns:a16="http://schemas.microsoft.com/office/drawing/2014/main" id="{80FE329B-C558-4D96-8B70-C728783C03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263" y="2211389"/>
            <a:ext cx="7175500"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B5E9DF1-EB4C-4AED-B343-EE6E1B8CA541}"/>
              </a:ext>
            </a:extLst>
          </p:cNvPr>
          <p:cNvSpPr>
            <a:spLocks noGrp="1" noChangeArrowheads="1"/>
          </p:cNvSpPr>
          <p:nvPr>
            <p:ph type="title"/>
          </p:nvPr>
        </p:nvSpPr>
        <p:spPr>
          <a:xfrm>
            <a:off x="1973263" y="317501"/>
            <a:ext cx="7042150" cy="638175"/>
          </a:xfrm>
        </p:spPr>
        <p:txBody>
          <a:bodyPr/>
          <a:lstStyle/>
          <a:p>
            <a:pPr eaLnBrk="1" hangingPunct="1"/>
            <a:r>
              <a:rPr lang="en-GB" altLang="en-US" b="1"/>
              <a:t>Group Discussion</a:t>
            </a:r>
          </a:p>
        </p:txBody>
      </p:sp>
      <p:sp>
        <p:nvSpPr>
          <p:cNvPr id="43011" name="Rectangle 8">
            <a:extLst>
              <a:ext uri="{FF2B5EF4-FFF2-40B4-BE49-F238E27FC236}">
                <a16:creationId xmlns:a16="http://schemas.microsoft.com/office/drawing/2014/main" id="{B1B3C682-B334-438D-91EC-D84975EF26DB}"/>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43012" name="Text Box 3">
            <a:extLst>
              <a:ext uri="{FF2B5EF4-FFF2-40B4-BE49-F238E27FC236}">
                <a16:creationId xmlns:a16="http://schemas.microsoft.com/office/drawing/2014/main" id="{91F02ED8-7702-49D8-A84F-2D22110912EC}"/>
              </a:ext>
            </a:extLst>
          </p:cNvPr>
          <p:cNvSpPr txBox="1">
            <a:spLocks noChangeArrowheads="1"/>
          </p:cNvSpPr>
          <p:nvPr/>
        </p:nvSpPr>
        <p:spPr bwMode="auto">
          <a:xfrm>
            <a:off x="1836739" y="4608514"/>
            <a:ext cx="7526337"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a:latin typeface="Comic Sans MS" panose="030F0702030302020204" pitchFamily="66" charset="0"/>
              </a:rPr>
              <a:t>After the East and West turnstile threads have each incremented its counter 20 times, the garden people counter is not the sum of the counts displayed. Counter increments have been lost.  </a:t>
            </a:r>
            <a:r>
              <a:rPr lang="en-GB" altLang="en-US" b="1" i="1">
                <a:solidFill>
                  <a:srgbClr val="CC3300"/>
                </a:solidFill>
                <a:latin typeface="Comic Sans MS" panose="030F0702030302020204" pitchFamily="66" charset="0"/>
              </a:rPr>
              <a:t>Why?</a:t>
            </a:r>
            <a:endParaRPr lang="en-GB" altLang="en-US" i="1">
              <a:solidFill>
                <a:srgbClr val="CC3300"/>
              </a:solidFill>
              <a:latin typeface="Comic Sans MS" panose="030F0702030302020204" pitchFamily="66" charset="0"/>
            </a:endParaRPr>
          </a:p>
        </p:txBody>
      </p:sp>
      <p:pic>
        <p:nvPicPr>
          <p:cNvPr id="43013" name="Picture 4" descr="figure4-3">
            <a:extLst>
              <a:ext uri="{FF2B5EF4-FFF2-40B4-BE49-F238E27FC236}">
                <a16:creationId xmlns:a16="http://schemas.microsoft.com/office/drawing/2014/main" id="{ED3EBD95-DB3E-43AE-B3CD-3FEF54D8B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6738" y="1503364"/>
            <a:ext cx="7175500"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8">
            <a:extLst>
              <a:ext uri="{FF2B5EF4-FFF2-40B4-BE49-F238E27FC236}">
                <a16:creationId xmlns:a16="http://schemas.microsoft.com/office/drawing/2014/main" id="{3632B136-7CAA-4397-86B1-5816552A9736}"/>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45059" name="Text Box 2">
            <a:extLst>
              <a:ext uri="{FF2B5EF4-FFF2-40B4-BE49-F238E27FC236}">
                <a16:creationId xmlns:a16="http://schemas.microsoft.com/office/drawing/2014/main" id="{B4BB494F-12AD-4F54-99E2-D3E1810CA401}"/>
              </a:ext>
            </a:extLst>
          </p:cNvPr>
          <p:cNvSpPr txBox="1">
            <a:spLocks noChangeArrowheads="1"/>
          </p:cNvSpPr>
          <p:nvPr/>
        </p:nvSpPr>
        <p:spPr bwMode="auto">
          <a:xfrm>
            <a:off x="3632201" y="344488"/>
            <a:ext cx="45688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3600" b="1"/>
              <a:t>Summary</a:t>
            </a:r>
          </a:p>
        </p:txBody>
      </p:sp>
      <p:sp>
        <p:nvSpPr>
          <p:cNvPr id="45060" name="Text Box 3">
            <a:extLst>
              <a:ext uri="{FF2B5EF4-FFF2-40B4-BE49-F238E27FC236}">
                <a16:creationId xmlns:a16="http://schemas.microsoft.com/office/drawing/2014/main" id="{6BD1683C-96E0-41F2-9516-129CAD6685A1}"/>
              </a:ext>
            </a:extLst>
          </p:cNvPr>
          <p:cNvSpPr txBox="1">
            <a:spLocks noChangeArrowheads="1"/>
          </p:cNvSpPr>
          <p:nvPr/>
        </p:nvSpPr>
        <p:spPr bwMode="auto">
          <a:xfrm>
            <a:off x="2308226" y="2138364"/>
            <a:ext cx="7694613"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223838" indent="-223838">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800"/>
              <a:t>- The simple model of interleaving is insufficient to resolve complexities in constructing concurrent programs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8">
            <a:extLst>
              <a:ext uri="{FF2B5EF4-FFF2-40B4-BE49-F238E27FC236}">
                <a16:creationId xmlns:a16="http://schemas.microsoft.com/office/drawing/2014/main" id="{7A4FBC10-DFFF-440F-8A1D-6DB498C88572}"/>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47107" name="Text Box 2">
            <a:extLst>
              <a:ext uri="{FF2B5EF4-FFF2-40B4-BE49-F238E27FC236}">
                <a16:creationId xmlns:a16="http://schemas.microsoft.com/office/drawing/2014/main" id="{27CCDFC7-25BC-4980-A888-60F936D4E289}"/>
              </a:ext>
            </a:extLst>
          </p:cNvPr>
          <p:cNvSpPr txBox="1">
            <a:spLocks noChangeArrowheads="1"/>
          </p:cNvSpPr>
          <p:nvPr/>
        </p:nvSpPr>
        <p:spPr bwMode="auto">
          <a:xfrm>
            <a:off x="3621088" y="0"/>
            <a:ext cx="399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Learning Outcomes</a:t>
            </a:r>
          </a:p>
        </p:txBody>
      </p:sp>
      <p:sp>
        <p:nvSpPr>
          <p:cNvPr id="47108" name="Rectangle 3">
            <a:extLst>
              <a:ext uri="{FF2B5EF4-FFF2-40B4-BE49-F238E27FC236}">
                <a16:creationId xmlns:a16="http://schemas.microsoft.com/office/drawing/2014/main" id="{4DFA0C0C-AD9F-4890-9062-1E16AE7F6BEB}"/>
              </a:ext>
            </a:extLst>
          </p:cNvPr>
          <p:cNvSpPr>
            <a:spLocks noChangeArrowheads="1"/>
          </p:cNvSpPr>
          <p:nvPr/>
        </p:nvSpPr>
        <p:spPr bwMode="auto">
          <a:xfrm>
            <a:off x="1524001" y="1660525"/>
            <a:ext cx="8545513" cy="411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tabLst>
                <a:tab pos="914400" algn="l"/>
              </a:tabLst>
              <a:defRPr sz="3200">
                <a:solidFill>
                  <a:schemeClr val="tx1"/>
                </a:solidFill>
                <a:latin typeface="Arial" panose="020B0604020202020204" pitchFamily="34" charset="0"/>
              </a:defRPr>
            </a:lvl1pPr>
            <a:lvl2pPr marL="800100" indent="-342900">
              <a:spcBef>
                <a:spcPct val="20000"/>
              </a:spcBef>
              <a:buChar char="–"/>
              <a:tabLst>
                <a:tab pos="914400" algn="l"/>
              </a:tabLst>
              <a:defRPr sz="2800">
                <a:solidFill>
                  <a:schemeClr val="tx1"/>
                </a:solidFill>
                <a:latin typeface="Arial" panose="020B0604020202020204" pitchFamily="34" charset="0"/>
              </a:defRPr>
            </a:lvl2pPr>
            <a:lvl3pPr marL="1143000" indent="-228600">
              <a:spcBef>
                <a:spcPct val="20000"/>
              </a:spcBef>
              <a:buChar char="•"/>
              <a:tabLst>
                <a:tab pos="914400" algn="l"/>
              </a:tabLst>
              <a:defRPr sz="2400">
                <a:solidFill>
                  <a:schemeClr val="tx1"/>
                </a:solidFill>
                <a:latin typeface="Arial" panose="020B0604020202020204" pitchFamily="34" charset="0"/>
              </a:defRPr>
            </a:lvl3pPr>
            <a:lvl4pPr marL="1600200" indent="-228600">
              <a:spcBef>
                <a:spcPct val="20000"/>
              </a:spcBef>
              <a:buChar char="–"/>
              <a:tabLst>
                <a:tab pos="914400" algn="l"/>
              </a:tabLst>
              <a:defRPr sz="2000">
                <a:solidFill>
                  <a:schemeClr val="tx1"/>
                </a:solidFill>
                <a:latin typeface="Arial" panose="020B0604020202020204" pitchFamily="34" charset="0"/>
              </a:defRPr>
            </a:lvl4pPr>
            <a:lvl5pPr marL="2057400" indent="-22860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eaLnBrk="1" hangingPunct="1">
              <a:spcBef>
                <a:spcPct val="0"/>
              </a:spcBef>
              <a:buFontTx/>
              <a:buNone/>
            </a:pPr>
            <a:r>
              <a:rPr lang="en-GB" altLang="en-US" b="1"/>
              <a:t>   At the end of this module, you should be able to do the following:</a:t>
            </a:r>
          </a:p>
          <a:p>
            <a:pPr eaLnBrk="1" hangingPunct="1">
              <a:spcBef>
                <a:spcPct val="0"/>
              </a:spcBef>
              <a:buFontTx/>
              <a:buNone/>
            </a:pPr>
            <a:endParaRPr lang="en-GB" altLang="en-US" b="1"/>
          </a:p>
          <a:p>
            <a:pPr lvl="1" eaLnBrk="1" hangingPunct="1">
              <a:spcBef>
                <a:spcPct val="0"/>
              </a:spcBef>
              <a:buFontTx/>
              <a:buAutoNum type="arabicPeriod"/>
            </a:pPr>
            <a:r>
              <a:rPr lang="en-GB" altLang="en-US" b="1"/>
              <a:t>Discuss the concept of interference.</a:t>
            </a:r>
          </a:p>
          <a:p>
            <a:pPr lvl="1" eaLnBrk="1" hangingPunct="1">
              <a:spcBef>
                <a:spcPct val="0"/>
              </a:spcBef>
              <a:buFontTx/>
              <a:buAutoNum type="arabicPeriod"/>
            </a:pPr>
            <a:r>
              <a:rPr lang="en-GB" altLang="en-US" b="1"/>
              <a:t>Describe the process of mutual exclusion.</a:t>
            </a:r>
          </a:p>
          <a:p>
            <a:pPr lvl="1" eaLnBrk="1" hangingPunct="1">
              <a:spcBef>
                <a:spcPct val="0"/>
              </a:spcBef>
              <a:buFontTx/>
              <a:buAutoNum type="arabicPeriod"/>
            </a:pPr>
            <a:r>
              <a:rPr lang="en-GB" altLang="en-US" b="1"/>
              <a:t>Check model for interference.</a:t>
            </a:r>
          </a:p>
          <a:p>
            <a:pPr lvl="1" eaLnBrk="1" hangingPunct="1">
              <a:spcBef>
                <a:spcPct val="0"/>
              </a:spcBef>
              <a:buFontTx/>
              <a:buAutoNum type="arabicPeriod"/>
            </a:pPr>
            <a:r>
              <a:rPr lang="en-GB" altLang="en-US" b="1"/>
              <a:t>Model mutual exclusion.</a:t>
            </a:r>
          </a:p>
          <a:p>
            <a:pPr lvl="1" eaLnBrk="1" hangingPunct="1">
              <a:spcBef>
                <a:spcPct val="0"/>
              </a:spcBef>
              <a:buFontTx/>
              <a:buAutoNum type="arabicPeriod"/>
            </a:pPr>
            <a:r>
              <a:rPr lang="en-GB" altLang="en-US" b="1"/>
              <a:t>Perform mutual exclusion in Java using synchronised method/object.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5CE7EEF-F03F-4434-BA0F-0229CCCA77E6}"/>
              </a:ext>
            </a:extLst>
          </p:cNvPr>
          <p:cNvSpPr>
            <a:spLocks noGrp="1" noChangeArrowheads="1"/>
          </p:cNvSpPr>
          <p:nvPr>
            <p:ph type="title"/>
          </p:nvPr>
        </p:nvSpPr>
        <p:spPr>
          <a:xfrm>
            <a:off x="2009775" y="0"/>
            <a:ext cx="7042150" cy="1143000"/>
          </a:xfrm>
        </p:spPr>
        <p:txBody>
          <a:bodyPr/>
          <a:lstStyle/>
          <a:p>
            <a:pPr eaLnBrk="1" hangingPunct="1"/>
            <a:r>
              <a:rPr lang="en-GB" altLang="en-US" b="1"/>
              <a:t>Ornamental garden program - display</a:t>
            </a:r>
          </a:p>
        </p:txBody>
      </p:sp>
      <p:sp>
        <p:nvSpPr>
          <p:cNvPr id="49155" name="Text Box 3">
            <a:extLst>
              <a:ext uri="{FF2B5EF4-FFF2-40B4-BE49-F238E27FC236}">
                <a16:creationId xmlns:a16="http://schemas.microsoft.com/office/drawing/2014/main" id="{B5066BC0-308F-43BC-A4A2-77AD41975FF6}"/>
              </a:ext>
            </a:extLst>
          </p:cNvPr>
          <p:cNvSpPr txBox="1">
            <a:spLocks noChangeArrowheads="1"/>
          </p:cNvSpPr>
          <p:nvPr/>
        </p:nvSpPr>
        <p:spPr bwMode="auto">
          <a:xfrm>
            <a:off x="2525714" y="4665663"/>
            <a:ext cx="752633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dirty="0">
                <a:latin typeface="Comic Sans MS" panose="030F0702030302020204" pitchFamily="66" charset="0"/>
              </a:rPr>
              <a:t>After the East and West turnstile threads have each incremented its counter 20 times, the garden people counter is not the sum of the counts displayed. Counter increments have been lost.  </a:t>
            </a:r>
            <a:r>
              <a:rPr lang="en-GB" altLang="en-US" sz="2400" b="1" i="1" dirty="0">
                <a:solidFill>
                  <a:srgbClr val="CC3300"/>
                </a:solidFill>
                <a:latin typeface="Comic Sans MS" panose="030F0702030302020204" pitchFamily="66" charset="0"/>
              </a:rPr>
              <a:t>Why?</a:t>
            </a:r>
            <a:endParaRPr lang="en-GB" altLang="en-US" sz="2400" i="1" dirty="0">
              <a:solidFill>
                <a:srgbClr val="CC3300"/>
              </a:solidFill>
              <a:latin typeface="Comic Sans MS" panose="030F0702030302020204" pitchFamily="66" charset="0"/>
            </a:endParaRPr>
          </a:p>
        </p:txBody>
      </p:sp>
      <p:pic>
        <p:nvPicPr>
          <p:cNvPr id="49156" name="Picture 4" descr="figure4-3">
            <a:extLst>
              <a:ext uri="{FF2B5EF4-FFF2-40B4-BE49-F238E27FC236}">
                <a16:creationId xmlns:a16="http://schemas.microsoft.com/office/drawing/2014/main" id="{361F407E-C21B-4746-9CCD-E2E6842A6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0" y="1371600"/>
            <a:ext cx="7175500"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45ACAE6-B066-4EB8-B1D2-D6CEC55DB9D1}"/>
              </a:ext>
            </a:extLst>
          </p:cNvPr>
          <p:cNvSpPr>
            <a:spLocks noGrp="1" noChangeArrowheads="1"/>
          </p:cNvSpPr>
          <p:nvPr>
            <p:ph type="title"/>
          </p:nvPr>
        </p:nvSpPr>
        <p:spPr>
          <a:xfrm>
            <a:off x="2046288" y="0"/>
            <a:ext cx="7042150" cy="844550"/>
          </a:xfrm>
        </p:spPr>
        <p:txBody>
          <a:bodyPr/>
          <a:lstStyle/>
          <a:p>
            <a:pPr eaLnBrk="1" hangingPunct="1"/>
            <a:r>
              <a:rPr lang="en-GB" altLang="en-US" b="1"/>
              <a:t>Concurrent method activation</a:t>
            </a:r>
          </a:p>
        </p:txBody>
      </p:sp>
      <p:sp>
        <p:nvSpPr>
          <p:cNvPr id="51203" name="Rectangle 3">
            <a:extLst>
              <a:ext uri="{FF2B5EF4-FFF2-40B4-BE49-F238E27FC236}">
                <a16:creationId xmlns:a16="http://schemas.microsoft.com/office/drawing/2014/main" id="{41FFA141-E5B5-4F11-B6EE-E817598CC33D}"/>
              </a:ext>
            </a:extLst>
          </p:cNvPr>
          <p:cNvSpPr>
            <a:spLocks noChangeArrowheads="1"/>
          </p:cNvSpPr>
          <p:nvPr/>
        </p:nvSpPr>
        <p:spPr bwMode="auto">
          <a:xfrm>
            <a:off x="1914525" y="1014414"/>
            <a:ext cx="752633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spcAft>
                <a:spcPts val="1200"/>
              </a:spcAft>
              <a:buNone/>
            </a:pPr>
            <a:r>
              <a:rPr lang="en-GB" altLang="en-US" sz="2400">
                <a:latin typeface="Comic Sans MS" panose="030F0702030302020204" pitchFamily="66" charset="0"/>
              </a:rPr>
              <a:t>Java method activations are not atomic - thread objects</a:t>
            </a:r>
            <a:r>
              <a:rPr lang="en-GB" altLang="en-US" sz="2400">
                <a:latin typeface="Times New Roman" panose="02020603050405020304" pitchFamily="18" charset="0"/>
              </a:rPr>
              <a:t> </a:t>
            </a:r>
            <a:r>
              <a:rPr lang="en-GB" altLang="en-US" sz="2400" b="1">
                <a:latin typeface="Courier New" panose="02070309020205020404" pitchFamily="49" charset="0"/>
              </a:rPr>
              <a:t>east</a:t>
            </a:r>
            <a:r>
              <a:rPr lang="en-GB" altLang="en-US" sz="2400">
                <a:latin typeface="Times New Roman" panose="02020603050405020304" pitchFamily="18" charset="0"/>
              </a:rPr>
              <a:t> </a:t>
            </a:r>
            <a:r>
              <a:rPr lang="en-GB" altLang="en-US" sz="2400">
                <a:latin typeface="Comic Sans MS" panose="030F0702030302020204" pitchFamily="66" charset="0"/>
              </a:rPr>
              <a:t>and</a:t>
            </a:r>
            <a:r>
              <a:rPr lang="en-GB" altLang="en-US" sz="2400">
                <a:latin typeface="Times New Roman" panose="02020603050405020304" pitchFamily="18" charset="0"/>
              </a:rPr>
              <a:t> </a:t>
            </a:r>
            <a:r>
              <a:rPr lang="en-GB" altLang="en-US" sz="2400" b="1">
                <a:latin typeface="Courier New" panose="02070309020205020404" pitchFamily="49" charset="0"/>
              </a:rPr>
              <a:t>west</a:t>
            </a:r>
            <a:r>
              <a:rPr lang="en-GB" altLang="en-US" sz="2400">
                <a:latin typeface="Times New Roman" panose="02020603050405020304" pitchFamily="18" charset="0"/>
              </a:rPr>
              <a:t> </a:t>
            </a:r>
            <a:r>
              <a:rPr lang="en-GB" altLang="en-US" sz="2400">
                <a:latin typeface="Comic Sans MS" panose="030F0702030302020204" pitchFamily="66" charset="0"/>
              </a:rPr>
              <a:t>may be executing the code for the increment method at the same time.</a:t>
            </a:r>
          </a:p>
        </p:txBody>
      </p:sp>
      <p:sp>
        <p:nvSpPr>
          <p:cNvPr id="51204" name="Text Box 4">
            <a:extLst>
              <a:ext uri="{FF2B5EF4-FFF2-40B4-BE49-F238E27FC236}">
                <a16:creationId xmlns:a16="http://schemas.microsoft.com/office/drawing/2014/main" id="{65A14076-B226-43D3-AC91-98F25EE78B46}"/>
              </a:ext>
            </a:extLst>
          </p:cNvPr>
          <p:cNvSpPr txBox="1">
            <a:spLocks noChangeArrowheads="1"/>
          </p:cNvSpPr>
          <p:nvPr/>
        </p:nvSpPr>
        <p:spPr bwMode="auto">
          <a:xfrm>
            <a:off x="8551863" y="2971801"/>
            <a:ext cx="1060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b="1">
                <a:latin typeface="Comic Sans MS" panose="030F0702030302020204" pitchFamily="66" charset="0"/>
              </a:rPr>
              <a:t>east</a:t>
            </a:r>
            <a:endParaRPr lang="en-GB" altLang="en-US" sz="2000">
              <a:latin typeface="Comic Sans MS" panose="030F0702030302020204" pitchFamily="66" charset="0"/>
            </a:endParaRPr>
          </a:p>
        </p:txBody>
      </p:sp>
      <p:sp>
        <p:nvSpPr>
          <p:cNvPr id="51205" name="Text Box 5">
            <a:extLst>
              <a:ext uri="{FF2B5EF4-FFF2-40B4-BE49-F238E27FC236}">
                <a16:creationId xmlns:a16="http://schemas.microsoft.com/office/drawing/2014/main" id="{2FFA2BE7-13D8-4E69-BDEA-FB5B4F106C9A}"/>
              </a:ext>
            </a:extLst>
          </p:cNvPr>
          <p:cNvSpPr txBox="1">
            <a:spLocks noChangeArrowheads="1"/>
          </p:cNvSpPr>
          <p:nvPr/>
        </p:nvSpPr>
        <p:spPr bwMode="auto">
          <a:xfrm>
            <a:off x="2579688" y="2819401"/>
            <a:ext cx="984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800" b="1">
                <a:latin typeface="Comic Sans MS" panose="030F0702030302020204" pitchFamily="66" charset="0"/>
              </a:rPr>
              <a:t>west</a:t>
            </a:r>
            <a:endParaRPr lang="en-GB" altLang="en-US" sz="2000">
              <a:latin typeface="Comic Sans MS" panose="030F0702030302020204" pitchFamily="66" charset="0"/>
            </a:endParaRPr>
          </a:p>
        </p:txBody>
      </p:sp>
      <p:sp>
        <p:nvSpPr>
          <p:cNvPr id="51206" name="Text Box 6">
            <a:extLst>
              <a:ext uri="{FF2B5EF4-FFF2-40B4-BE49-F238E27FC236}">
                <a16:creationId xmlns:a16="http://schemas.microsoft.com/office/drawing/2014/main" id="{93FDC997-C36A-4F34-8E5F-B886DBB62C61}"/>
              </a:ext>
            </a:extLst>
          </p:cNvPr>
          <p:cNvSpPr txBox="1">
            <a:spLocks noChangeArrowheads="1"/>
          </p:cNvSpPr>
          <p:nvPr/>
        </p:nvSpPr>
        <p:spPr bwMode="auto">
          <a:xfrm>
            <a:off x="4759326" y="3657600"/>
            <a:ext cx="285526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increment:</a:t>
            </a:r>
            <a:endParaRPr lang="en-GB" altLang="en-US" sz="2400">
              <a:latin typeface="Comic Sans MS" panose="030F0702030302020204" pitchFamily="66" charset="0"/>
            </a:endParaRPr>
          </a:p>
          <a:p>
            <a:pPr>
              <a:spcBef>
                <a:spcPct val="0"/>
              </a:spcBef>
              <a:buFontTx/>
              <a:buNone/>
            </a:pPr>
            <a:endParaRPr lang="en-GB" altLang="en-US" sz="2400">
              <a:latin typeface="Comic Sans MS" panose="030F0702030302020204" pitchFamily="66" charset="0"/>
            </a:endParaRPr>
          </a:p>
          <a:p>
            <a:pPr>
              <a:spcBef>
                <a:spcPct val="0"/>
              </a:spcBef>
              <a:buFontTx/>
              <a:buNone/>
            </a:pPr>
            <a:r>
              <a:rPr lang="en-GB" altLang="en-US" sz="2400" b="1">
                <a:latin typeface="Comic Sans MS" panose="030F0702030302020204" pitchFamily="66" charset="0"/>
              </a:rPr>
              <a:t>   read value</a:t>
            </a:r>
            <a:endParaRPr lang="en-GB" altLang="en-US" sz="2400">
              <a:latin typeface="Comic Sans MS" panose="030F0702030302020204" pitchFamily="66" charset="0"/>
            </a:endParaRPr>
          </a:p>
          <a:p>
            <a:pPr>
              <a:spcBef>
                <a:spcPct val="0"/>
              </a:spcBef>
              <a:buFontTx/>
              <a:buNone/>
            </a:pPr>
            <a:endParaRPr lang="en-GB" altLang="en-US" sz="2400">
              <a:latin typeface="Comic Sans MS" panose="030F0702030302020204" pitchFamily="66" charset="0"/>
            </a:endParaRPr>
          </a:p>
          <a:p>
            <a:pPr>
              <a:spcBef>
                <a:spcPct val="0"/>
              </a:spcBef>
              <a:buFontTx/>
              <a:buNone/>
            </a:pPr>
            <a:r>
              <a:rPr lang="en-GB" altLang="en-US" sz="2400" b="1">
                <a:latin typeface="Comic Sans MS" panose="030F0702030302020204" pitchFamily="66" charset="0"/>
              </a:rPr>
              <a:t>   write value + 1</a:t>
            </a:r>
            <a:endParaRPr lang="en-GB" altLang="en-US" sz="2400">
              <a:latin typeface="Comic Sans MS" panose="030F0702030302020204" pitchFamily="66" charset="0"/>
            </a:endParaRPr>
          </a:p>
        </p:txBody>
      </p:sp>
      <p:cxnSp>
        <p:nvCxnSpPr>
          <p:cNvPr id="51207" name="AutoShape 7">
            <a:extLst>
              <a:ext uri="{FF2B5EF4-FFF2-40B4-BE49-F238E27FC236}">
                <a16:creationId xmlns:a16="http://schemas.microsoft.com/office/drawing/2014/main" id="{E5C271CF-4035-4D94-AFE2-DAEFA86D2855}"/>
              </a:ext>
            </a:extLst>
          </p:cNvPr>
          <p:cNvCxnSpPr>
            <a:cxnSpLocks noChangeShapeType="1"/>
            <a:endCxn id="51206" idx="1"/>
          </p:cNvCxnSpPr>
          <p:nvPr/>
        </p:nvCxnSpPr>
        <p:spPr bwMode="auto">
          <a:xfrm>
            <a:off x="3200401" y="3505200"/>
            <a:ext cx="1558925" cy="1121896"/>
          </a:xfrm>
          <a:prstGeom prst="bentConnector3">
            <a:avLst>
              <a:gd name="adj1" fmla="val 50000"/>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208" name="AutoShape 8">
            <a:extLst>
              <a:ext uri="{FF2B5EF4-FFF2-40B4-BE49-F238E27FC236}">
                <a16:creationId xmlns:a16="http://schemas.microsoft.com/office/drawing/2014/main" id="{1C692E2B-2842-4967-BF16-7C2DE8C310F2}"/>
              </a:ext>
            </a:extLst>
          </p:cNvPr>
          <p:cNvCxnSpPr>
            <a:cxnSpLocks noChangeShapeType="1"/>
          </p:cNvCxnSpPr>
          <p:nvPr/>
        </p:nvCxnSpPr>
        <p:spPr bwMode="auto">
          <a:xfrm rot="10800000" flipV="1">
            <a:off x="7924800" y="3657600"/>
            <a:ext cx="1676400" cy="1644650"/>
          </a:xfrm>
          <a:prstGeom prst="bentConnector3">
            <a:avLst>
              <a:gd name="adj1" fmla="val 50000"/>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51209" name="Text Box 9">
            <a:extLst>
              <a:ext uri="{FF2B5EF4-FFF2-40B4-BE49-F238E27FC236}">
                <a16:creationId xmlns:a16="http://schemas.microsoft.com/office/drawing/2014/main" id="{4396CFB7-470D-4883-89AB-330668151A15}"/>
              </a:ext>
            </a:extLst>
          </p:cNvPr>
          <p:cNvSpPr txBox="1">
            <a:spLocks noChangeArrowheads="1"/>
          </p:cNvSpPr>
          <p:nvPr/>
        </p:nvSpPr>
        <p:spPr bwMode="auto">
          <a:xfrm>
            <a:off x="2649539" y="4038600"/>
            <a:ext cx="11705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a:solidFill>
                  <a:srgbClr val="CC3300"/>
                </a:solidFill>
                <a:latin typeface="Comic Sans MS" panose="030F0702030302020204" pitchFamily="66" charset="0"/>
              </a:rPr>
              <a:t>program</a:t>
            </a:r>
          </a:p>
          <a:p>
            <a:pPr>
              <a:spcBef>
                <a:spcPct val="0"/>
              </a:spcBef>
              <a:buFontTx/>
              <a:buNone/>
            </a:pPr>
            <a:r>
              <a:rPr lang="en-GB" altLang="en-US" sz="2000">
                <a:solidFill>
                  <a:srgbClr val="CC3300"/>
                </a:solidFill>
                <a:latin typeface="Comic Sans MS" panose="030F0702030302020204" pitchFamily="66" charset="0"/>
              </a:rPr>
              <a:t>counter</a:t>
            </a:r>
          </a:p>
        </p:txBody>
      </p:sp>
      <p:sp>
        <p:nvSpPr>
          <p:cNvPr id="51210" name="Text Box 10">
            <a:extLst>
              <a:ext uri="{FF2B5EF4-FFF2-40B4-BE49-F238E27FC236}">
                <a16:creationId xmlns:a16="http://schemas.microsoft.com/office/drawing/2014/main" id="{6FC97FCB-4018-4E41-9B53-A3F584D556D2}"/>
              </a:ext>
            </a:extLst>
          </p:cNvPr>
          <p:cNvSpPr txBox="1">
            <a:spLocks noChangeArrowheads="1"/>
          </p:cNvSpPr>
          <p:nvPr/>
        </p:nvSpPr>
        <p:spPr bwMode="auto">
          <a:xfrm>
            <a:off x="8347076" y="4343400"/>
            <a:ext cx="11705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a:solidFill>
                  <a:srgbClr val="CC3300"/>
                </a:solidFill>
                <a:latin typeface="Comic Sans MS" panose="030F0702030302020204" pitchFamily="66" charset="0"/>
              </a:rPr>
              <a:t>program</a:t>
            </a:r>
          </a:p>
          <a:p>
            <a:pPr>
              <a:spcBef>
                <a:spcPct val="0"/>
              </a:spcBef>
              <a:buFontTx/>
              <a:buNone/>
            </a:pPr>
            <a:r>
              <a:rPr lang="en-GB" altLang="en-US" sz="2000">
                <a:solidFill>
                  <a:srgbClr val="CC3300"/>
                </a:solidFill>
                <a:latin typeface="Comic Sans MS" panose="030F0702030302020204" pitchFamily="66" charset="0"/>
              </a:rPr>
              <a:t>counter</a:t>
            </a:r>
          </a:p>
        </p:txBody>
      </p:sp>
      <p:grpSp>
        <p:nvGrpSpPr>
          <p:cNvPr id="51211" name="Group 11">
            <a:extLst>
              <a:ext uri="{FF2B5EF4-FFF2-40B4-BE49-F238E27FC236}">
                <a16:creationId xmlns:a16="http://schemas.microsoft.com/office/drawing/2014/main" id="{F1D1FEB7-93DB-4928-8ABA-50C37E82BEF7}"/>
              </a:ext>
            </a:extLst>
          </p:cNvPr>
          <p:cNvGrpSpPr>
            <a:grpSpLocks/>
          </p:cNvGrpSpPr>
          <p:nvPr/>
        </p:nvGrpSpPr>
        <p:grpSpPr bwMode="auto">
          <a:xfrm>
            <a:off x="2508250" y="3276605"/>
            <a:ext cx="1125538" cy="461963"/>
            <a:chOff x="672" y="2064"/>
            <a:chExt cx="768" cy="291"/>
          </a:xfrm>
        </p:grpSpPr>
        <p:sp>
          <p:nvSpPr>
            <p:cNvPr id="51216" name="Rectangle 12">
              <a:extLst>
                <a:ext uri="{FF2B5EF4-FFF2-40B4-BE49-F238E27FC236}">
                  <a16:creationId xmlns:a16="http://schemas.microsoft.com/office/drawing/2014/main" id="{D83636D4-895A-43A0-B287-36461954FB0E}"/>
                </a:ext>
              </a:extLst>
            </p:cNvPr>
            <p:cNvSpPr>
              <a:spLocks noChangeArrowheads="1"/>
            </p:cNvSpPr>
            <p:nvPr/>
          </p:nvSpPr>
          <p:spPr bwMode="auto">
            <a:xfrm>
              <a:off x="672" y="2064"/>
              <a:ext cx="768" cy="288"/>
            </a:xfrm>
            <a:prstGeom prst="rect">
              <a:avLst/>
            </a:prstGeom>
            <a:solidFill>
              <a:schemeClr val="bg1"/>
            </a:solidFill>
            <a:ln w="381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17" name="Text Box 13">
              <a:extLst>
                <a:ext uri="{FF2B5EF4-FFF2-40B4-BE49-F238E27FC236}">
                  <a16:creationId xmlns:a16="http://schemas.microsoft.com/office/drawing/2014/main" id="{F6AF355C-0FF9-435F-B39D-7189E6D4CF9C}"/>
                </a:ext>
              </a:extLst>
            </p:cNvPr>
            <p:cNvSpPr txBox="1">
              <a:spLocks noChangeArrowheads="1"/>
            </p:cNvSpPr>
            <p:nvPr/>
          </p:nvSpPr>
          <p:spPr bwMode="auto">
            <a:xfrm>
              <a:off x="912" y="2064"/>
              <a:ext cx="3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PC</a:t>
              </a:r>
              <a:endParaRPr lang="en-GB" altLang="en-US" sz="2000">
                <a:latin typeface="Comic Sans MS" panose="030F0702030302020204" pitchFamily="66" charset="0"/>
              </a:endParaRPr>
            </a:p>
          </p:txBody>
        </p:sp>
      </p:grpSp>
      <p:grpSp>
        <p:nvGrpSpPr>
          <p:cNvPr id="51212" name="Group 14">
            <a:extLst>
              <a:ext uri="{FF2B5EF4-FFF2-40B4-BE49-F238E27FC236}">
                <a16:creationId xmlns:a16="http://schemas.microsoft.com/office/drawing/2014/main" id="{C2AA62B3-5E4E-4AFF-9178-3EF75DEED485}"/>
              </a:ext>
            </a:extLst>
          </p:cNvPr>
          <p:cNvGrpSpPr>
            <a:grpSpLocks/>
          </p:cNvGrpSpPr>
          <p:nvPr/>
        </p:nvGrpSpPr>
        <p:grpSpPr bwMode="auto">
          <a:xfrm>
            <a:off x="8486775" y="3429005"/>
            <a:ext cx="1125538" cy="461963"/>
            <a:chOff x="672" y="2064"/>
            <a:chExt cx="768" cy="291"/>
          </a:xfrm>
        </p:grpSpPr>
        <p:sp>
          <p:nvSpPr>
            <p:cNvPr id="51214" name="Rectangle 15">
              <a:extLst>
                <a:ext uri="{FF2B5EF4-FFF2-40B4-BE49-F238E27FC236}">
                  <a16:creationId xmlns:a16="http://schemas.microsoft.com/office/drawing/2014/main" id="{692227D4-896B-4E47-8678-19FD364AD863}"/>
                </a:ext>
              </a:extLst>
            </p:cNvPr>
            <p:cNvSpPr>
              <a:spLocks noChangeArrowheads="1"/>
            </p:cNvSpPr>
            <p:nvPr/>
          </p:nvSpPr>
          <p:spPr bwMode="auto">
            <a:xfrm>
              <a:off x="672" y="2064"/>
              <a:ext cx="768" cy="288"/>
            </a:xfrm>
            <a:prstGeom prst="rect">
              <a:avLst/>
            </a:prstGeom>
            <a:solidFill>
              <a:schemeClr val="bg1"/>
            </a:solidFill>
            <a:ln w="381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15" name="Text Box 16">
              <a:extLst>
                <a:ext uri="{FF2B5EF4-FFF2-40B4-BE49-F238E27FC236}">
                  <a16:creationId xmlns:a16="http://schemas.microsoft.com/office/drawing/2014/main" id="{FD1A266E-95BC-46BD-9721-857F9BD07567}"/>
                </a:ext>
              </a:extLst>
            </p:cNvPr>
            <p:cNvSpPr txBox="1">
              <a:spLocks noChangeArrowheads="1"/>
            </p:cNvSpPr>
            <p:nvPr/>
          </p:nvSpPr>
          <p:spPr bwMode="auto">
            <a:xfrm>
              <a:off x="912" y="2064"/>
              <a:ext cx="3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Comic Sans MS" panose="030F0702030302020204" pitchFamily="66" charset="0"/>
                </a:rPr>
                <a:t>PC</a:t>
              </a:r>
              <a:endParaRPr lang="en-GB" altLang="en-US" sz="2000">
                <a:latin typeface="Comic Sans MS" panose="030F0702030302020204" pitchFamily="66" charset="0"/>
              </a:endParaRPr>
            </a:p>
          </p:txBody>
        </p:sp>
      </p:grpSp>
      <p:sp>
        <p:nvSpPr>
          <p:cNvPr id="51213" name="Text Box 17">
            <a:extLst>
              <a:ext uri="{FF2B5EF4-FFF2-40B4-BE49-F238E27FC236}">
                <a16:creationId xmlns:a16="http://schemas.microsoft.com/office/drawing/2014/main" id="{3D35E151-26D2-4E8D-876C-606989A39A63}"/>
              </a:ext>
            </a:extLst>
          </p:cNvPr>
          <p:cNvSpPr txBox="1">
            <a:spLocks noChangeArrowheads="1"/>
          </p:cNvSpPr>
          <p:nvPr/>
        </p:nvSpPr>
        <p:spPr bwMode="auto">
          <a:xfrm>
            <a:off x="4759325" y="3124200"/>
            <a:ext cx="16385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000">
                <a:solidFill>
                  <a:srgbClr val="CC3300"/>
                </a:solidFill>
                <a:latin typeface="Comic Sans MS" panose="030F0702030302020204" pitchFamily="66" charset="0"/>
              </a:rPr>
              <a:t>shared code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9D79090-0297-4CBA-AC7D-64C54FF4E77C}"/>
              </a:ext>
            </a:extLst>
          </p:cNvPr>
          <p:cNvSpPr>
            <a:spLocks noGrp="1" noChangeArrowheads="1"/>
          </p:cNvSpPr>
          <p:nvPr>
            <p:ph type="title"/>
          </p:nvPr>
        </p:nvSpPr>
        <p:spPr>
          <a:xfrm>
            <a:off x="2009775" y="0"/>
            <a:ext cx="7042150" cy="1143000"/>
          </a:xfrm>
        </p:spPr>
        <p:txBody>
          <a:bodyPr/>
          <a:lstStyle/>
          <a:p>
            <a:pPr eaLnBrk="1" hangingPunct="1"/>
            <a:r>
              <a:rPr lang="en-GB" altLang="en-US" b="1"/>
              <a:t>Interference and Mutual Exclusion</a:t>
            </a:r>
          </a:p>
        </p:txBody>
      </p:sp>
      <p:sp>
        <p:nvSpPr>
          <p:cNvPr id="53251" name="Rectangle 3">
            <a:extLst>
              <a:ext uri="{FF2B5EF4-FFF2-40B4-BE49-F238E27FC236}">
                <a16:creationId xmlns:a16="http://schemas.microsoft.com/office/drawing/2014/main" id="{31C936CF-87F5-47E5-8AB9-453C3F209AB5}"/>
              </a:ext>
            </a:extLst>
          </p:cNvPr>
          <p:cNvSpPr>
            <a:spLocks noChangeArrowheads="1"/>
          </p:cNvSpPr>
          <p:nvPr/>
        </p:nvSpPr>
        <p:spPr bwMode="auto">
          <a:xfrm>
            <a:off x="2508250" y="1676400"/>
            <a:ext cx="7315200" cy="1447800"/>
          </a:xfrm>
          <a:prstGeom prst="rect">
            <a:avLst/>
          </a:prstGeom>
          <a:solidFill>
            <a:schemeClr val="hlink"/>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2" name="Text Box 4">
            <a:extLst>
              <a:ext uri="{FF2B5EF4-FFF2-40B4-BE49-F238E27FC236}">
                <a16:creationId xmlns:a16="http://schemas.microsoft.com/office/drawing/2014/main" id="{755D636E-4E26-4773-9896-753E087CED2C}"/>
              </a:ext>
            </a:extLst>
          </p:cNvPr>
          <p:cNvSpPr txBox="1">
            <a:spLocks noChangeArrowheads="1"/>
          </p:cNvSpPr>
          <p:nvPr/>
        </p:nvSpPr>
        <p:spPr bwMode="auto">
          <a:xfrm>
            <a:off x="2157413" y="1752601"/>
            <a:ext cx="7315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defTabSz="762000">
              <a:spcBef>
                <a:spcPct val="20000"/>
              </a:spcBef>
              <a:buChar char="•"/>
              <a:defRPr sz="3200">
                <a:solidFill>
                  <a:schemeClr val="tx1"/>
                </a:solidFill>
                <a:latin typeface="Arial" panose="020B0604020202020204" pitchFamily="34" charset="0"/>
              </a:defRPr>
            </a:lvl1pPr>
            <a:lvl2pPr marL="57150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lgn="just">
              <a:spcBef>
                <a:spcPct val="0"/>
              </a:spcBef>
              <a:spcAft>
                <a:spcPts val="1200"/>
              </a:spcAft>
              <a:buNone/>
            </a:pPr>
            <a:r>
              <a:rPr lang="en-GB" altLang="en-US" sz="2400">
                <a:solidFill>
                  <a:schemeClr val="bg1"/>
                </a:solidFill>
                <a:latin typeface="Comic Sans MS" panose="030F0702030302020204" pitchFamily="66" charset="0"/>
              </a:rPr>
              <a:t>Destructive update, caused by the arbitrary interleaving of read and write actions, is termed </a:t>
            </a:r>
            <a:r>
              <a:rPr lang="en-GB" altLang="en-US" sz="2400" b="1" i="1">
                <a:solidFill>
                  <a:schemeClr val="bg1"/>
                </a:solidFill>
                <a:latin typeface="Comic Sans MS" panose="030F0702030302020204" pitchFamily="66" charset="0"/>
              </a:rPr>
              <a:t>interference</a:t>
            </a:r>
            <a:r>
              <a:rPr lang="en-GB" altLang="en-US" sz="2400">
                <a:solidFill>
                  <a:schemeClr val="bg1"/>
                </a:solidFill>
                <a:latin typeface="Comic Sans MS" panose="030F0702030302020204" pitchFamily="66" charset="0"/>
              </a:rPr>
              <a:t>.</a:t>
            </a:r>
            <a:r>
              <a:rPr lang="en-GB" altLang="en-US" sz="2400">
                <a:latin typeface="Comic Sans MS" panose="030F0702030302020204" pitchFamily="66" charset="0"/>
              </a:rPr>
              <a:t> </a:t>
            </a:r>
          </a:p>
        </p:txBody>
      </p:sp>
      <p:sp>
        <p:nvSpPr>
          <p:cNvPr id="53253" name="Text Box 5">
            <a:extLst>
              <a:ext uri="{FF2B5EF4-FFF2-40B4-BE49-F238E27FC236}">
                <a16:creationId xmlns:a16="http://schemas.microsoft.com/office/drawing/2014/main" id="{D060DC6D-50B5-4B4C-9F61-E6EC66209BC6}"/>
              </a:ext>
            </a:extLst>
          </p:cNvPr>
          <p:cNvSpPr txBox="1">
            <a:spLocks noChangeArrowheads="1"/>
          </p:cNvSpPr>
          <p:nvPr/>
        </p:nvSpPr>
        <p:spPr bwMode="auto">
          <a:xfrm>
            <a:off x="2649539" y="3657600"/>
            <a:ext cx="68230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dirty="0">
                <a:latin typeface="Comic Sans MS" panose="030F0702030302020204" pitchFamily="66" charset="0"/>
              </a:rPr>
              <a:t>Interference bugs are extremely difficult to locate.  The general solution is to give methods </a:t>
            </a:r>
            <a:r>
              <a:rPr lang="en-GB" altLang="en-US" sz="2400" i="1" dirty="0">
                <a:solidFill>
                  <a:srgbClr val="CC0000"/>
                </a:solidFill>
                <a:latin typeface="Comic Sans MS" panose="030F0702030302020204" pitchFamily="66" charset="0"/>
              </a:rPr>
              <a:t>mutually exclusive</a:t>
            </a:r>
            <a:r>
              <a:rPr lang="en-GB" altLang="en-US" sz="2400" dirty="0">
                <a:latin typeface="Comic Sans MS" panose="030F0702030302020204" pitchFamily="66" charset="0"/>
              </a:rPr>
              <a:t> access to shared objects. Mutual exclusion can be </a:t>
            </a:r>
            <a:r>
              <a:rPr lang="en-GB" altLang="en-US" sz="2400" dirty="0" err="1">
                <a:latin typeface="Comic Sans MS" panose="030F0702030302020204" pitchFamily="66" charset="0"/>
              </a:rPr>
              <a:t>modeled</a:t>
            </a:r>
            <a:r>
              <a:rPr lang="en-GB" altLang="en-US" sz="2400" dirty="0">
                <a:latin typeface="Comic Sans MS" panose="030F0702030302020204" pitchFamily="66" charset="0"/>
              </a:rPr>
              <a:t> as atomic actions.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B30424C-329B-4E33-AE5E-B14581D0C50B}"/>
              </a:ext>
            </a:extLst>
          </p:cNvPr>
          <p:cNvSpPr>
            <a:spLocks noChangeArrowheads="1"/>
          </p:cNvSpPr>
          <p:nvPr/>
        </p:nvSpPr>
        <p:spPr bwMode="auto">
          <a:xfrm>
            <a:off x="1785939" y="3925888"/>
            <a:ext cx="7877175" cy="25146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5299" name="Rectangle 3">
            <a:extLst>
              <a:ext uri="{FF2B5EF4-FFF2-40B4-BE49-F238E27FC236}">
                <a16:creationId xmlns:a16="http://schemas.microsoft.com/office/drawing/2014/main" id="{55754BE4-C8E7-44D5-AA7B-0ACE7B7AB43B}"/>
              </a:ext>
            </a:extLst>
          </p:cNvPr>
          <p:cNvSpPr>
            <a:spLocks noChangeArrowheads="1"/>
          </p:cNvSpPr>
          <p:nvPr/>
        </p:nvSpPr>
        <p:spPr bwMode="auto">
          <a:xfrm>
            <a:off x="1797051" y="960439"/>
            <a:ext cx="7808913" cy="1539875"/>
          </a:xfrm>
          <a:prstGeom prst="rect">
            <a:avLst/>
          </a:prstGeom>
          <a:solidFill>
            <a:schemeClr val="hlink"/>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5300" name="Rectangle 4">
            <a:extLst>
              <a:ext uri="{FF2B5EF4-FFF2-40B4-BE49-F238E27FC236}">
                <a16:creationId xmlns:a16="http://schemas.microsoft.com/office/drawing/2014/main" id="{36360D0D-8196-4DF1-AB80-367FAFB02BFF}"/>
              </a:ext>
            </a:extLst>
          </p:cNvPr>
          <p:cNvSpPr>
            <a:spLocks noGrp="1" noChangeArrowheads="1"/>
          </p:cNvSpPr>
          <p:nvPr>
            <p:ph type="title"/>
          </p:nvPr>
        </p:nvSpPr>
        <p:spPr>
          <a:xfrm>
            <a:off x="2047875" y="0"/>
            <a:ext cx="7042150" cy="844550"/>
          </a:xfrm>
        </p:spPr>
        <p:txBody>
          <a:bodyPr/>
          <a:lstStyle/>
          <a:p>
            <a:pPr eaLnBrk="1" hangingPunct="1"/>
            <a:r>
              <a:rPr lang="en-US" altLang="en-US" b="1"/>
              <a:t>Mutual exclusion in Java </a:t>
            </a:r>
          </a:p>
        </p:txBody>
      </p:sp>
      <p:sp>
        <p:nvSpPr>
          <p:cNvPr id="55301" name="Text Box 5">
            <a:extLst>
              <a:ext uri="{FF2B5EF4-FFF2-40B4-BE49-F238E27FC236}">
                <a16:creationId xmlns:a16="http://schemas.microsoft.com/office/drawing/2014/main" id="{1A7D0B7B-960B-41DB-851B-CF40EB1F9F0D}"/>
              </a:ext>
            </a:extLst>
          </p:cNvPr>
          <p:cNvSpPr txBox="1">
            <a:spLocks noChangeArrowheads="1"/>
          </p:cNvSpPr>
          <p:nvPr/>
        </p:nvSpPr>
        <p:spPr bwMode="auto">
          <a:xfrm>
            <a:off x="1916113" y="3960814"/>
            <a:ext cx="73152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000" b="1" noProof="1">
                <a:solidFill>
                  <a:srgbClr val="0000FF"/>
                </a:solidFill>
                <a:latin typeface="Courier New" panose="02070309020205020404" pitchFamily="49" charset="0"/>
              </a:rPr>
              <a:t>class</a:t>
            </a:r>
            <a:r>
              <a:rPr lang="en-US" altLang="en-US" sz="2000" b="1" noProof="1">
                <a:latin typeface="Courier New" panose="02070309020205020404" pitchFamily="49" charset="0"/>
              </a:rPr>
              <a:t> SynchronizedCounter extends Counter {</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SynchronizedCounter(NumberCanvas n) </a:t>
            </a:r>
          </a:p>
          <a:p>
            <a:pPr>
              <a:spcBef>
                <a:spcPct val="0"/>
              </a:spcBef>
              <a:buFontTx/>
              <a:buNone/>
            </a:pPr>
            <a:r>
              <a:rPr lang="en-US" altLang="en-US" sz="2000" b="1" noProof="1">
                <a:latin typeface="Courier New" panose="02070309020205020404" pitchFamily="49" charset="0"/>
              </a:rPr>
              <a:t>     {super(n);}</a:t>
            </a:r>
          </a:p>
          <a:p>
            <a:pPr>
              <a:spcBef>
                <a:spcPct val="0"/>
              </a:spcBef>
              <a:buFontTx/>
              <a:buNone/>
            </a:pPr>
            <a:endParaRPr lang="en-US" altLang="en-US" sz="1000" b="1" noProof="1">
              <a:latin typeface="Courier New" panose="02070309020205020404" pitchFamily="49" charset="0"/>
            </a:endParaRPr>
          </a:p>
          <a:p>
            <a:pPr>
              <a:spcBef>
                <a:spcPct val="0"/>
              </a:spcBef>
              <a:buFontTx/>
              <a:buNone/>
            </a:pPr>
            <a:r>
              <a:rPr lang="en-US" altLang="en-US" sz="2000" b="1" noProof="1">
                <a:latin typeface="Courier New" panose="02070309020205020404" pitchFamily="49" charset="0"/>
              </a:rPr>
              <a:t>   </a:t>
            </a:r>
            <a:r>
              <a:rPr lang="en-US" altLang="en-US" sz="2000" b="1" noProof="1">
                <a:solidFill>
                  <a:srgbClr val="0000FF"/>
                </a:solidFill>
                <a:latin typeface="Courier New" panose="02070309020205020404" pitchFamily="49" charset="0"/>
              </a:rPr>
              <a:t>synchronized</a:t>
            </a:r>
            <a:r>
              <a:rPr lang="en-US" altLang="en-US" sz="2000" b="1" noProof="1">
                <a:latin typeface="Courier New" panose="02070309020205020404" pitchFamily="49" charset="0"/>
              </a:rPr>
              <a:t> void increment() {</a:t>
            </a:r>
          </a:p>
          <a:p>
            <a:pPr>
              <a:spcBef>
                <a:spcPct val="0"/>
              </a:spcBef>
              <a:buFontTx/>
              <a:buNone/>
            </a:pPr>
            <a:r>
              <a:rPr lang="en-US" altLang="en-US" sz="2000" b="1" noProof="1">
                <a:latin typeface="Courier New" panose="02070309020205020404" pitchFamily="49" charset="0"/>
              </a:rPr>
              <a:t>        super.increment();</a:t>
            </a:r>
          </a:p>
          <a:p>
            <a:pPr>
              <a:spcBef>
                <a:spcPct val="0"/>
              </a:spcBef>
              <a:buFontTx/>
              <a:buNone/>
            </a:pPr>
            <a:r>
              <a:rPr lang="en-US" altLang="en-US" sz="2000" b="1" noProof="1">
                <a:latin typeface="Courier New" panose="02070309020205020404" pitchFamily="49" charset="0"/>
              </a:rPr>
              <a:t>   }</a:t>
            </a:r>
          </a:p>
          <a:p>
            <a:pPr>
              <a:spcBef>
                <a:spcPct val="0"/>
              </a:spcBef>
              <a:buFontTx/>
              <a:buNone/>
            </a:pPr>
            <a:r>
              <a:rPr lang="en-US" altLang="en-US" sz="2000" b="1" noProof="1">
                <a:latin typeface="Courier New" panose="02070309020205020404" pitchFamily="49" charset="0"/>
              </a:rPr>
              <a:t>}</a:t>
            </a:r>
          </a:p>
        </p:txBody>
      </p:sp>
      <p:sp>
        <p:nvSpPr>
          <p:cNvPr id="55302" name="Text Box 6">
            <a:extLst>
              <a:ext uri="{FF2B5EF4-FFF2-40B4-BE49-F238E27FC236}">
                <a16:creationId xmlns:a16="http://schemas.microsoft.com/office/drawing/2014/main" id="{2043DF71-5C46-4A77-846C-A615F31770E9}"/>
              </a:ext>
            </a:extLst>
          </p:cNvPr>
          <p:cNvSpPr txBox="1">
            <a:spLocks noChangeArrowheads="1"/>
          </p:cNvSpPr>
          <p:nvPr/>
        </p:nvSpPr>
        <p:spPr bwMode="auto">
          <a:xfrm>
            <a:off x="1998663" y="2819401"/>
            <a:ext cx="72453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We correct</a:t>
            </a:r>
            <a:r>
              <a:rPr lang="en-GB" altLang="en-US" sz="2400" b="1">
                <a:latin typeface="Comic Sans MS" panose="030F0702030302020204" pitchFamily="66" charset="0"/>
              </a:rPr>
              <a:t> </a:t>
            </a:r>
            <a:r>
              <a:rPr lang="en-GB" altLang="en-US" sz="2400" b="1">
                <a:latin typeface="Courier New" panose="02070309020205020404" pitchFamily="49" charset="0"/>
              </a:rPr>
              <a:t>COUNTER</a:t>
            </a:r>
            <a:r>
              <a:rPr lang="en-GB" altLang="en-US" sz="2400" b="1">
                <a:latin typeface="Comic Sans MS" panose="030F0702030302020204" pitchFamily="66" charset="0"/>
              </a:rPr>
              <a:t> </a:t>
            </a:r>
            <a:r>
              <a:rPr lang="en-GB" altLang="en-US" sz="2400" b="1">
                <a:latin typeface="Times New Roman" panose="02020603050405020304" pitchFamily="18" charset="0"/>
              </a:rPr>
              <a:t>class by deriving a class from it and making the increment method </a:t>
            </a:r>
            <a:r>
              <a:rPr lang="en-GB" altLang="en-US" sz="2400" b="1">
                <a:solidFill>
                  <a:srgbClr val="CC0000"/>
                </a:solidFill>
                <a:latin typeface="Times New Roman" panose="02020603050405020304" pitchFamily="18" charset="0"/>
              </a:rPr>
              <a:t>synchronized</a:t>
            </a:r>
            <a:r>
              <a:rPr lang="en-GB" altLang="en-US" sz="2400" b="1">
                <a:latin typeface="Times New Roman" panose="02020603050405020304" pitchFamily="18" charset="0"/>
              </a:rPr>
              <a:t>:</a:t>
            </a:r>
            <a:endParaRPr lang="en-GB" altLang="en-US" sz="2400" b="1">
              <a:latin typeface="Comic Sans MS" panose="030F0702030302020204" pitchFamily="66" charset="0"/>
            </a:endParaRPr>
          </a:p>
        </p:txBody>
      </p:sp>
      <p:sp>
        <p:nvSpPr>
          <p:cNvPr id="55303" name="Text Box 7">
            <a:extLst>
              <a:ext uri="{FF2B5EF4-FFF2-40B4-BE49-F238E27FC236}">
                <a16:creationId xmlns:a16="http://schemas.microsoft.com/office/drawing/2014/main" id="{25112B93-F5D3-4FB4-A30A-A8D4E677B5FB}"/>
              </a:ext>
            </a:extLst>
          </p:cNvPr>
          <p:cNvSpPr txBox="1">
            <a:spLocks noChangeArrowheads="1"/>
          </p:cNvSpPr>
          <p:nvPr/>
        </p:nvSpPr>
        <p:spPr bwMode="auto">
          <a:xfrm>
            <a:off x="1409700" y="922338"/>
            <a:ext cx="80025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defTabSz="762000">
              <a:spcBef>
                <a:spcPct val="20000"/>
              </a:spcBef>
              <a:buChar char="•"/>
              <a:defRPr sz="3200">
                <a:solidFill>
                  <a:schemeClr val="tx1"/>
                </a:solidFill>
                <a:latin typeface="Arial" panose="020B0604020202020204" pitchFamily="34" charset="0"/>
              </a:defRPr>
            </a:lvl1pPr>
            <a:lvl2pPr marL="57150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lgn="just">
              <a:spcBef>
                <a:spcPct val="0"/>
              </a:spcBef>
              <a:spcAft>
                <a:spcPts val="1200"/>
              </a:spcAft>
              <a:buNone/>
            </a:pPr>
            <a:r>
              <a:rPr lang="en-GB" altLang="en-US" sz="2400" b="1">
                <a:solidFill>
                  <a:schemeClr val="bg1"/>
                </a:solidFill>
                <a:latin typeface="Times New Roman" panose="02020603050405020304" pitchFamily="18" charset="0"/>
              </a:rPr>
              <a:t>Concurrent activations of a method in Java can be made mutually exclusive by prefixing the method with the keyword </a:t>
            </a:r>
            <a:r>
              <a:rPr lang="en-GB" altLang="en-US" sz="2400" b="1">
                <a:solidFill>
                  <a:schemeClr val="bg1"/>
                </a:solidFill>
                <a:latin typeface="Courier New" panose="02070309020205020404" pitchFamily="49" charset="0"/>
              </a:rPr>
              <a:t>synchronized</a:t>
            </a:r>
            <a:r>
              <a:rPr lang="en-GB" altLang="en-US" sz="2400" b="1">
                <a:solidFill>
                  <a:schemeClr val="bg1"/>
                </a:solidFill>
                <a:latin typeface="Times New Roman" panose="02020603050405020304" pitchFamily="18" charset="0"/>
              </a:rPr>
              <a:t>, which uses a lock on the object.</a:t>
            </a:r>
          </a:p>
        </p:txBody>
      </p:sp>
      <p:sp>
        <p:nvSpPr>
          <p:cNvPr id="55304" name="AutoShape 8">
            <a:extLst>
              <a:ext uri="{FF2B5EF4-FFF2-40B4-BE49-F238E27FC236}">
                <a16:creationId xmlns:a16="http://schemas.microsoft.com/office/drawing/2014/main" id="{08E9378C-8FBE-4CCC-9AEC-AA5D0C5B0086}"/>
              </a:ext>
            </a:extLst>
          </p:cNvPr>
          <p:cNvSpPr>
            <a:spLocks noChangeArrowheads="1"/>
          </p:cNvSpPr>
          <p:nvPr/>
        </p:nvSpPr>
        <p:spPr bwMode="auto">
          <a:xfrm>
            <a:off x="8281988" y="4502150"/>
            <a:ext cx="1281112" cy="719138"/>
          </a:xfrm>
          <a:prstGeom prst="wedgeRoundRectCallout">
            <a:avLst>
              <a:gd name="adj1" fmla="val -102292"/>
              <a:gd name="adj2" fmla="val 20639"/>
              <a:gd name="adj3" fmla="val 16667"/>
            </a:avLst>
          </a:prstGeom>
          <a:solidFill>
            <a:schemeClr val="hlink"/>
          </a:solidFill>
          <a:ln w="12700">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000" b="1">
                <a:solidFill>
                  <a:schemeClr val="bg1"/>
                </a:solidFill>
                <a:latin typeface="Comic Sans MS" panose="030F0702030302020204" pitchFamily="66" charset="0"/>
              </a:rPr>
              <a:t>acquire lock</a:t>
            </a:r>
            <a:endParaRPr lang="en-US" altLang="en-US" sz="2000" b="1">
              <a:solidFill>
                <a:schemeClr val="bg1"/>
              </a:solidFill>
              <a:latin typeface="Comic Sans MS" panose="030F0702030302020204" pitchFamily="66" charset="0"/>
            </a:endParaRPr>
          </a:p>
        </p:txBody>
      </p:sp>
      <p:sp>
        <p:nvSpPr>
          <p:cNvPr id="55305" name="AutoShape 9">
            <a:extLst>
              <a:ext uri="{FF2B5EF4-FFF2-40B4-BE49-F238E27FC236}">
                <a16:creationId xmlns:a16="http://schemas.microsoft.com/office/drawing/2014/main" id="{76B6C32F-944F-44E4-9855-DB6B8BF03437}"/>
              </a:ext>
            </a:extLst>
          </p:cNvPr>
          <p:cNvSpPr>
            <a:spLocks noChangeArrowheads="1"/>
          </p:cNvSpPr>
          <p:nvPr/>
        </p:nvSpPr>
        <p:spPr bwMode="auto">
          <a:xfrm>
            <a:off x="8301038" y="5438776"/>
            <a:ext cx="1262062" cy="720725"/>
          </a:xfrm>
          <a:prstGeom prst="wedgeRoundRectCallout">
            <a:avLst>
              <a:gd name="adj1" fmla="val -102704"/>
              <a:gd name="adj2" fmla="val -22468"/>
              <a:gd name="adj3" fmla="val 16667"/>
            </a:avLst>
          </a:prstGeom>
          <a:solidFill>
            <a:schemeClr val="hlink"/>
          </a:solidFill>
          <a:ln w="12700">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000" b="1">
                <a:solidFill>
                  <a:schemeClr val="bg1"/>
                </a:solidFill>
                <a:latin typeface="Comic Sans MS" panose="030F0702030302020204" pitchFamily="66" charset="0"/>
              </a:rPr>
              <a:t>release lock</a:t>
            </a:r>
            <a:endParaRPr lang="en-US" altLang="en-US" sz="2000" b="1">
              <a:solidFill>
                <a:schemeClr val="bg1"/>
              </a:solidFill>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1F3C7-D6A2-C841-B1FB-D5A6428B4199}"/>
              </a:ext>
            </a:extLst>
          </p:cNvPr>
          <p:cNvSpPr>
            <a:spLocks noGrp="1"/>
          </p:cNvSpPr>
          <p:nvPr>
            <p:ph type="title"/>
          </p:nvPr>
        </p:nvSpPr>
        <p:spPr/>
        <p:txBody>
          <a:bodyPr/>
          <a:lstStyle/>
          <a:p>
            <a:endParaRPr lang="en-MY" dirty="0"/>
          </a:p>
        </p:txBody>
      </p:sp>
      <p:pic>
        <p:nvPicPr>
          <p:cNvPr id="6" name="Picture 5">
            <a:extLst>
              <a:ext uri="{FF2B5EF4-FFF2-40B4-BE49-F238E27FC236}">
                <a16:creationId xmlns:a16="http://schemas.microsoft.com/office/drawing/2014/main" id="{15DB5339-E908-DA02-1E81-69DC249FBD64}"/>
              </a:ext>
            </a:extLst>
          </p:cNvPr>
          <p:cNvPicPr>
            <a:picLocks noChangeAspect="1"/>
          </p:cNvPicPr>
          <p:nvPr/>
        </p:nvPicPr>
        <p:blipFill rotWithShape="1">
          <a:blip r:embed="rId2"/>
          <a:srcRect l="17873" t="31191" r="49523" b="20593"/>
          <a:stretch/>
        </p:blipFill>
        <p:spPr>
          <a:xfrm>
            <a:off x="1738009" y="1517515"/>
            <a:ext cx="3638145" cy="3362571"/>
          </a:xfrm>
          <a:prstGeom prst="rect">
            <a:avLst/>
          </a:prstGeom>
        </p:spPr>
      </p:pic>
    </p:spTree>
    <p:extLst>
      <p:ext uri="{BB962C8B-B14F-4D97-AF65-F5344CB8AC3E}">
        <p14:creationId xmlns:p14="http://schemas.microsoft.com/office/powerpoint/2010/main" val="117351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2ECBE-04B6-6112-2349-D91C842F12EA}"/>
              </a:ext>
            </a:extLst>
          </p:cNvPr>
          <p:cNvSpPr>
            <a:spLocks noGrp="1"/>
          </p:cNvSpPr>
          <p:nvPr>
            <p:ph type="title"/>
          </p:nvPr>
        </p:nvSpPr>
        <p:spPr/>
        <p:txBody>
          <a:bodyPr/>
          <a:lstStyle/>
          <a:p>
            <a:endParaRPr lang="en-MY"/>
          </a:p>
        </p:txBody>
      </p:sp>
      <p:pic>
        <p:nvPicPr>
          <p:cNvPr id="3" name="Picture 2">
            <a:extLst>
              <a:ext uri="{FF2B5EF4-FFF2-40B4-BE49-F238E27FC236}">
                <a16:creationId xmlns:a16="http://schemas.microsoft.com/office/drawing/2014/main" id="{4087789D-8821-2E3A-D86D-244CEB9FE9EB}"/>
              </a:ext>
            </a:extLst>
          </p:cNvPr>
          <p:cNvPicPr>
            <a:picLocks noChangeAspect="1"/>
          </p:cNvPicPr>
          <p:nvPr/>
        </p:nvPicPr>
        <p:blipFill rotWithShape="1">
          <a:blip r:embed="rId2"/>
          <a:srcRect l="17660" t="31021" r="38191" b="16723"/>
          <a:stretch/>
        </p:blipFill>
        <p:spPr>
          <a:xfrm>
            <a:off x="1689370" y="1495459"/>
            <a:ext cx="5009745" cy="3706003"/>
          </a:xfrm>
          <a:prstGeom prst="rect">
            <a:avLst/>
          </a:prstGeom>
        </p:spPr>
      </p:pic>
    </p:spTree>
    <p:extLst>
      <p:ext uri="{BB962C8B-B14F-4D97-AF65-F5344CB8AC3E}">
        <p14:creationId xmlns:p14="http://schemas.microsoft.com/office/powerpoint/2010/main" val="351598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2ECBE-04B6-6112-2349-D91C842F12EA}"/>
              </a:ext>
            </a:extLst>
          </p:cNvPr>
          <p:cNvSpPr>
            <a:spLocks noGrp="1"/>
          </p:cNvSpPr>
          <p:nvPr>
            <p:ph type="title"/>
          </p:nvPr>
        </p:nvSpPr>
        <p:spPr/>
        <p:txBody>
          <a:bodyPr/>
          <a:lstStyle/>
          <a:p>
            <a:r>
              <a:rPr lang="en-MY" dirty="0"/>
              <a:t>Monitor</a:t>
            </a:r>
          </a:p>
        </p:txBody>
      </p:sp>
      <p:pic>
        <p:nvPicPr>
          <p:cNvPr id="3" name="Picture 2">
            <a:extLst>
              <a:ext uri="{FF2B5EF4-FFF2-40B4-BE49-F238E27FC236}">
                <a16:creationId xmlns:a16="http://schemas.microsoft.com/office/drawing/2014/main" id="{4087789D-8821-2E3A-D86D-244CEB9FE9EB}"/>
              </a:ext>
            </a:extLst>
          </p:cNvPr>
          <p:cNvPicPr>
            <a:picLocks noChangeAspect="1"/>
          </p:cNvPicPr>
          <p:nvPr/>
        </p:nvPicPr>
        <p:blipFill rotWithShape="1">
          <a:blip r:embed="rId2"/>
          <a:srcRect l="17660" t="31021" r="38191" b="16723"/>
          <a:stretch/>
        </p:blipFill>
        <p:spPr>
          <a:xfrm>
            <a:off x="1689370" y="1495459"/>
            <a:ext cx="5009745" cy="3706003"/>
          </a:xfrm>
          <a:prstGeom prst="rect">
            <a:avLst/>
          </a:prstGeom>
        </p:spPr>
      </p:pic>
      <p:sp>
        <p:nvSpPr>
          <p:cNvPr id="4" name="Rectangle: Rounded Corners 3">
            <a:extLst>
              <a:ext uri="{FF2B5EF4-FFF2-40B4-BE49-F238E27FC236}">
                <a16:creationId xmlns:a16="http://schemas.microsoft.com/office/drawing/2014/main" id="{91E351D7-E508-9982-9136-4B6C8050431B}"/>
              </a:ext>
            </a:extLst>
          </p:cNvPr>
          <p:cNvSpPr/>
          <p:nvPr/>
        </p:nvSpPr>
        <p:spPr bwMode="auto">
          <a:xfrm>
            <a:off x="1931954" y="3348460"/>
            <a:ext cx="3473382" cy="1357009"/>
          </a:xfrm>
          <a:prstGeom prst="roundRect">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endParaRPr lang="en-MY">
              <a:latin typeface="Arial" charset="0"/>
            </a:endParaRPr>
          </a:p>
        </p:txBody>
      </p:sp>
      <p:pic>
        <p:nvPicPr>
          <p:cNvPr id="6" name="Graphic 5" descr="Lock with solid fill">
            <a:extLst>
              <a:ext uri="{FF2B5EF4-FFF2-40B4-BE49-F238E27FC236}">
                <a16:creationId xmlns:a16="http://schemas.microsoft.com/office/drawing/2014/main" id="{804B83AD-4563-9851-57E3-6E5B92442D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41132" y="4077858"/>
            <a:ext cx="914400" cy="914400"/>
          </a:xfrm>
          <a:prstGeom prst="rect">
            <a:avLst/>
          </a:prstGeom>
        </p:spPr>
      </p:pic>
    </p:spTree>
    <p:extLst>
      <p:ext uri="{BB962C8B-B14F-4D97-AF65-F5344CB8AC3E}">
        <p14:creationId xmlns:p14="http://schemas.microsoft.com/office/powerpoint/2010/main" val="373872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3B45FFB-8D6B-42BF-B713-1898410FB7C7}"/>
              </a:ext>
            </a:extLst>
          </p:cNvPr>
          <p:cNvSpPr>
            <a:spLocks noGrp="1" noChangeArrowheads="1"/>
          </p:cNvSpPr>
          <p:nvPr>
            <p:ph type="title"/>
          </p:nvPr>
        </p:nvSpPr>
        <p:spPr>
          <a:xfrm>
            <a:off x="2009775" y="0"/>
            <a:ext cx="7042150" cy="1143000"/>
          </a:xfrm>
        </p:spPr>
        <p:txBody>
          <a:bodyPr/>
          <a:lstStyle/>
          <a:p>
            <a:pPr eaLnBrk="1" hangingPunct="1"/>
            <a:r>
              <a:rPr lang="en-US" altLang="en-US" b="1"/>
              <a:t>Mutual Exclusion - the ornamental garden</a:t>
            </a:r>
            <a:endParaRPr lang="en-GB" altLang="en-US" b="1"/>
          </a:p>
        </p:txBody>
      </p:sp>
      <p:sp>
        <p:nvSpPr>
          <p:cNvPr id="57347" name="Text Box 3">
            <a:extLst>
              <a:ext uri="{FF2B5EF4-FFF2-40B4-BE49-F238E27FC236}">
                <a16:creationId xmlns:a16="http://schemas.microsoft.com/office/drawing/2014/main" id="{F67D7447-2D2C-43C4-AB66-42564304A7A9}"/>
              </a:ext>
            </a:extLst>
          </p:cNvPr>
          <p:cNvSpPr txBox="1">
            <a:spLocks noChangeArrowheads="1"/>
          </p:cNvSpPr>
          <p:nvPr/>
        </p:nvSpPr>
        <p:spPr bwMode="auto">
          <a:xfrm>
            <a:off x="2438401" y="4343400"/>
            <a:ext cx="78771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Times New Roman" panose="02020603050405020304" pitchFamily="18" charset="0"/>
              </a:rPr>
              <a:t>Java associates a </a:t>
            </a:r>
            <a:r>
              <a:rPr lang="en-GB" altLang="en-US" sz="2400" b="1" i="1">
                <a:latin typeface="Times New Roman" panose="02020603050405020304" pitchFamily="18" charset="0"/>
              </a:rPr>
              <a:t>lock</a:t>
            </a:r>
            <a:r>
              <a:rPr lang="en-GB" altLang="en-US" sz="2400" b="1">
                <a:latin typeface="Times New Roman" panose="02020603050405020304" pitchFamily="18" charset="0"/>
              </a:rPr>
              <a:t> with every object. The Java compiler inserts code to acquire the lock before executing the body of the synchronized method and code to release the lock before the method returns. Concurrent threads are blocked until the lock is released. </a:t>
            </a:r>
          </a:p>
        </p:txBody>
      </p:sp>
      <p:pic>
        <p:nvPicPr>
          <p:cNvPr id="57348" name="Picture 4" descr="figure4-7">
            <a:extLst>
              <a:ext uri="{FF2B5EF4-FFF2-40B4-BE49-F238E27FC236}">
                <a16:creationId xmlns:a16="http://schemas.microsoft.com/office/drawing/2014/main" id="{6DD4A70E-E080-425C-826A-5AE7F61A7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0" y="1295400"/>
            <a:ext cx="7175500"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a:extLst>
              <a:ext uri="{FF2B5EF4-FFF2-40B4-BE49-F238E27FC236}">
                <a16:creationId xmlns:a16="http://schemas.microsoft.com/office/drawing/2014/main" id="{2F790219-62E1-4EE8-B84B-6F85A022FE04}"/>
              </a:ext>
            </a:extLst>
          </p:cNvPr>
          <p:cNvSpPr>
            <a:spLocks noChangeArrowheads="1"/>
          </p:cNvSpPr>
          <p:nvPr/>
        </p:nvSpPr>
        <p:spPr bwMode="auto">
          <a:xfrm>
            <a:off x="1854200" y="3406775"/>
            <a:ext cx="6624638" cy="814388"/>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9395" name="Rectangle 3">
            <a:extLst>
              <a:ext uri="{FF2B5EF4-FFF2-40B4-BE49-F238E27FC236}">
                <a16:creationId xmlns:a16="http://schemas.microsoft.com/office/drawing/2014/main" id="{877750D8-E256-4BF2-886A-9FA5B9D508DA}"/>
              </a:ext>
            </a:extLst>
          </p:cNvPr>
          <p:cNvSpPr>
            <a:spLocks noGrp="1" noChangeArrowheads="1"/>
          </p:cNvSpPr>
          <p:nvPr>
            <p:ph type="title"/>
          </p:nvPr>
        </p:nvSpPr>
        <p:spPr>
          <a:xfrm>
            <a:off x="2046288" y="0"/>
            <a:ext cx="7042150" cy="1143000"/>
          </a:xfrm>
        </p:spPr>
        <p:txBody>
          <a:bodyPr/>
          <a:lstStyle/>
          <a:p>
            <a:pPr eaLnBrk="1" hangingPunct="1"/>
            <a:r>
              <a:rPr lang="en-GB" altLang="en-US" b="1"/>
              <a:t>Java synchronized statement</a:t>
            </a:r>
            <a:endParaRPr lang="en-US" altLang="en-US" b="1"/>
          </a:p>
        </p:txBody>
      </p:sp>
      <p:sp>
        <p:nvSpPr>
          <p:cNvPr id="340996" name="Text Box 4">
            <a:extLst>
              <a:ext uri="{FF2B5EF4-FFF2-40B4-BE49-F238E27FC236}">
                <a16:creationId xmlns:a16="http://schemas.microsoft.com/office/drawing/2014/main" id="{8FD156F1-5E45-4667-BE92-6F78FB857D0D}"/>
              </a:ext>
            </a:extLst>
          </p:cNvPr>
          <p:cNvSpPr txBox="1">
            <a:spLocks noChangeArrowheads="1"/>
          </p:cNvSpPr>
          <p:nvPr/>
        </p:nvSpPr>
        <p:spPr bwMode="auto">
          <a:xfrm>
            <a:off x="1860551" y="993776"/>
            <a:ext cx="8158163"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Times New Roman" panose="02020603050405020304" pitchFamily="18" charset="0"/>
              </a:rPr>
              <a:t>Access to an object may also be made mutually exclusive     by using the </a:t>
            </a:r>
            <a:r>
              <a:rPr lang="en-GB" altLang="en-US" sz="2400" b="1">
                <a:latin typeface="Courier New" panose="02070309020205020404" pitchFamily="49" charset="0"/>
              </a:rPr>
              <a:t>synchronized</a:t>
            </a:r>
            <a:r>
              <a:rPr lang="en-GB" altLang="en-US" sz="2400" b="1">
                <a:latin typeface="Times New Roman" panose="02020603050405020304" pitchFamily="18" charset="0"/>
              </a:rPr>
              <a:t> statement: </a:t>
            </a:r>
          </a:p>
          <a:p>
            <a:pPr>
              <a:spcBef>
                <a:spcPct val="0"/>
              </a:spcBef>
              <a:buFontTx/>
              <a:buNone/>
            </a:pPr>
            <a:r>
              <a:rPr lang="en-GB" altLang="en-US" sz="2400" b="1">
                <a:latin typeface="Times New Roman" panose="02020603050405020304" pitchFamily="18" charset="0"/>
              </a:rPr>
              <a:t>	</a:t>
            </a:r>
          </a:p>
          <a:p>
            <a:pPr>
              <a:spcBef>
                <a:spcPct val="0"/>
              </a:spcBef>
              <a:buFontTx/>
              <a:buNone/>
            </a:pPr>
            <a:r>
              <a:rPr lang="en-GB" altLang="en-US" sz="2400" b="1">
                <a:solidFill>
                  <a:srgbClr val="0000FF"/>
                </a:solidFill>
                <a:latin typeface="Courier New" panose="02070309020205020404" pitchFamily="49" charset="0"/>
              </a:rPr>
              <a:t>synchronized</a:t>
            </a:r>
            <a:r>
              <a:rPr lang="en-GB" altLang="en-US" sz="2400" b="1">
                <a:latin typeface="Courier New" panose="02070309020205020404" pitchFamily="49" charset="0"/>
              </a:rPr>
              <a:t> (</a:t>
            </a:r>
            <a:r>
              <a:rPr lang="en-GB" altLang="en-US" sz="2400" b="1" i="1">
                <a:latin typeface="Courier New" panose="02070309020205020404" pitchFamily="49" charset="0"/>
              </a:rPr>
              <a:t>object</a:t>
            </a:r>
            <a:r>
              <a:rPr lang="en-GB" altLang="en-US" sz="2400" b="1">
                <a:latin typeface="Courier New" panose="02070309020205020404" pitchFamily="49" charset="0"/>
              </a:rPr>
              <a:t>) { </a:t>
            </a:r>
            <a:r>
              <a:rPr lang="en-GB" altLang="en-US" sz="2400" b="1" i="1">
                <a:latin typeface="Courier New" panose="02070309020205020404" pitchFamily="49" charset="0"/>
              </a:rPr>
              <a:t>statements</a:t>
            </a:r>
            <a:r>
              <a:rPr lang="en-GB" altLang="en-US" sz="2400" b="1">
                <a:latin typeface="Courier New" panose="02070309020205020404" pitchFamily="49" charset="0"/>
              </a:rPr>
              <a:t> }</a:t>
            </a:r>
            <a:endParaRPr lang="en-GB" altLang="en-US" sz="2400" b="1">
              <a:latin typeface="Times New Roman" panose="02020603050405020304" pitchFamily="18" charset="0"/>
            </a:endParaRPr>
          </a:p>
          <a:p>
            <a:pPr>
              <a:spcBef>
                <a:spcPct val="0"/>
              </a:spcBef>
              <a:buFontTx/>
              <a:buNone/>
            </a:pPr>
            <a:endParaRPr lang="en-GB" altLang="en-US" sz="1000" b="1">
              <a:latin typeface="Times New Roman" panose="02020603050405020304" pitchFamily="18" charset="0"/>
            </a:endParaRPr>
          </a:p>
          <a:p>
            <a:pPr>
              <a:spcBef>
                <a:spcPct val="0"/>
              </a:spcBef>
              <a:buFontTx/>
              <a:buNone/>
            </a:pPr>
            <a:r>
              <a:rPr lang="en-GB" altLang="en-US" sz="2400" b="1">
                <a:latin typeface="Times New Roman" panose="02020603050405020304" pitchFamily="18" charset="0"/>
              </a:rPr>
              <a:t>A less elegant way to correct the example would be to modify the </a:t>
            </a:r>
            <a:r>
              <a:rPr lang="en-GB" altLang="en-US" sz="2400" b="1">
                <a:latin typeface="Courier New" panose="02070309020205020404" pitchFamily="49" charset="0"/>
              </a:rPr>
              <a:t>Turnstile.run()</a:t>
            </a:r>
            <a:r>
              <a:rPr lang="en-GB" altLang="en-US" sz="2400" b="1">
                <a:latin typeface="Times New Roman" panose="02020603050405020304" pitchFamily="18" charset="0"/>
              </a:rPr>
              <a:t> method:</a:t>
            </a:r>
          </a:p>
        </p:txBody>
      </p:sp>
      <p:sp>
        <p:nvSpPr>
          <p:cNvPr id="340997" name="Text Box 5">
            <a:extLst>
              <a:ext uri="{FF2B5EF4-FFF2-40B4-BE49-F238E27FC236}">
                <a16:creationId xmlns:a16="http://schemas.microsoft.com/office/drawing/2014/main" id="{B16143BD-800A-4DB6-969C-87354E94A7EF}"/>
              </a:ext>
            </a:extLst>
          </p:cNvPr>
          <p:cNvSpPr txBox="1">
            <a:spLocks noChangeArrowheads="1"/>
          </p:cNvSpPr>
          <p:nvPr/>
        </p:nvSpPr>
        <p:spPr bwMode="auto">
          <a:xfrm>
            <a:off x="1941513" y="3425826"/>
            <a:ext cx="64135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1" noProof="1">
                <a:solidFill>
                  <a:srgbClr val="0000FF"/>
                </a:solidFill>
                <a:latin typeface="Courier New" panose="02070309020205020404" pitchFamily="49" charset="0"/>
              </a:rPr>
              <a:t> synchronized</a:t>
            </a:r>
            <a:r>
              <a:rPr lang="en-US" altLang="en-US" sz="2400" b="1" noProof="1">
                <a:latin typeface="Courier New" panose="02070309020205020404" pitchFamily="49" charset="0"/>
              </a:rPr>
              <a:t>(people) {people.increment();}</a:t>
            </a:r>
          </a:p>
        </p:txBody>
      </p:sp>
      <p:sp>
        <p:nvSpPr>
          <p:cNvPr id="340998" name="Text Box 6">
            <a:extLst>
              <a:ext uri="{FF2B5EF4-FFF2-40B4-BE49-F238E27FC236}">
                <a16:creationId xmlns:a16="http://schemas.microsoft.com/office/drawing/2014/main" id="{F33AC8EF-4DEE-409B-B63A-2BDB4220219C}"/>
              </a:ext>
            </a:extLst>
          </p:cNvPr>
          <p:cNvSpPr txBox="1">
            <a:spLocks noChangeArrowheads="1"/>
          </p:cNvSpPr>
          <p:nvPr/>
        </p:nvSpPr>
        <p:spPr bwMode="auto">
          <a:xfrm>
            <a:off x="8639175" y="4506914"/>
            <a:ext cx="1752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GB" altLang="en-US" sz="2400" b="1" i="1">
                <a:solidFill>
                  <a:srgbClr val="CC0000"/>
                </a:solidFill>
                <a:latin typeface="Times New Roman" panose="02020603050405020304" pitchFamily="18" charset="0"/>
              </a:rPr>
              <a:t>Why is this “less elegant”?</a:t>
            </a:r>
          </a:p>
        </p:txBody>
      </p:sp>
      <p:grpSp>
        <p:nvGrpSpPr>
          <p:cNvPr id="2" name="Group 7">
            <a:extLst>
              <a:ext uri="{FF2B5EF4-FFF2-40B4-BE49-F238E27FC236}">
                <a16:creationId xmlns:a16="http://schemas.microsoft.com/office/drawing/2014/main" id="{C2A02E6E-0281-4F89-9953-BB3ABADE0D24}"/>
              </a:ext>
            </a:extLst>
          </p:cNvPr>
          <p:cNvGrpSpPr>
            <a:grpSpLocks/>
          </p:cNvGrpSpPr>
          <p:nvPr/>
        </p:nvGrpSpPr>
        <p:grpSpPr bwMode="auto">
          <a:xfrm>
            <a:off x="1831976" y="4314825"/>
            <a:ext cx="6664325" cy="1639888"/>
            <a:chOff x="720" y="3024"/>
            <a:chExt cx="4560" cy="864"/>
          </a:xfrm>
        </p:grpSpPr>
        <p:sp>
          <p:nvSpPr>
            <p:cNvPr id="59400" name="AutoShape 8">
              <a:extLst>
                <a:ext uri="{FF2B5EF4-FFF2-40B4-BE49-F238E27FC236}">
                  <a16:creationId xmlns:a16="http://schemas.microsoft.com/office/drawing/2014/main" id="{568B280F-53D5-4B27-9B6D-31ADBD028921}"/>
                </a:ext>
              </a:extLst>
            </p:cNvPr>
            <p:cNvSpPr>
              <a:spLocks noChangeArrowheads="1"/>
            </p:cNvSpPr>
            <p:nvPr/>
          </p:nvSpPr>
          <p:spPr bwMode="auto">
            <a:xfrm>
              <a:off x="720" y="3024"/>
              <a:ext cx="4560" cy="864"/>
            </a:xfrm>
            <a:prstGeom prst="horizontalScroll">
              <a:avLst>
                <a:gd name="adj" fmla="val 12500"/>
              </a:avLst>
            </a:prstGeom>
            <a:solidFill>
              <a:schemeClr val="hlink"/>
            </a:solidFill>
            <a:ln w="12700">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9401" name="Text Box 9">
              <a:extLst>
                <a:ext uri="{FF2B5EF4-FFF2-40B4-BE49-F238E27FC236}">
                  <a16:creationId xmlns:a16="http://schemas.microsoft.com/office/drawing/2014/main" id="{30B2FD55-1C65-48C6-93B6-D35B845D1968}"/>
                </a:ext>
              </a:extLst>
            </p:cNvPr>
            <p:cNvSpPr txBox="1">
              <a:spLocks noChangeArrowheads="1"/>
            </p:cNvSpPr>
            <p:nvPr/>
          </p:nvSpPr>
          <p:spPr bwMode="auto">
            <a:xfrm>
              <a:off x="1008" y="3168"/>
              <a:ext cx="4128"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solidFill>
                    <a:schemeClr val="bg1"/>
                  </a:solidFill>
                  <a:latin typeface="Times New Roman" panose="02020603050405020304" pitchFamily="18" charset="0"/>
                </a:rPr>
                <a:t>To ensure mutually exclusive access to an object, all object methods should be synchronized.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0996">
                                            <p:txEl>
                                              <p:pRg st="2" end="2"/>
                                            </p:txEl>
                                          </p:spTgt>
                                        </p:tgtEl>
                                        <p:attrNameLst>
                                          <p:attrName>style.visibility</p:attrName>
                                        </p:attrNameLst>
                                      </p:cBhvr>
                                      <p:to>
                                        <p:strVal val="visible"/>
                                      </p:to>
                                    </p:set>
                                    <p:animEffect transition="in" filter="checkerboard(across)">
                                      <p:cBhvr>
                                        <p:cTn id="7" dur="500"/>
                                        <p:tgtEl>
                                          <p:spTgt spid="340996">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40996">
                                            <p:txEl>
                                              <p:pRg st="4" end="4"/>
                                            </p:txEl>
                                          </p:spTgt>
                                        </p:tgtEl>
                                        <p:attrNameLst>
                                          <p:attrName>style.visibility</p:attrName>
                                        </p:attrNameLst>
                                      </p:cBhvr>
                                      <p:to>
                                        <p:strVal val="visible"/>
                                      </p:to>
                                    </p:set>
                                    <p:animEffect transition="in" filter="checkerboard(across)">
                                      <p:cBhvr>
                                        <p:cTn id="12" dur="500"/>
                                        <p:tgtEl>
                                          <p:spTgt spid="340996">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0994"/>
                                        </p:tgtEl>
                                        <p:attrNameLst>
                                          <p:attrName>style.visibility</p:attrName>
                                        </p:attrNameLst>
                                      </p:cBhvr>
                                      <p:to>
                                        <p:strVal val="visible"/>
                                      </p:to>
                                    </p:set>
                                    <p:animEffect transition="in" filter="checkerboard(across)">
                                      <p:cBhvr>
                                        <p:cTn id="17" dur="500"/>
                                        <p:tgtEl>
                                          <p:spTgt spid="340994"/>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340997"/>
                                        </p:tgtEl>
                                        <p:attrNameLst>
                                          <p:attrName>style.visibility</p:attrName>
                                        </p:attrNameLst>
                                      </p:cBhvr>
                                      <p:to>
                                        <p:strVal val="visible"/>
                                      </p:to>
                                    </p:set>
                                    <p:animEffect transition="in" filter="checkerboard(across)">
                                      <p:cBhvr>
                                        <p:cTn id="20" dur="500"/>
                                        <p:tgtEl>
                                          <p:spTgt spid="34099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ntr" presetSubtype="16" fill="hold" grpId="0" nodeType="clickEffect">
                                  <p:stCondLst>
                                    <p:cond delay="0"/>
                                  </p:stCondLst>
                                  <p:childTnLst>
                                    <p:set>
                                      <p:cBhvr>
                                        <p:cTn id="24" dur="1" fill="hold">
                                          <p:stCondLst>
                                            <p:cond delay="0"/>
                                          </p:stCondLst>
                                        </p:cTn>
                                        <p:tgtEl>
                                          <p:spTgt spid="340998"/>
                                        </p:tgtEl>
                                        <p:attrNameLst>
                                          <p:attrName>style.visibility</p:attrName>
                                        </p:attrNameLst>
                                      </p:cBhvr>
                                      <p:to>
                                        <p:strVal val="visible"/>
                                      </p:to>
                                    </p:set>
                                    <p:animEffect transition="in" filter="diamond(in)">
                                      <p:cBhvr>
                                        <p:cTn id="25" dur="2000"/>
                                        <p:tgtEl>
                                          <p:spTgt spid="340998"/>
                                        </p:tgtEl>
                                      </p:cBhvr>
                                    </p:animEffect>
                                  </p:childTnLst>
                                </p:cTn>
                              </p:par>
                              <p:par>
                                <p:cTn id="26" presetID="8" presetClass="entr" presetSubtype="16"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diamond(in)">
                                      <p:cBhvr>
                                        <p:cTn id="28"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P spid="340997" grpId="0"/>
      <p:bldP spid="34099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2744BE3-E0D4-C259-1D54-384C8E31E135}"/>
              </a:ext>
            </a:extLst>
          </p:cNvPr>
          <p:cNvSpPr>
            <a:spLocks noGrp="1"/>
          </p:cNvSpPr>
          <p:nvPr>
            <p:ph type="title"/>
          </p:nvPr>
        </p:nvSpPr>
        <p:spPr>
          <a:xfrm>
            <a:off x="2009775" y="274638"/>
            <a:ext cx="7042150" cy="1143000"/>
          </a:xfrm>
        </p:spPr>
        <p:txBody>
          <a:bodyPr/>
          <a:lstStyle/>
          <a:p>
            <a:endParaRPr lang="en-US"/>
          </a:p>
        </p:txBody>
      </p:sp>
      <p:graphicFrame>
        <p:nvGraphicFramePr>
          <p:cNvPr id="5" name="Content Placeholder 2">
            <a:extLst>
              <a:ext uri="{FF2B5EF4-FFF2-40B4-BE49-F238E27FC236}">
                <a16:creationId xmlns:a16="http://schemas.microsoft.com/office/drawing/2014/main" id="{814AB9EC-7D8D-2FBB-A8C7-10DB037F5EFD}"/>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2505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C4A9042-FE02-4CA9-8A44-8FDBFE3915AE}"/>
              </a:ext>
            </a:extLst>
          </p:cNvPr>
          <p:cNvSpPr>
            <a:spLocks noGrp="1" noChangeArrowheads="1"/>
          </p:cNvSpPr>
          <p:nvPr>
            <p:ph type="title"/>
          </p:nvPr>
        </p:nvSpPr>
        <p:spPr>
          <a:xfrm>
            <a:off x="2046288" y="0"/>
            <a:ext cx="7042150" cy="844550"/>
          </a:xfrm>
        </p:spPr>
        <p:txBody>
          <a:bodyPr/>
          <a:lstStyle/>
          <a:p>
            <a:pPr eaLnBrk="1" hangingPunct="1"/>
            <a:r>
              <a:rPr lang="en-US" altLang="en-US" b="1"/>
              <a:t>Summary</a:t>
            </a:r>
          </a:p>
        </p:txBody>
      </p:sp>
      <p:sp>
        <p:nvSpPr>
          <p:cNvPr id="61443" name="Rectangle 8">
            <a:extLst>
              <a:ext uri="{FF2B5EF4-FFF2-40B4-BE49-F238E27FC236}">
                <a16:creationId xmlns:a16="http://schemas.microsoft.com/office/drawing/2014/main" id="{405413F7-F716-47A2-BC34-5A14DE261413}"/>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61444" name="Rectangle 3">
            <a:extLst>
              <a:ext uri="{FF2B5EF4-FFF2-40B4-BE49-F238E27FC236}">
                <a16:creationId xmlns:a16="http://schemas.microsoft.com/office/drawing/2014/main" id="{E94BB59F-801E-49E4-A43E-081647C483D2}"/>
              </a:ext>
            </a:extLst>
          </p:cNvPr>
          <p:cNvSpPr>
            <a:spLocks noChangeArrowheads="1"/>
          </p:cNvSpPr>
          <p:nvPr/>
        </p:nvSpPr>
        <p:spPr bwMode="auto">
          <a:xfrm>
            <a:off x="1835151" y="846138"/>
            <a:ext cx="80883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400">
                <a:latin typeface="Comic Sans MS" panose="030F0702030302020204" pitchFamily="66" charset="0"/>
              </a:rPr>
              <a:t>Concepts</a:t>
            </a:r>
          </a:p>
          <a:p>
            <a:pPr lvl="1">
              <a:lnSpc>
                <a:spcPct val="130000"/>
              </a:lnSpc>
            </a:pPr>
            <a:r>
              <a:rPr lang="en-GB" altLang="en-US" sz="2400" b="1">
                <a:latin typeface="Comic Sans MS" panose="030F0702030302020204" pitchFamily="66" charset="0"/>
              </a:rPr>
              <a:t>process </a:t>
            </a:r>
            <a:r>
              <a:rPr lang="en-GB" altLang="en-US" sz="2400" b="1">
                <a:solidFill>
                  <a:schemeClr val="accent2"/>
                </a:solidFill>
                <a:latin typeface="Comic Sans MS" panose="030F0702030302020204" pitchFamily="66" charset="0"/>
              </a:rPr>
              <a:t>interference</a:t>
            </a:r>
            <a:endParaRPr lang="en-GB" altLang="en-US" sz="2400" b="1">
              <a:latin typeface="Comic Sans MS" panose="030F0702030302020204" pitchFamily="66" charset="0"/>
            </a:endParaRPr>
          </a:p>
          <a:p>
            <a:pPr lvl="1">
              <a:lnSpc>
                <a:spcPct val="130000"/>
              </a:lnSpc>
            </a:pPr>
            <a:r>
              <a:rPr lang="en-GB" altLang="en-US" sz="2400" b="1">
                <a:solidFill>
                  <a:schemeClr val="accent2"/>
                </a:solidFill>
                <a:latin typeface="Comic Sans MS" panose="030F0702030302020204" pitchFamily="66" charset="0"/>
              </a:rPr>
              <a:t>mutual exclusion</a:t>
            </a:r>
            <a:r>
              <a:rPr lang="en-GB" altLang="en-US" sz="2400" b="1">
                <a:latin typeface="Comic Sans MS" panose="030F0702030302020204" pitchFamily="66" charset="0"/>
              </a:rPr>
              <a:t> </a:t>
            </a:r>
          </a:p>
          <a:p>
            <a:pPr>
              <a:lnSpc>
                <a:spcPct val="130000"/>
              </a:lnSpc>
            </a:pPr>
            <a:r>
              <a:rPr lang="en-GB" altLang="en-US" sz="2400">
                <a:latin typeface="Comic Sans MS" panose="030F0702030302020204" pitchFamily="66" charset="0"/>
              </a:rPr>
              <a:t>Practice</a:t>
            </a:r>
            <a:endParaRPr lang="en-GB" altLang="en-US" sz="2400" b="1">
              <a:latin typeface="Comic Sans MS" panose="030F0702030302020204" pitchFamily="66" charset="0"/>
            </a:endParaRPr>
          </a:p>
          <a:p>
            <a:pPr lvl="1">
              <a:lnSpc>
                <a:spcPct val="110000"/>
              </a:lnSpc>
            </a:pPr>
            <a:r>
              <a:rPr lang="en-GB" altLang="en-US" sz="2400" b="1">
                <a:latin typeface="Comic Sans MS" panose="030F0702030302020204" pitchFamily="66" charset="0"/>
              </a:rPr>
              <a:t>thread interference</a:t>
            </a:r>
            <a:r>
              <a:rPr lang="en-GB" altLang="en-US" sz="2400">
                <a:latin typeface="Comic Sans MS" panose="030F0702030302020204" pitchFamily="66" charset="0"/>
              </a:rPr>
              <a:t> </a:t>
            </a:r>
            <a:r>
              <a:rPr lang="en-GB" altLang="en-US" sz="2400" b="1">
                <a:latin typeface="Comic Sans MS" panose="030F0702030302020204" pitchFamily="66" charset="0"/>
              </a:rPr>
              <a:t>in shared Java objects</a:t>
            </a:r>
            <a:endParaRPr lang="en-GB" altLang="en-US" sz="2400">
              <a:latin typeface="Comic Sans MS" panose="030F0702030302020204" pitchFamily="66" charset="0"/>
            </a:endParaRPr>
          </a:p>
          <a:p>
            <a:pPr lvl="1">
              <a:lnSpc>
                <a:spcPct val="150000"/>
              </a:lnSpc>
            </a:pPr>
            <a:r>
              <a:rPr lang="en-GB" altLang="en-US" sz="2400" b="1">
                <a:latin typeface="Comic Sans MS" panose="030F0702030302020204" pitchFamily="66" charset="0"/>
              </a:rPr>
              <a:t>	mutual exclusion in Java (</a:t>
            </a:r>
            <a:r>
              <a:rPr lang="en-GB" altLang="en-US" sz="2400" b="1">
                <a:solidFill>
                  <a:schemeClr val="accent2"/>
                </a:solidFill>
                <a:latin typeface="Comic Sans MS" panose="030F0702030302020204" pitchFamily="66" charset="0"/>
              </a:rPr>
              <a:t>synchronized</a:t>
            </a:r>
            <a:r>
              <a:rPr lang="en-GB" altLang="en-US" sz="2400" b="1">
                <a:latin typeface="Comic Sans MS" panose="030F0702030302020204" pitchFamily="66" charset="0"/>
              </a:rPr>
              <a:t> objects/methods).</a:t>
            </a:r>
            <a:endParaRPr lang="en-GB" altLang="en-US" sz="2400">
              <a:latin typeface="Comic Sans MS" panose="030F0702030302020204" pitchFamily="66"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FA50E7F-836A-4A95-944B-A2A57BFE6DE1}"/>
              </a:ext>
            </a:extLst>
          </p:cNvPr>
          <p:cNvSpPr>
            <a:spLocks noGrp="1" noChangeArrowheads="1"/>
          </p:cNvSpPr>
          <p:nvPr>
            <p:ph type="title"/>
          </p:nvPr>
        </p:nvSpPr>
        <p:spPr/>
        <p:txBody>
          <a:bodyPr/>
          <a:lstStyle/>
          <a:p>
            <a:r>
              <a:rPr lang="en-US" altLang="en-US" dirty="0"/>
              <a:t>Lab summary</a:t>
            </a:r>
          </a:p>
        </p:txBody>
      </p:sp>
      <p:sp>
        <p:nvSpPr>
          <p:cNvPr id="16387" name="Content Placeholder 2">
            <a:extLst>
              <a:ext uri="{FF2B5EF4-FFF2-40B4-BE49-F238E27FC236}">
                <a16:creationId xmlns:a16="http://schemas.microsoft.com/office/drawing/2014/main" id="{4791B1CB-CC50-4950-82A3-45635D930A58}"/>
              </a:ext>
            </a:extLst>
          </p:cNvPr>
          <p:cNvSpPr>
            <a:spLocks noGrp="1" noChangeArrowheads="1"/>
          </p:cNvSpPr>
          <p:nvPr>
            <p:ph idx="1"/>
          </p:nvPr>
        </p:nvSpPr>
        <p:spPr/>
        <p:txBody>
          <a:bodyPr/>
          <a:lstStyle/>
          <a:p>
            <a:r>
              <a:rPr lang="en-US" altLang="en-US" dirty="0"/>
              <a:t>Explain Priority.java</a:t>
            </a:r>
          </a:p>
          <a:p>
            <a:r>
              <a:rPr lang="en-US" altLang="en-US" dirty="0">
                <a:hlinkClick r:id="rId2"/>
              </a:rPr>
              <a:t>https://app.sli.do/event/b5adwesc</a:t>
            </a:r>
            <a:endParaRPr lang="en-US" altLang="en-US" dirty="0"/>
          </a:p>
          <a:p>
            <a:pPr marL="0" indent="0">
              <a:buNone/>
            </a:pPr>
            <a:r>
              <a:rPr lang="en-US" altLang="en-US" dirty="0"/>
              <a:t> </a:t>
            </a:r>
          </a:p>
          <a:p>
            <a:endParaRPr lang="en-US" altLang="en-US" dirty="0"/>
          </a:p>
          <a:p>
            <a:endParaRPr lang="en-US" altLang="en-US" dirty="0"/>
          </a:p>
        </p:txBody>
      </p:sp>
    </p:spTree>
    <p:extLst>
      <p:ext uri="{BB962C8B-B14F-4D97-AF65-F5344CB8AC3E}">
        <p14:creationId xmlns:p14="http://schemas.microsoft.com/office/powerpoint/2010/main" val="1409450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2">
            <a:extLst>
              <a:ext uri="{FF2B5EF4-FFF2-40B4-BE49-F238E27FC236}">
                <a16:creationId xmlns:a16="http://schemas.microsoft.com/office/drawing/2014/main" id="{1160271B-FF9D-4FC4-AC1F-49085CEB9B23}"/>
              </a:ext>
            </a:extLst>
          </p:cNvPr>
          <p:cNvSpPr>
            <a:spLocks noGrp="1" noChangeArrowheads="1"/>
          </p:cNvSpPr>
          <p:nvPr>
            <p:ph idx="1"/>
          </p:nvPr>
        </p:nvSpPr>
        <p:spPr/>
        <p:txBody>
          <a:bodyPr/>
          <a:lstStyle/>
          <a:p>
            <a:pPr eaLnBrk="1" hangingPunct="1"/>
            <a:r>
              <a:rPr lang="en-US" altLang="en-US"/>
              <a:t>Monitors and conditional synchronisation</a:t>
            </a:r>
          </a:p>
        </p:txBody>
      </p:sp>
      <p:sp>
        <p:nvSpPr>
          <p:cNvPr id="63491" name="Text Box 3">
            <a:extLst>
              <a:ext uri="{FF2B5EF4-FFF2-40B4-BE49-F238E27FC236}">
                <a16:creationId xmlns:a16="http://schemas.microsoft.com/office/drawing/2014/main" id="{5F207A3B-E7BC-443B-941A-8ADC9D6D5A06}"/>
              </a:ext>
            </a:extLst>
          </p:cNvPr>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8">
            <a:extLst>
              <a:ext uri="{FF2B5EF4-FFF2-40B4-BE49-F238E27FC236}">
                <a16:creationId xmlns:a16="http://schemas.microsoft.com/office/drawing/2014/main" id="{4E1B6765-10B9-4827-9059-3B39E4DB50FA}"/>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64515" name="Text Box 3">
            <a:extLst>
              <a:ext uri="{FF2B5EF4-FFF2-40B4-BE49-F238E27FC236}">
                <a16:creationId xmlns:a16="http://schemas.microsoft.com/office/drawing/2014/main" id="{805D221A-E4E0-4F3E-AF93-CFE115909A4C}"/>
              </a:ext>
            </a:extLst>
          </p:cNvPr>
          <p:cNvSpPr txBox="1">
            <a:spLocks noChangeArrowheads="1"/>
          </p:cNvSpPr>
          <p:nvPr/>
        </p:nvSpPr>
        <p:spPr bwMode="auto">
          <a:xfrm>
            <a:off x="4659314" y="236539"/>
            <a:ext cx="29241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4000" b="1">
                <a:solidFill>
                  <a:srgbClr val="003366"/>
                </a:solidFill>
              </a:rPr>
              <a:t>References</a:t>
            </a:r>
            <a:endParaRPr lang="en-US" altLang="en-US" sz="4000">
              <a:solidFill>
                <a:srgbClr val="003366"/>
              </a:solidFill>
            </a:endParaRPr>
          </a:p>
        </p:txBody>
      </p:sp>
      <p:sp>
        <p:nvSpPr>
          <p:cNvPr id="64516" name="Rectangle 4">
            <a:extLst>
              <a:ext uri="{FF2B5EF4-FFF2-40B4-BE49-F238E27FC236}">
                <a16:creationId xmlns:a16="http://schemas.microsoft.com/office/drawing/2014/main" id="{F68427BE-5EB0-4BED-853F-EA7E10BE1688}"/>
              </a:ext>
            </a:extLst>
          </p:cNvPr>
          <p:cNvSpPr>
            <a:spLocks noChangeArrowheads="1"/>
          </p:cNvSpPr>
          <p:nvPr/>
        </p:nvSpPr>
        <p:spPr bwMode="auto">
          <a:xfrm>
            <a:off x="1774825" y="2262189"/>
            <a:ext cx="8166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600" b="1"/>
              <a:t>   Jeff M &amp; Jeff K, Concurrency – State Models &amp; Java Programming</a:t>
            </a:r>
            <a:r>
              <a:rPr lang="en-US" altLang="en-US" sz="360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8">
            <a:extLst>
              <a:ext uri="{FF2B5EF4-FFF2-40B4-BE49-F238E27FC236}">
                <a16:creationId xmlns:a16="http://schemas.microsoft.com/office/drawing/2014/main" id="{1B89A718-5B6E-4D6D-AD00-07E95D6B526E}"/>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defRPr/>
            </a:pPr>
            <a:r>
              <a:rPr lang="en-GB" altLang="en-US"/>
              <a:t>Slide </a:t>
            </a:r>
            <a:fld id="{4EFFC4C8-C7FF-4885-BF83-A0F0FBC96104}" type="slidenum">
              <a:rPr lang="en-GB" altLang="en-US" smtClean="0"/>
              <a:pPr>
                <a:spcBef>
                  <a:spcPct val="0"/>
                </a:spcBef>
                <a:buFontTx/>
                <a:buNone/>
                <a:defRPr/>
              </a:pPr>
              <a:t>34</a:t>
            </a:fld>
            <a:r>
              <a:rPr lang="en-GB" altLang="en-US"/>
              <a:t> (of </a:t>
            </a:r>
            <a:endParaRPr lang="en-US" altLang="en-US" sz="1800">
              <a:solidFill>
                <a:schemeClr val="bg1"/>
              </a:solidFill>
            </a:endParaRPr>
          </a:p>
        </p:txBody>
      </p:sp>
      <p:sp>
        <p:nvSpPr>
          <p:cNvPr id="66563" name="Text Box 2">
            <a:extLst>
              <a:ext uri="{FF2B5EF4-FFF2-40B4-BE49-F238E27FC236}">
                <a16:creationId xmlns:a16="http://schemas.microsoft.com/office/drawing/2014/main" id="{065387E4-A337-40FC-87CD-9DEE9B6F4587}"/>
              </a:ext>
            </a:extLst>
          </p:cNvPr>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A32F006B-3A7A-43D4-B8E2-9294F8C0CD21}"/>
              </a:ext>
            </a:extLst>
          </p:cNvPr>
          <p:cNvSpPr>
            <a:spLocks noGrp="1" noChangeArrowheads="1"/>
          </p:cNvSpPr>
          <p:nvPr>
            <p:ph type="title"/>
          </p:nvPr>
        </p:nvSpPr>
        <p:spPr/>
        <p:txBody>
          <a:bodyPr/>
          <a:lstStyle/>
          <a:p>
            <a:r>
              <a:rPr lang="en-US" altLang="en-US"/>
              <a:t>Ornamental Garden</a:t>
            </a:r>
          </a:p>
        </p:txBody>
      </p:sp>
      <p:sp>
        <p:nvSpPr>
          <p:cNvPr id="68611" name="Content Placeholder 2">
            <a:extLst>
              <a:ext uri="{FF2B5EF4-FFF2-40B4-BE49-F238E27FC236}">
                <a16:creationId xmlns:a16="http://schemas.microsoft.com/office/drawing/2014/main" id="{3BCA3798-BC65-4A5F-B175-222F0F90AA70}"/>
              </a:ext>
            </a:extLst>
          </p:cNvPr>
          <p:cNvSpPr>
            <a:spLocks noGrp="1" noChangeArrowheads="1"/>
          </p:cNvSpPr>
          <p:nvPr>
            <p:ph idx="1"/>
          </p:nvPr>
        </p:nvSpPr>
        <p:spPr/>
        <p:txBody>
          <a:bodyPr/>
          <a:lstStyle/>
          <a:p>
            <a:r>
              <a:rPr lang="en-US" altLang="en-US"/>
              <a:t>Modify the uncorrected version of the Ornamental Garden program to implement the SynchronizedCounter as stated in the lecture slides.</a:t>
            </a:r>
          </a:p>
          <a:p>
            <a:r>
              <a:rPr lang="en-US" altLang="en-US"/>
              <a:t>Garden.java</a:t>
            </a:r>
          </a:p>
          <a:p>
            <a:r>
              <a:rPr lang="en-US" altLang="en-US"/>
              <a:t>NumberCanvas.java</a:t>
            </a:r>
          </a:p>
          <a:p>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2BADF-3E30-4A1E-AF77-FACAED00750D}"/>
              </a:ext>
            </a:extLst>
          </p:cNvPr>
          <p:cNvSpPr>
            <a:spLocks noGrp="1"/>
          </p:cNvSpPr>
          <p:nvPr>
            <p:ph type="title"/>
          </p:nvPr>
        </p:nvSpPr>
        <p:spPr/>
        <p:txBody>
          <a:bodyPr/>
          <a:lstStyle/>
          <a:p>
            <a:r>
              <a:rPr lang="en-US" dirty="0"/>
              <a:t>Car Park</a:t>
            </a:r>
          </a:p>
        </p:txBody>
      </p:sp>
      <p:sp>
        <p:nvSpPr>
          <p:cNvPr id="3" name="Content Placeholder 2">
            <a:extLst>
              <a:ext uri="{FF2B5EF4-FFF2-40B4-BE49-F238E27FC236}">
                <a16:creationId xmlns:a16="http://schemas.microsoft.com/office/drawing/2014/main" id="{AE0AC13F-8CC4-4802-9760-319FF700C915}"/>
              </a:ext>
            </a:extLst>
          </p:cNvPr>
          <p:cNvSpPr>
            <a:spLocks noGrp="1"/>
          </p:cNvSpPr>
          <p:nvPr>
            <p:ph idx="1"/>
          </p:nvPr>
        </p:nvSpPr>
        <p:spPr/>
        <p:txBody>
          <a:bodyPr/>
          <a:lstStyle/>
          <a:p>
            <a:pPr marL="514350" indent="-514350">
              <a:buFont typeface="+mj-lt"/>
              <a:buAutoNum type="arabicPeriod"/>
            </a:pPr>
            <a:r>
              <a:rPr lang="en-US" dirty="0"/>
              <a:t>Run the Car Park program. Change </a:t>
            </a:r>
            <a:r>
              <a:rPr lang="en-US" dirty="0" err="1"/>
              <a:t>NotifyAll</a:t>
            </a:r>
            <a:r>
              <a:rPr lang="en-US" dirty="0"/>
              <a:t> to Notify. </a:t>
            </a:r>
          </a:p>
          <a:p>
            <a:pPr marL="514350" indent="-514350">
              <a:buFont typeface="+mj-lt"/>
              <a:buAutoNum type="arabicPeriod"/>
            </a:pPr>
            <a:r>
              <a:rPr lang="en-US" dirty="0"/>
              <a:t>Explain what happens to your tutor. </a:t>
            </a:r>
          </a:p>
          <a:p>
            <a:pPr marL="514350" indent="-514350">
              <a:buFont typeface="+mj-lt"/>
              <a:buAutoNum type="arabicPeriod"/>
            </a:pPr>
            <a:r>
              <a:rPr lang="en-US" dirty="0"/>
              <a:t>Add another 2 arrival threads. Change Notify to </a:t>
            </a:r>
            <a:r>
              <a:rPr lang="en-US" dirty="0" err="1"/>
              <a:t>NotifyAll</a:t>
            </a:r>
            <a:r>
              <a:rPr lang="en-US" dirty="0"/>
              <a:t>. </a:t>
            </a:r>
          </a:p>
          <a:p>
            <a:pPr marL="514350" indent="-514350">
              <a:buFont typeface="+mj-lt"/>
              <a:buAutoNum type="arabicPeriod"/>
            </a:pPr>
            <a:r>
              <a:rPr lang="en-US" dirty="0"/>
              <a:t>Explain what happens to your tutor</a:t>
            </a:r>
          </a:p>
          <a:p>
            <a:endParaRPr lang="en-US" dirty="0"/>
          </a:p>
        </p:txBody>
      </p:sp>
    </p:spTree>
    <p:extLst>
      <p:ext uri="{BB962C8B-B14F-4D97-AF65-F5344CB8AC3E}">
        <p14:creationId xmlns:p14="http://schemas.microsoft.com/office/powerpoint/2010/main" val="1187656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1F0EB-FA47-80A0-E17F-240163D7586F}"/>
              </a:ext>
            </a:extLst>
          </p:cNvPr>
          <p:cNvSpPr>
            <a:spLocks noGrp="1"/>
          </p:cNvSpPr>
          <p:nvPr>
            <p:ph type="title"/>
          </p:nvPr>
        </p:nvSpPr>
        <p:spPr/>
        <p:txBody>
          <a:bodyPr/>
          <a:lstStyle/>
          <a:p>
            <a:r>
              <a:rPr lang="en-US" dirty="0"/>
              <a:t>Labelling</a:t>
            </a:r>
          </a:p>
        </p:txBody>
      </p:sp>
      <p:sp>
        <p:nvSpPr>
          <p:cNvPr id="3" name="Content Placeholder 2">
            <a:extLst>
              <a:ext uri="{FF2B5EF4-FFF2-40B4-BE49-F238E27FC236}">
                <a16:creationId xmlns:a16="http://schemas.microsoft.com/office/drawing/2014/main" id="{732C7720-1D02-8581-4DCD-92DF74395021}"/>
              </a:ext>
            </a:extLst>
          </p:cNvPr>
          <p:cNvSpPr>
            <a:spLocks noGrp="1"/>
          </p:cNvSpPr>
          <p:nvPr>
            <p:ph idx="1"/>
          </p:nvPr>
        </p:nvSpPr>
        <p:spPr/>
        <p:txBody>
          <a:bodyPr/>
          <a:lstStyle/>
          <a:p>
            <a:pPr algn="l"/>
            <a:r>
              <a:rPr lang="en-US" sz="1800" dirty="0" err="1">
                <a:solidFill>
                  <a:srgbClr val="000000"/>
                </a:solidFill>
                <a:latin typeface="Consolas" panose="020B0609020204030204" pitchFamily="49" charset="0"/>
              </a:rPr>
              <a:t>Myvi</a:t>
            </a:r>
            <a:r>
              <a:rPr lang="en-US" sz="1800" dirty="0">
                <a:solidFill>
                  <a:srgbClr val="000000"/>
                </a:solidFill>
                <a:latin typeface="Consolas" panose="020B0609020204030204" pitchFamily="49" charset="0"/>
              </a:rPr>
              <a:t> Accessed Gate 1 </a:t>
            </a:r>
          </a:p>
          <a:p>
            <a:pPr algn="l"/>
            <a:r>
              <a:rPr lang="en-US" sz="1800" dirty="0" err="1">
                <a:solidFill>
                  <a:srgbClr val="000000"/>
                </a:solidFill>
                <a:latin typeface="Consolas" panose="020B0609020204030204" pitchFamily="49" charset="0"/>
              </a:rPr>
              <a:t>Myvi</a:t>
            </a:r>
            <a:r>
              <a:rPr lang="en-US" sz="1800" dirty="0">
                <a:solidFill>
                  <a:srgbClr val="000000"/>
                </a:solidFill>
                <a:latin typeface="Consolas" panose="020B0609020204030204" pitchFamily="49" charset="0"/>
              </a:rPr>
              <a:t> Accessed Gate 2 </a:t>
            </a:r>
          </a:p>
          <a:p>
            <a:pPr algn="l"/>
            <a:r>
              <a:rPr lang="en-US" sz="1800" dirty="0">
                <a:solidFill>
                  <a:srgbClr val="000000"/>
                </a:solidFill>
                <a:latin typeface="Consolas" panose="020B0609020204030204" pitchFamily="49" charset="0"/>
              </a:rPr>
              <a:t>Ferrari Accessed Gate 1 </a:t>
            </a:r>
          </a:p>
          <a:p>
            <a:pPr algn="l"/>
            <a:r>
              <a:rPr lang="en-US" sz="1800" dirty="0">
                <a:solidFill>
                  <a:srgbClr val="000000"/>
                </a:solidFill>
                <a:latin typeface="Consolas" panose="020B0609020204030204" pitchFamily="49" charset="0"/>
              </a:rPr>
              <a:t>Ferrari Accessed Gate 2 </a:t>
            </a:r>
          </a:p>
          <a:p>
            <a:pPr algn="l"/>
            <a:r>
              <a:rPr lang="en-US" sz="1800" dirty="0">
                <a:solidFill>
                  <a:srgbClr val="000000"/>
                </a:solidFill>
                <a:latin typeface="Consolas" panose="020B0609020204030204" pitchFamily="49" charset="0"/>
              </a:rPr>
              <a:t>Bugatti Accessed Gate 1 </a:t>
            </a:r>
          </a:p>
          <a:p>
            <a:pPr algn="l"/>
            <a:r>
              <a:rPr lang="en-US" sz="1800" dirty="0">
                <a:solidFill>
                  <a:srgbClr val="000000"/>
                </a:solidFill>
                <a:latin typeface="Consolas" panose="020B0609020204030204" pitchFamily="49" charset="0"/>
              </a:rPr>
              <a:t>Bugatti Accessed Gate 2 </a:t>
            </a:r>
          </a:p>
          <a:p>
            <a:pPr algn="l"/>
            <a:r>
              <a:rPr lang="en-US" sz="1800" dirty="0">
                <a:solidFill>
                  <a:srgbClr val="000000"/>
                </a:solidFill>
                <a:latin typeface="Consolas" panose="020B0609020204030204" pitchFamily="49" charset="0"/>
              </a:rPr>
              <a:t>Nissan Accessed Gate 1 </a:t>
            </a:r>
          </a:p>
          <a:p>
            <a:pPr algn="l"/>
            <a:r>
              <a:rPr lang="en-US" sz="1800" dirty="0">
                <a:solidFill>
                  <a:srgbClr val="000000"/>
                </a:solidFill>
                <a:latin typeface="Consolas" panose="020B0609020204030204" pitchFamily="49" charset="0"/>
              </a:rPr>
              <a:t>Nissan Accessed Gate 2 </a:t>
            </a:r>
            <a:endParaRPr lang="en-US" dirty="0"/>
          </a:p>
        </p:txBody>
      </p:sp>
    </p:spTree>
    <p:extLst>
      <p:ext uri="{BB962C8B-B14F-4D97-AF65-F5344CB8AC3E}">
        <p14:creationId xmlns:p14="http://schemas.microsoft.com/office/powerpoint/2010/main" val="2277279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3">
            <a:extLst>
              <a:ext uri="{FF2B5EF4-FFF2-40B4-BE49-F238E27FC236}">
                <a16:creationId xmlns:a16="http://schemas.microsoft.com/office/drawing/2014/main" id="{1CA94684-630E-4B01-8FF6-F0CAD60ADCE9}"/>
              </a:ext>
            </a:extLst>
          </p:cNvPr>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69635" name="Content Placeholder 2">
            <a:extLst>
              <a:ext uri="{FF2B5EF4-FFF2-40B4-BE49-F238E27FC236}">
                <a16:creationId xmlns:a16="http://schemas.microsoft.com/office/drawing/2014/main" id="{416F2814-7E4A-424D-9268-98DA161E1FBD}"/>
              </a:ext>
            </a:extLst>
          </p:cNvPr>
          <p:cNvSpPr>
            <a:spLocks noGrp="1" noChangeArrowheads="1"/>
          </p:cNvSpPr>
          <p:nvPr>
            <p:ph idx="1"/>
          </p:nvPr>
        </p:nvSpPr>
        <p:spPr/>
        <p:txBody>
          <a:bodyPr/>
          <a:lstStyle/>
          <a:p>
            <a:pPr eaLnBrk="1" hangingPunct="1"/>
            <a:r>
              <a:rPr lang="en-US" altLang="en-US"/>
              <a:t>Classical problems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F0F9-52F7-4A1E-9374-11DCF237B781}"/>
              </a:ext>
            </a:extLst>
          </p:cNvPr>
          <p:cNvSpPr>
            <a:spLocks noGrp="1"/>
          </p:cNvSpPr>
          <p:nvPr>
            <p:ph type="title"/>
          </p:nvPr>
        </p:nvSpPr>
        <p:spPr/>
        <p:txBody>
          <a:bodyPr/>
          <a:lstStyle/>
          <a:p>
            <a:r>
              <a:rPr lang="en-US" dirty="0"/>
              <a:t>Doctor and Patient </a:t>
            </a:r>
          </a:p>
        </p:txBody>
      </p:sp>
      <p:sp>
        <p:nvSpPr>
          <p:cNvPr id="3" name="Content Placeholder 2">
            <a:extLst>
              <a:ext uri="{FF2B5EF4-FFF2-40B4-BE49-F238E27FC236}">
                <a16:creationId xmlns:a16="http://schemas.microsoft.com/office/drawing/2014/main" id="{DEB81998-DEE4-431A-83F2-096FA9260FC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20753308"/>
      </p:ext>
    </p:extLst>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2.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1421</TotalTime>
  <Pages>11</Pages>
  <Words>1882</Words>
  <Application>Microsoft Office PowerPoint</Application>
  <PresentationFormat>Widescreen</PresentationFormat>
  <Paragraphs>221</Paragraphs>
  <Slides>39</Slides>
  <Notes>23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50" baseType="lpstr">
      <vt:lpstr>Arial</vt:lpstr>
      <vt:lpstr>Calibri</vt:lpstr>
      <vt:lpstr>Century Gothic</vt:lpstr>
      <vt:lpstr>Comic Sans MS</vt:lpstr>
      <vt:lpstr>Consolas</vt:lpstr>
      <vt:lpstr>Courier New</vt:lpstr>
      <vt:lpstr>Montserrat</vt:lpstr>
      <vt:lpstr>PT Sans</vt:lpstr>
      <vt:lpstr>Times New Roman</vt:lpstr>
      <vt:lpstr>UCTI-Template-foundation-level</vt:lpstr>
      <vt:lpstr>Drawing</vt:lpstr>
      <vt:lpstr>Shared Objects and Mutual Exclusion</vt:lpstr>
      <vt:lpstr>volatile</vt:lpstr>
      <vt:lpstr>Exercise</vt:lpstr>
      <vt:lpstr>join() method</vt:lpstr>
      <vt:lpstr>Topic &amp; Structure of The Lesson</vt:lpstr>
      <vt:lpstr>Learning Outcomes</vt:lpstr>
      <vt:lpstr>Key Terms You Must Be Able To Use</vt:lpstr>
      <vt:lpstr>Shared Objects &amp; Mutual Exclusion</vt:lpstr>
      <vt:lpstr>Shared Objects &amp; Mutual Exclusion - Overview</vt:lpstr>
      <vt:lpstr>Shared Objects &amp; Mutual Exclusion - Overview</vt:lpstr>
      <vt:lpstr>Interference</vt:lpstr>
      <vt:lpstr>Ornamental garden Program - class diagram</vt:lpstr>
      <vt:lpstr>Ornamental garden program</vt:lpstr>
      <vt:lpstr>Turnstile class</vt:lpstr>
      <vt:lpstr>Counter class</vt:lpstr>
      <vt:lpstr>Ornamental garden program - display</vt:lpstr>
      <vt:lpstr>Group Discussion</vt:lpstr>
      <vt:lpstr>PowerPoint Presentation</vt:lpstr>
      <vt:lpstr>PowerPoint Presentation</vt:lpstr>
      <vt:lpstr>Ornamental garden program - display</vt:lpstr>
      <vt:lpstr>Concurrent method activation</vt:lpstr>
      <vt:lpstr>Interference and Mutual Exclusion</vt:lpstr>
      <vt:lpstr>Mutual exclusion in Java </vt:lpstr>
      <vt:lpstr>PowerPoint Presentation</vt:lpstr>
      <vt:lpstr>PowerPoint Presentation</vt:lpstr>
      <vt:lpstr>Monitor</vt:lpstr>
      <vt:lpstr>Mutual Exclusion - the ornamental garden</vt:lpstr>
      <vt:lpstr>Java synchronized statement</vt:lpstr>
      <vt:lpstr>PowerPoint Presentation</vt:lpstr>
      <vt:lpstr>Summary</vt:lpstr>
      <vt:lpstr>Lab summary</vt:lpstr>
      <vt:lpstr>What we will cover next</vt:lpstr>
      <vt:lpstr>PowerPoint Presentation</vt:lpstr>
      <vt:lpstr>PowerPoint Presentation</vt:lpstr>
      <vt:lpstr>Ornamental Garden</vt:lpstr>
      <vt:lpstr>Car Park</vt:lpstr>
      <vt:lpstr>Labelling</vt:lpstr>
      <vt:lpstr>What we will cover next</vt:lpstr>
      <vt:lpstr>Doctor and Patient </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Zailan Arabee Abdul Salam</cp:lastModifiedBy>
  <cp:revision>330</cp:revision>
  <cp:lastPrinted>2023-02-03T03:07:34Z</cp:lastPrinted>
  <dcterms:created xsi:type="dcterms:W3CDTF">2005-08-02T10:18:20Z</dcterms:created>
  <dcterms:modified xsi:type="dcterms:W3CDTF">2023-11-06T04:57:46Z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